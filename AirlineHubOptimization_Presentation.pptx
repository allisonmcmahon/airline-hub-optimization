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Anton"/>
      <p:regular r:id="rId18"/>
    </p:embeddedFont>
    <p:embeddedFont>
      <p:font typeface="M PLUS 1p"/>
      <p:regular r:id="rId19"/>
      <p:bold r:id="rId20"/>
    </p:embeddedFont>
    <p:embeddedFont>
      <p:font typeface="Raleway Black"/>
      <p:bold r:id="rId21"/>
      <p:boldItalic r:id="rId22"/>
    </p:embeddedFont>
    <p:embeddedFont>
      <p:font typeface="PT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PLUS1p-bold.fntdata"/><Relationship Id="rId22" Type="http://schemas.openxmlformats.org/officeDocument/2006/relationships/font" Target="fonts/RalewayBlack-boldItalic.fntdata"/><Relationship Id="rId21" Type="http://schemas.openxmlformats.org/officeDocument/2006/relationships/font" Target="fonts/RalewayBlack-bold.fntdata"/><Relationship Id="rId24" Type="http://schemas.openxmlformats.org/officeDocument/2006/relationships/font" Target="fonts/PTSans-bold.fntdata"/><Relationship Id="rId23" Type="http://schemas.openxmlformats.org/officeDocument/2006/relationships/font" Target="fonts/PT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ans-boldItalic.fntdata"/><Relationship Id="rId25" Type="http://schemas.openxmlformats.org/officeDocument/2006/relationships/font" Target="fonts/PT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MPLUS1p-regular.fntdata"/><Relationship Id="rId18" Type="http://schemas.openxmlformats.org/officeDocument/2006/relationships/font" Target="fonts/Anto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13c2bc466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13c2bc466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5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g22b33fc07b8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7" name="Google Shape;3537;g22b33fc07b8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5" name="Shape 3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6" name="Google Shape;3646;g22b33fc07b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7" name="Google Shape;3647;g22b33fc07b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9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g22b33fc07b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1" name="Google Shape;3941;g22b33fc07b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1" name="Shape 4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2" name="Google Shape;4192;g22b33fc07b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3" name="Google Shape;4193;g22b33fc07b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9" name="Shape 4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" name="Google Shape;4200;g22b33fc07b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1" name="Google Shape;4201;g22b33fc07b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8" name="Shape 4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9" name="Google Shape;4459;g3d6dd34d98e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0" name="Google Shape;4460;g3d6dd34d98e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7" name="Shape 4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8" name="Google Shape;4468;g3e02214dc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9" name="Google Shape;4469;g3e02214dc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6" name="Shape 4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7" name="Google Shape;4477;g3d6dd34d98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8" name="Google Shape;4478;g3d6dd34d98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5" name="Shape 4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6" name="Google Shape;4486;g22b33fc07b8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7" name="Google Shape;4487;g22b33fc07b8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4" name="Shape 4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" name="Google Shape;4495;g3d5824136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6" name="Google Shape;4496;g3d5824136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1" name="Shape 4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2" name="Google Shape;4502;g3e0334530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3" name="Google Shape;4503;g3e0334530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9" name="Shape 4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0" name="Google Shape;4760;g22b33fc07b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1" name="Google Shape;4761;g22b33fc07b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226883" y="4070300"/>
            <a:ext cx="11597767" cy="1073228"/>
            <a:chOff x="0" y="4070300"/>
            <a:chExt cx="11597767" cy="1073228"/>
          </a:xfrm>
        </p:grpSpPr>
        <p:sp>
          <p:nvSpPr>
            <p:cNvPr id="10" name="Google Shape;10;p2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7731838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 flipH="1">
            <a:off x="-295475" y="3197463"/>
            <a:ext cx="665236" cy="1946062"/>
            <a:chOff x="8991157" y="-2384450"/>
            <a:chExt cx="665236" cy="1946062"/>
          </a:xfrm>
        </p:grpSpPr>
        <p:sp>
          <p:nvSpPr>
            <p:cNvPr id="16" name="Google Shape;16;p2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" name="Google Shape;44;p2"/>
          <p:cNvGrpSpPr/>
          <p:nvPr/>
        </p:nvGrpSpPr>
        <p:grpSpPr>
          <a:xfrm>
            <a:off x="8232137" y="3132754"/>
            <a:ext cx="764487" cy="2010759"/>
            <a:chOff x="9765662" y="-2191721"/>
            <a:chExt cx="764487" cy="2010759"/>
          </a:xfrm>
        </p:grpSpPr>
        <p:sp>
          <p:nvSpPr>
            <p:cNvPr id="45" name="Google Shape;45;p2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2"/>
          <p:cNvSpPr txBox="1"/>
          <p:nvPr>
            <p:ph type="ctrTitle"/>
          </p:nvPr>
        </p:nvSpPr>
        <p:spPr>
          <a:xfrm>
            <a:off x="744350" y="1319894"/>
            <a:ext cx="4655400" cy="1977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"/>
          <p:cNvSpPr txBox="1"/>
          <p:nvPr>
            <p:ph idx="1" type="subTitle"/>
          </p:nvPr>
        </p:nvSpPr>
        <p:spPr>
          <a:xfrm>
            <a:off x="744225" y="3449206"/>
            <a:ext cx="4655700" cy="37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4" name="Google Shape;134;p2"/>
          <p:cNvGrpSpPr/>
          <p:nvPr/>
        </p:nvGrpSpPr>
        <p:grpSpPr>
          <a:xfrm>
            <a:off x="7553332" y="92995"/>
            <a:ext cx="965604" cy="239081"/>
            <a:chOff x="4036326" y="-955475"/>
            <a:chExt cx="1775987" cy="439811"/>
          </a:xfrm>
        </p:grpSpPr>
        <p:sp>
          <p:nvSpPr>
            <p:cNvPr id="135" name="Google Shape;135;p2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2"/>
          <p:cNvGrpSpPr/>
          <p:nvPr/>
        </p:nvGrpSpPr>
        <p:grpSpPr>
          <a:xfrm>
            <a:off x="3748807" y="138495"/>
            <a:ext cx="965604" cy="239081"/>
            <a:chOff x="4036326" y="-955475"/>
            <a:chExt cx="1775987" cy="439811"/>
          </a:xfrm>
        </p:grpSpPr>
        <p:sp>
          <p:nvSpPr>
            <p:cNvPr id="138" name="Google Shape;138;p2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2"/>
          <p:cNvGrpSpPr/>
          <p:nvPr/>
        </p:nvGrpSpPr>
        <p:grpSpPr>
          <a:xfrm>
            <a:off x="-851400" y="266738"/>
            <a:ext cx="1631075" cy="374250"/>
            <a:chOff x="1284050" y="-462000"/>
            <a:chExt cx="1631075" cy="374250"/>
          </a:xfrm>
        </p:grpSpPr>
        <p:sp>
          <p:nvSpPr>
            <p:cNvPr id="141" name="Google Shape;141;p2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" name="Google Shape;144;p2"/>
          <p:cNvGrpSpPr/>
          <p:nvPr/>
        </p:nvGrpSpPr>
        <p:grpSpPr>
          <a:xfrm flipH="1">
            <a:off x="8232137" y="3132754"/>
            <a:ext cx="764487" cy="2010759"/>
            <a:chOff x="9765662" y="-2191721"/>
            <a:chExt cx="764487" cy="2010759"/>
          </a:xfrm>
        </p:grpSpPr>
        <p:sp>
          <p:nvSpPr>
            <p:cNvPr id="145" name="Google Shape;145;p2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3"/>
          <p:cNvGrpSpPr/>
          <p:nvPr/>
        </p:nvGrpSpPr>
        <p:grpSpPr>
          <a:xfrm>
            <a:off x="-1226883" y="4070300"/>
            <a:ext cx="11597767" cy="1073228"/>
            <a:chOff x="0" y="4070300"/>
            <a:chExt cx="11597767" cy="1073228"/>
          </a:xfrm>
        </p:grpSpPr>
        <p:sp>
          <p:nvSpPr>
            <p:cNvPr id="234" name="Google Shape;234;p3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 flipH="1">
              <a:off x="7731838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" name="Google Shape;239;p3"/>
          <p:cNvSpPr txBox="1"/>
          <p:nvPr>
            <p:ph type="title"/>
          </p:nvPr>
        </p:nvSpPr>
        <p:spPr>
          <a:xfrm>
            <a:off x="2260500" y="2325655"/>
            <a:ext cx="4623000" cy="914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p3"/>
          <p:cNvSpPr txBox="1"/>
          <p:nvPr>
            <p:ph hasCustomPrompt="1" idx="2" type="title"/>
          </p:nvPr>
        </p:nvSpPr>
        <p:spPr>
          <a:xfrm>
            <a:off x="4114800" y="1315297"/>
            <a:ext cx="914400" cy="690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1" name="Google Shape;241;p3"/>
          <p:cNvSpPr txBox="1"/>
          <p:nvPr>
            <p:ph idx="1" type="subTitle"/>
          </p:nvPr>
        </p:nvSpPr>
        <p:spPr>
          <a:xfrm>
            <a:off x="2262300" y="3240504"/>
            <a:ext cx="46194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2" name="Google Shape;242;p3"/>
          <p:cNvGrpSpPr/>
          <p:nvPr/>
        </p:nvGrpSpPr>
        <p:grpSpPr>
          <a:xfrm flipH="1">
            <a:off x="7626093" y="266738"/>
            <a:ext cx="1631075" cy="374250"/>
            <a:chOff x="1284050" y="-462000"/>
            <a:chExt cx="1631075" cy="374250"/>
          </a:xfrm>
        </p:grpSpPr>
        <p:sp>
          <p:nvSpPr>
            <p:cNvPr id="243" name="Google Shape;243;p3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" name="Google Shape;246;p3"/>
          <p:cNvGrpSpPr/>
          <p:nvPr/>
        </p:nvGrpSpPr>
        <p:grpSpPr>
          <a:xfrm flipH="1">
            <a:off x="3691357" y="138495"/>
            <a:ext cx="965604" cy="239081"/>
            <a:chOff x="4036326" y="-955475"/>
            <a:chExt cx="1775987" cy="439811"/>
          </a:xfrm>
        </p:grpSpPr>
        <p:sp>
          <p:nvSpPr>
            <p:cNvPr id="247" name="Google Shape;247;p3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" name="Google Shape;249;p3"/>
          <p:cNvGrpSpPr/>
          <p:nvPr/>
        </p:nvGrpSpPr>
        <p:grpSpPr>
          <a:xfrm flipH="1">
            <a:off x="-113168" y="92995"/>
            <a:ext cx="965604" cy="239081"/>
            <a:chOff x="4036326" y="-955475"/>
            <a:chExt cx="1775987" cy="439811"/>
          </a:xfrm>
        </p:grpSpPr>
        <p:sp>
          <p:nvSpPr>
            <p:cNvPr id="250" name="Google Shape;250;p3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3"/>
          <p:cNvGrpSpPr/>
          <p:nvPr/>
        </p:nvGrpSpPr>
        <p:grpSpPr>
          <a:xfrm flipH="1">
            <a:off x="8059399" y="3132729"/>
            <a:ext cx="764487" cy="2010759"/>
            <a:chOff x="9765662" y="-2191721"/>
            <a:chExt cx="764487" cy="2010759"/>
          </a:xfrm>
        </p:grpSpPr>
        <p:sp>
          <p:nvSpPr>
            <p:cNvPr id="253" name="Google Shape;253;p3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" name="Google Shape;340;p3"/>
          <p:cNvGrpSpPr/>
          <p:nvPr/>
        </p:nvGrpSpPr>
        <p:grpSpPr>
          <a:xfrm flipH="1">
            <a:off x="330987" y="3132729"/>
            <a:ext cx="764487" cy="2010759"/>
            <a:chOff x="9765662" y="-2191721"/>
            <a:chExt cx="764487" cy="2010759"/>
          </a:xfrm>
        </p:grpSpPr>
        <p:sp>
          <p:nvSpPr>
            <p:cNvPr id="341" name="Google Shape;341;p3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4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430" name="Google Shape;430;p4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431" name="Google Shape;431;p4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4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3" name="Google Shape;433;p4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" name="Google Shape;434;p4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5" name="Google Shape;435;p4"/>
          <p:cNvSpPr txBox="1"/>
          <p:nvPr>
            <p:ph idx="1" type="body"/>
          </p:nvPr>
        </p:nvSpPr>
        <p:spPr>
          <a:xfrm>
            <a:off x="716900" y="1051849"/>
            <a:ext cx="7704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9pPr>
          </a:lstStyle>
          <a:p/>
        </p:txBody>
      </p:sp>
      <p:grpSp>
        <p:nvGrpSpPr>
          <p:cNvPr id="436" name="Google Shape;436;p4"/>
          <p:cNvGrpSpPr/>
          <p:nvPr/>
        </p:nvGrpSpPr>
        <p:grpSpPr>
          <a:xfrm>
            <a:off x="1128982" y="182920"/>
            <a:ext cx="965604" cy="239081"/>
            <a:chOff x="4036326" y="-955475"/>
            <a:chExt cx="1775987" cy="439811"/>
          </a:xfrm>
        </p:grpSpPr>
        <p:sp>
          <p:nvSpPr>
            <p:cNvPr id="437" name="Google Shape;437;p4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4"/>
          <p:cNvGrpSpPr/>
          <p:nvPr/>
        </p:nvGrpSpPr>
        <p:grpSpPr>
          <a:xfrm>
            <a:off x="7553332" y="92995"/>
            <a:ext cx="965604" cy="239081"/>
            <a:chOff x="4036326" y="-955475"/>
            <a:chExt cx="1775987" cy="439811"/>
          </a:xfrm>
        </p:grpSpPr>
        <p:sp>
          <p:nvSpPr>
            <p:cNvPr id="440" name="Google Shape;440;p4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2" name="Google Shape;442;p4"/>
          <p:cNvGrpSpPr/>
          <p:nvPr/>
        </p:nvGrpSpPr>
        <p:grpSpPr>
          <a:xfrm flipH="1">
            <a:off x="8513925" y="3197463"/>
            <a:ext cx="665236" cy="1946062"/>
            <a:chOff x="8991157" y="-2384450"/>
            <a:chExt cx="665236" cy="1946062"/>
          </a:xfrm>
        </p:grpSpPr>
        <p:sp>
          <p:nvSpPr>
            <p:cNvPr id="443" name="Google Shape;443;p4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1" name="Google Shape;471;p4"/>
          <p:cNvGrpSpPr/>
          <p:nvPr/>
        </p:nvGrpSpPr>
        <p:grpSpPr>
          <a:xfrm flipH="1">
            <a:off x="-210613" y="3132729"/>
            <a:ext cx="764487" cy="2010759"/>
            <a:chOff x="9765662" y="-2191721"/>
            <a:chExt cx="764487" cy="2010759"/>
          </a:xfrm>
        </p:grpSpPr>
        <p:sp>
          <p:nvSpPr>
            <p:cNvPr id="472" name="Google Shape;472;p4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"/>
          <p:cNvSpPr txBox="1"/>
          <p:nvPr>
            <p:ph type="title"/>
          </p:nvPr>
        </p:nvSpPr>
        <p:spPr>
          <a:xfrm>
            <a:off x="1489239" y="2601925"/>
            <a:ext cx="2925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1" name="Google Shape;561;p5"/>
          <p:cNvSpPr txBox="1"/>
          <p:nvPr>
            <p:ph idx="2" type="title"/>
          </p:nvPr>
        </p:nvSpPr>
        <p:spPr>
          <a:xfrm>
            <a:off x="4729461" y="2601925"/>
            <a:ext cx="2925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2" name="Google Shape;562;p5"/>
          <p:cNvSpPr txBox="1"/>
          <p:nvPr>
            <p:ph idx="1" type="subTitle"/>
          </p:nvPr>
        </p:nvSpPr>
        <p:spPr>
          <a:xfrm>
            <a:off x="4729461" y="2818550"/>
            <a:ext cx="29256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3" name="Google Shape;563;p5"/>
          <p:cNvSpPr txBox="1"/>
          <p:nvPr>
            <p:ph idx="3" type="subTitle"/>
          </p:nvPr>
        </p:nvSpPr>
        <p:spPr>
          <a:xfrm>
            <a:off x="1488939" y="2818550"/>
            <a:ext cx="29262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4" name="Google Shape;564;p5"/>
          <p:cNvSpPr txBox="1"/>
          <p:nvPr>
            <p:ph idx="4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65" name="Google Shape;565;p5"/>
          <p:cNvGrpSpPr/>
          <p:nvPr/>
        </p:nvGrpSpPr>
        <p:grpSpPr>
          <a:xfrm>
            <a:off x="7606437" y="63345"/>
            <a:ext cx="1477088" cy="365703"/>
            <a:chOff x="4036326" y="-955475"/>
            <a:chExt cx="1775987" cy="439811"/>
          </a:xfrm>
        </p:grpSpPr>
        <p:sp>
          <p:nvSpPr>
            <p:cNvPr id="566" name="Google Shape;566;p5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5"/>
          <p:cNvGrpSpPr/>
          <p:nvPr/>
        </p:nvGrpSpPr>
        <p:grpSpPr>
          <a:xfrm>
            <a:off x="-285343" y="126658"/>
            <a:ext cx="965604" cy="239081"/>
            <a:chOff x="4036326" y="-955475"/>
            <a:chExt cx="1775987" cy="439811"/>
          </a:xfrm>
        </p:grpSpPr>
        <p:sp>
          <p:nvSpPr>
            <p:cNvPr id="569" name="Google Shape;569;p5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1" name="Google Shape;571;p5"/>
          <p:cNvGrpSpPr/>
          <p:nvPr/>
        </p:nvGrpSpPr>
        <p:grpSpPr>
          <a:xfrm>
            <a:off x="-1226883" y="4070300"/>
            <a:ext cx="11597767" cy="1073228"/>
            <a:chOff x="0" y="4070300"/>
            <a:chExt cx="11597767" cy="1073228"/>
          </a:xfrm>
        </p:grpSpPr>
        <p:sp>
          <p:nvSpPr>
            <p:cNvPr id="572" name="Google Shape;572;p5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5"/>
            <p:cNvSpPr/>
            <p:nvPr/>
          </p:nvSpPr>
          <p:spPr>
            <a:xfrm flipH="1">
              <a:off x="7731838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7" name="Google Shape;577;p5"/>
          <p:cNvGrpSpPr/>
          <p:nvPr/>
        </p:nvGrpSpPr>
        <p:grpSpPr>
          <a:xfrm>
            <a:off x="8407600" y="3197463"/>
            <a:ext cx="665236" cy="1946062"/>
            <a:chOff x="8991157" y="-2384450"/>
            <a:chExt cx="665236" cy="1946062"/>
          </a:xfrm>
        </p:grpSpPr>
        <p:sp>
          <p:nvSpPr>
            <p:cNvPr id="578" name="Google Shape;578;p5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5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5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5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5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5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5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6" name="Google Shape;606;p5"/>
          <p:cNvGrpSpPr/>
          <p:nvPr/>
        </p:nvGrpSpPr>
        <p:grpSpPr>
          <a:xfrm flipH="1">
            <a:off x="9324" y="3132754"/>
            <a:ext cx="764487" cy="2010759"/>
            <a:chOff x="9765662" y="-2191721"/>
            <a:chExt cx="764487" cy="2010759"/>
          </a:xfrm>
        </p:grpSpPr>
        <p:sp>
          <p:nvSpPr>
            <p:cNvPr id="607" name="Google Shape;607;p5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5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5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5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5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5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5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5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5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5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5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5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5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5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5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5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5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5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5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5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5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5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5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5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5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5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5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5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5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5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5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5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5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5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5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5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5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5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5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5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5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5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5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5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5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5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5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5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5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5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5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5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5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5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5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5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5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696" name="Google Shape;696;p6"/>
          <p:cNvGrpSpPr/>
          <p:nvPr/>
        </p:nvGrpSpPr>
        <p:grpSpPr>
          <a:xfrm>
            <a:off x="7949021" y="92988"/>
            <a:ext cx="1631075" cy="374250"/>
            <a:chOff x="1284050" y="-462000"/>
            <a:chExt cx="1631075" cy="374250"/>
          </a:xfrm>
        </p:grpSpPr>
        <p:sp>
          <p:nvSpPr>
            <p:cNvPr id="697" name="Google Shape;697;p6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0" name="Google Shape;700;p6"/>
          <p:cNvGrpSpPr/>
          <p:nvPr/>
        </p:nvGrpSpPr>
        <p:grpSpPr>
          <a:xfrm>
            <a:off x="311729" y="160583"/>
            <a:ext cx="965604" cy="239081"/>
            <a:chOff x="4036326" y="-955475"/>
            <a:chExt cx="1775987" cy="439811"/>
          </a:xfrm>
        </p:grpSpPr>
        <p:sp>
          <p:nvSpPr>
            <p:cNvPr id="701" name="Google Shape;701;p6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3" name="Google Shape;703;p6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704" name="Google Shape;704;p6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705" name="Google Shape;705;p6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6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7" name="Google Shape;707;p6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8" name="Google Shape;708;p6"/>
          <p:cNvGrpSpPr/>
          <p:nvPr/>
        </p:nvGrpSpPr>
        <p:grpSpPr>
          <a:xfrm flipH="1">
            <a:off x="-98027" y="3938138"/>
            <a:ext cx="811246" cy="1205364"/>
            <a:chOff x="8044750" y="-1789024"/>
            <a:chExt cx="811246" cy="1205364"/>
          </a:xfrm>
        </p:grpSpPr>
        <p:sp>
          <p:nvSpPr>
            <p:cNvPr id="709" name="Google Shape;709;p6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9" name="Google Shape;729;p6"/>
          <p:cNvGrpSpPr/>
          <p:nvPr/>
        </p:nvGrpSpPr>
        <p:grpSpPr>
          <a:xfrm flipH="1">
            <a:off x="8430786" y="3938138"/>
            <a:ext cx="811246" cy="1205364"/>
            <a:chOff x="8044750" y="-1789024"/>
            <a:chExt cx="811246" cy="1205364"/>
          </a:xfrm>
        </p:grpSpPr>
        <p:sp>
          <p:nvSpPr>
            <p:cNvPr id="730" name="Google Shape;730;p6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6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6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6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6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6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1" name="Google Shape;751;p7"/>
          <p:cNvGrpSpPr/>
          <p:nvPr/>
        </p:nvGrpSpPr>
        <p:grpSpPr>
          <a:xfrm>
            <a:off x="-622046" y="4070300"/>
            <a:ext cx="10388092" cy="1073228"/>
            <a:chOff x="-622046" y="4070300"/>
            <a:chExt cx="10388092" cy="1073228"/>
          </a:xfrm>
        </p:grpSpPr>
        <p:sp>
          <p:nvSpPr>
            <p:cNvPr id="752" name="Google Shape;752;p7"/>
            <p:cNvSpPr/>
            <p:nvPr/>
          </p:nvSpPr>
          <p:spPr>
            <a:xfrm>
              <a:off x="-622046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7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3243875" y="4593900"/>
              <a:ext cx="26562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5" name="Google Shape;755;p7"/>
          <p:cNvSpPr txBox="1"/>
          <p:nvPr>
            <p:ph idx="1" type="body"/>
          </p:nvPr>
        </p:nvSpPr>
        <p:spPr>
          <a:xfrm>
            <a:off x="2238000" y="1615483"/>
            <a:ext cx="4668000" cy="21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115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756" name="Google Shape;756;p7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57" name="Google Shape;757;p7"/>
          <p:cNvGrpSpPr/>
          <p:nvPr/>
        </p:nvGrpSpPr>
        <p:grpSpPr>
          <a:xfrm>
            <a:off x="405757" y="126670"/>
            <a:ext cx="965604" cy="239081"/>
            <a:chOff x="4036326" y="-955475"/>
            <a:chExt cx="1775987" cy="439811"/>
          </a:xfrm>
        </p:grpSpPr>
        <p:sp>
          <p:nvSpPr>
            <p:cNvPr id="758" name="Google Shape;758;p7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0" name="Google Shape;760;p7"/>
          <p:cNvGrpSpPr/>
          <p:nvPr/>
        </p:nvGrpSpPr>
        <p:grpSpPr>
          <a:xfrm>
            <a:off x="6735157" y="68570"/>
            <a:ext cx="965604" cy="239081"/>
            <a:chOff x="4036326" y="-955475"/>
            <a:chExt cx="1775987" cy="439811"/>
          </a:xfrm>
        </p:grpSpPr>
        <p:sp>
          <p:nvSpPr>
            <p:cNvPr id="761" name="Google Shape;761;p7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3" name="Google Shape;763;p7"/>
          <p:cNvGrpSpPr/>
          <p:nvPr/>
        </p:nvGrpSpPr>
        <p:grpSpPr>
          <a:xfrm>
            <a:off x="-851400" y="914438"/>
            <a:ext cx="1631075" cy="374250"/>
            <a:chOff x="1284050" y="-462000"/>
            <a:chExt cx="1631075" cy="374250"/>
          </a:xfrm>
        </p:grpSpPr>
        <p:sp>
          <p:nvSpPr>
            <p:cNvPr id="764" name="Google Shape;764;p7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7" name="Google Shape;767;p7"/>
          <p:cNvGrpSpPr/>
          <p:nvPr/>
        </p:nvGrpSpPr>
        <p:grpSpPr>
          <a:xfrm flipH="1">
            <a:off x="9325" y="3197463"/>
            <a:ext cx="665236" cy="1946062"/>
            <a:chOff x="8991157" y="-2384450"/>
            <a:chExt cx="665236" cy="1946062"/>
          </a:xfrm>
        </p:grpSpPr>
        <p:sp>
          <p:nvSpPr>
            <p:cNvPr id="768" name="Google Shape;768;p7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7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7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7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7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7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7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7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7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7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7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7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7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7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7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7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6" name="Google Shape;796;p7"/>
          <p:cNvGrpSpPr/>
          <p:nvPr/>
        </p:nvGrpSpPr>
        <p:grpSpPr>
          <a:xfrm flipH="1">
            <a:off x="8308349" y="3135038"/>
            <a:ext cx="764487" cy="2010759"/>
            <a:chOff x="9765662" y="-2191721"/>
            <a:chExt cx="764487" cy="2010759"/>
          </a:xfrm>
        </p:grpSpPr>
        <p:sp>
          <p:nvSpPr>
            <p:cNvPr id="797" name="Google Shape;797;p7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7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7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7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7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7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7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7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7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7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7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7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7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7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7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7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7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7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7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7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7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7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7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7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7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7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7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7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7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7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7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7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7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7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7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7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7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7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7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7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7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7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7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7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7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7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7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7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7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7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7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7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7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7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7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7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7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7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7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7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7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7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7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7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7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7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7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7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7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7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7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7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7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7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7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7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7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7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7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7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7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7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7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7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5" name="Google Shape;885;p8"/>
          <p:cNvGrpSpPr/>
          <p:nvPr/>
        </p:nvGrpSpPr>
        <p:grpSpPr>
          <a:xfrm flipH="1">
            <a:off x="-19895" y="4070300"/>
            <a:ext cx="11597767" cy="1073228"/>
            <a:chOff x="0" y="4070300"/>
            <a:chExt cx="11597767" cy="1073228"/>
          </a:xfrm>
        </p:grpSpPr>
        <p:sp>
          <p:nvSpPr>
            <p:cNvPr id="886" name="Google Shape;886;p8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8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8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8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8"/>
            <p:cNvSpPr/>
            <p:nvPr/>
          </p:nvSpPr>
          <p:spPr>
            <a:xfrm flipH="1">
              <a:off x="7731838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1" name="Google Shape;891;p8"/>
          <p:cNvGrpSpPr/>
          <p:nvPr/>
        </p:nvGrpSpPr>
        <p:grpSpPr>
          <a:xfrm flipH="1">
            <a:off x="130573" y="3938138"/>
            <a:ext cx="811246" cy="1205364"/>
            <a:chOff x="8044750" y="-1789024"/>
            <a:chExt cx="811246" cy="1205364"/>
          </a:xfrm>
        </p:grpSpPr>
        <p:sp>
          <p:nvSpPr>
            <p:cNvPr id="892" name="Google Shape;892;p8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8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8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8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8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8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8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8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8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8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8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8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8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8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8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8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8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8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8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8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2" name="Google Shape;912;p8"/>
          <p:cNvSpPr txBox="1"/>
          <p:nvPr>
            <p:ph type="title"/>
          </p:nvPr>
        </p:nvSpPr>
        <p:spPr>
          <a:xfrm>
            <a:off x="1280250" y="1863300"/>
            <a:ext cx="6583500" cy="17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13" name="Google Shape;913;p8"/>
          <p:cNvGrpSpPr/>
          <p:nvPr/>
        </p:nvGrpSpPr>
        <p:grpSpPr>
          <a:xfrm>
            <a:off x="369757" y="858970"/>
            <a:ext cx="965604" cy="239081"/>
            <a:chOff x="4036326" y="-955475"/>
            <a:chExt cx="1775987" cy="439811"/>
          </a:xfrm>
        </p:grpSpPr>
        <p:sp>
          <p:nvSpPr>
            <p:cNvPr id="914" name="Google Shape;914;p8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8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6" name="Google Shape;916;p8"/>
          <p:cNvGrpSpPr/>
          <p:nvPr/>
        </p:nvGrpSpPr>
        <p:grpSpPr>
          <a:xfrm>
            <a:off x="7760932" y="776845"/>
            <a:ext cx="965604" cy="239081"/>
            <a:chOff x="4036326" y="-955475"/>
            <a:chExt cx="1775987" cy="439811"/>
          </a:xfrm>
        </p:grpSpPr>
        <p:sp>
          <p:nvSpPr>
            <p:cNvPr id="917" name="Google Shape;917;p8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8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9" name="Google Shape;919;p8"/>
          <p:cNvGrpSpPr/>
          <p:nvPr/>
        </p:nvGrpSpPr>
        <p:grpSpPr>
          <a:xfrm>
            <a:off x="8533581" y="3785686"/>
            <a:ext cx="469258" cy="1372752"/>
            <a:chOff x="8991157" y="-2384450"/>
            <a:chExt cx="665236" cy="1946062"/>
          </a:xfrm>
        </p:grpSpPr>
        <p:sp>
          <p:nvSpPr>
            <p:cNvPr id="920" name="Google Shape;920;p8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8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8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8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8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8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8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8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8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8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8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8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8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8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8" name="Google Shape;948;p8"/>
          <p:cNvGrpSpPr/>
          <p:nvPr/>
        </p:nvGrpSpPr>
        <p:grpSpPr>
          <a:xfrm>
            <a:off x="8009094" y="3785686"/>
            <a:ext cx="469258" cy="1372752"/>
            <a:chOff x="8991157" y="-2384450"/>
            <a:chExt cx="665236" cy="1946062"/>
          </a:xfrm>
        </p:grpSpPr>
        <p:sp>
          <p:nvSpPr>
            <p:cNvPr id="949" name="Google Shape;949;p8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oogle Shape;978;p9"/>
          <p:cNvGrpSpPr/>
          <p:nvPr/>
        </p:nvGrpSpPr>
        <p:grpSpPr>
          <a:xfrm flipH="1">
            <a:off x="-1226883" y="4070300"/>
            <a:ext cx="11597767" cy="1073228"/>
            <a:chOff x="0" y="4070300"/>
            <a:chExt cx="11597767" cy="1073228"/>
          </a:xfrm>
        </p:grpSpPr>
        <p:sp>
          <p:nvSpPr>
            <p:cNvPr id="979" name="Google Shape;979;p9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9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9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9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9"/>
            <p:cNvSpPr/>
            <p:nvPr/>
          </p:nvSpPr>
          <p:spPr>
            <a:xfrm flipH="1">
              <a:off x="7731838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4" name="Google Shape;984;p9"/>
          <p:cNvGrpSpPr/>
          <p:nvPr/>
        </p:nvGrpSpPr>
        <p:grpSpPr>
          <a:xfrm>
            <a:off x="906252" y="3773463"/>
            <a:ext cx="469258" cy="1372752"/>
            <a:chOff x="8991157" y="-2384450"/>
            <a:chExt cx="665236" cy="1946062"/>
          </a:xfrm>
        </p:grpSpPr>
        <p:sp>
          <p:nvSpPr>
            <p:cNvPr id="985" name="Google Shape;985;p9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9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9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9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9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9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9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9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9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9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9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9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9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9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9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9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9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9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9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9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9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9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9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9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9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9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3" name="Google Shape;1013;p9"/>
          <p:cNvSpPr txBox="1"/>
          <p:nvPr>
            <p:ph type="title"/>
          </p:nvPr>
        </p:nvSpPr>
        <p:spPr>
          <a:xfrm>
            <a:off x="1119450" y="1626300"/>
            <a:ext cx="6905100" cy="82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14" name="Google Shape;1014;p9"/>
          <p:cNvSpPr txBox="1"/>
          <p:nvPr>
            <p:ph idx="1" type="subTitle"/>
          </p:nvPr>
        </p:nvSpPr>
        <p:spPr>
          <a:xfrm>
            <a:off x="1119450" y="2450398"/>
            <a:ext cx="69051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15" name="Google Shape;1015;p9"/>
          <p:cNvGrpSpPr/>
          <p:nvPr/>
        </p:nvGrpSpPr>
        <p:grpSpPr>
          <a:xfrm>
            <a:off x="-851400" y="266738"/>
            <a:ext cx="1631075" cy="374250"/>
            <a:chOff x="1284050" y="-462000"/>
            <a:chExt cx="1631075" cy="374250"/>
          </a:xfrm>
        </p:grpSpPr>
        <p:sp>
          <p:nvSpPr>
            <p:cNvPr id="1016" name="Google Shape;1016;p9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9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9" name="Google Shape;1019;p9"/>
          <p:cNvGrpSpPr/>
          <p:nvPr/>
        </p:nvGrpSpPr>
        <p:grpSpPr>
          <a:xfrm>
            <a:off x="3748807" y="138495"/>
            <a:ext cx="965604" cy="239081"/>
            <a:chOff x="4036326" y="-955475"/>
            <a:chExt cx="1775987" cy="439811"/>
          </a:xfrm>
        </p:grpSpPr>
        <p:sp>
          <p:nvSpPr>
            <p:cNvPr id="1020" name="Google Shape;1020;p9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9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2" name="Google Shape;1022;p9"/>
          <p:cNvGrpSpPr/>
          <p:nvPr/>
        </p:nvGrpSpPr>
        <p:grpSpPr>
          <a:xfrm>
            <a:off x="7553332" y="92995"/>
            <a:ext cx="965604" cy="239081"/>
            <a:chOff x="4036326" y="-955475"/>
            <a:chExt cx="1775987" cy="439811"/>
          </a:xfrm>
        </p:grpSpPr>
        <p:sp>
          <p:nvSpPr>
            <p:cNvPr id="1023" name="Google Shape;1023;p9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9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5" name="Google Shape;1025;p9"/>
          <p:cNvGrpSpPr/>
          <p:nvPr/>
        </p:nvGrpSpPr>
        <p:grpSpPr>
          <a:xfrm>
            <a:off x="85525" y="3197463"/>
            <a:ext cx="665236" cy="1946062"/>
            <a:chOff x="8991157" y="-2384450"/>
            <a:chExt cx="665236" cy="1946062"/>
          </a:xfrm>
        </p:grpSpPr>
        <p:sp>
          <p:nvSpPr>
            <p:cNvPr id="1026" name="Google Shape;1026;p9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9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9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9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9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9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9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9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9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9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9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9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9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9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9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9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9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9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9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9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9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9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9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9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9"/>
          <p:cNvGrpSpPr/>
          <p:nvPr/>
        </p:nvGrpSpPr>
        <p:grpSpPr>
          <a:xfrm flipH="1">
            <a:off x="8232149" y="3132754"/>
            <a:ext cx="764487" cy="2010759"/>
            <a:chOff x="9765662" y="-2191721"/>
            <a:chExt cx="764487" cy="2010759"/>
          </a:xfrm>
        </p:grpSpPr>
        <p:sp>
          <p:nvSpPr>
            <p:cNvPr id="1055" name="Google Shape;1055;p9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9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9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9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9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9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9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9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9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9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9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9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9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9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9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9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9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9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9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9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9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9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9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9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9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9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9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9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9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9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9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9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9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9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9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9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9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9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9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9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9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9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9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9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9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9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9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9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9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9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9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9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9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9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9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9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9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9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9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9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9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9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9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9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9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4" name="Google Shape;1144;p10"/>
          <p:cNvSpPr txBox="1"/>
          <p:nvPr>
            <p:ph type="title"/>
          </p:nvPr>
        </p:nvSpPr>
        <p:spPr>
          <a:xfrm>
            <a:off x="4500100" y="3592925"/>
            <a:ext cx="3930600" cy="1006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" name="Google Shape;1146;p11"/>
          <p:cNvGrpSpPr/>
          <p:nvPr/>
        </p:nvGrpSpPr>
        <p:grpSpPr>
          <a:xfrm>
            <a:off x="-1226883" y="4070300"/>
            <a:ext cx="11597767" cy="1073228"/>
            <a:chOff x="0" y="4070300"/>
            <a:chExt cx="11597767" cy="1073228"/>
          </a:xfrm>
        </p:grpSpPr>
        <p:sp>
          <p:nvSpPr>
            <p:cNvPr id="1147" name="Google Shape;1147;p11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1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1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1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1"/>
            <p:cNvSpPr/>
            <p:nvPr/>
          </p:nvSpPr>
          <p:spPr>
            <a:xfrm flipH="1">
              <a:off x="7731838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2" name="Google Shape;1152;p11"/>
          <p:cNvSpPr txBox="1"/>
          <p:nvPr>
            <p:ph hasCustomPrompt="1" type="title"/>
          </p:nvPr>
        </p:nvSpPr>
        <p:spPr>
          <a:xfrm>
            <a:off x="1406944" y="1295650"/>
            <a:ext cx="6330000" cy="12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53" name="Google Shape;1153;p11"/>
          <p:cNvSpPr txBox="1"/>
          <p:nvPr>
            <p:ph idx="1" type="subTitle"/>
          </p:nvPr>
        </p:nvSpPr>
        <p:spPr>
          <a:xfrm>
            <a:off x="1405350" y="2567747"/>
            <a:ext cx="63333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54" name="Google Shape;1154;p11"/>
          <p:cNvGrpSpPr/>
          <p:nvPr/>
        </p:nvGrpSpPr>
        <p:grpSpPr>
          <a:xfrm>
            <a:off x="6674107" y="68595"/>
            <a:ext cx="965604" cy="239081"/>
            <a:chOff x="4036326" y="-955475"/>
            <a:chExt cx="1775987" cy="439811"/>
          </a:xfrm>
        </p:grpSpPr>
        <p:sp>
          <p:nvSpPr>
            <p:cNvPr id="1155" name="Google Shape;1155;p11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1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7" name="Google Shape;1157;p11"/>
          <p:cNvGrpSpPr/>
          <p:nvPr/>
        </p:nvGrpSpPr>
        <p:grpSpPr>
          <a:xfrm>
            <a:off x="989007" y="187345"/>
            <a:ext cx="965604" cy="239081"/>
            <a:chOff x="4036326" y="-955475"/>
            <a:chExt cx="1775987" cy="439811"/>
          </a:xfrm>
        </p:grpSpPr>
        <p:sp>
          <p:nvSpPr>
            <p:cNvPr id="1158" name="Google Shape;1158;p11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1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0" name="Google Shape;1160;p11"/>
          <p:cNvGrpSpPr/>
          <p:nvPr/>
        </p:nvGrpSpPr>
        <p:grpSpPr>
          <a:xfrm flipH="1">
            <a:off x="8048537" y="3132754"/>
            <a:ext cx="764487" cy="2010759"/>
            <a:chOff x="9765662" y="-2191721"/>
            <a:chExt cx="764487" cy="2010759"/>
          </a:xfrm>
        </p:grpSpPr>
        <p:sp>
          <p:nvSpPr>
            <p:cNvPr id="1161" name="Google Shape;1161;p11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1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1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1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1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1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1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1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1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1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1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1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1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1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1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1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1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1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1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1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1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1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1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1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1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1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1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1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1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1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1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1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1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1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1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1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1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1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1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1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1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1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1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1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1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1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1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1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1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1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1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1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1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1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1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1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1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1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1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1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1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1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1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1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1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1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1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1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1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1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1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1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1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1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1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1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1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1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1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1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1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1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1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1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1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1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1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8" name="Google Shape;1248;p11"/>
          <p:cNvGrpSpPr/>
          <p:nvPr/>
        </p:nvGrpSpPr>
        <p:grpSpPr>
          <a:xfrm flipH="1">
            <a:off x="330987" y="3132754"/>
            <a:ext cx="764487" cy="2010759"/>
            <a:chOff x="9765662" y="-2191721"/>
            <a:chExt cx="764487" cy="2010759"/>
          </a:xfrm>
        </p:grpSpPr>
        <p:sp>
          <p:nvSpPr>
            <p:cNvPr id="1249" name="Google Shape;1249;p11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1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1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1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1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1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1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1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1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1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1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1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1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1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1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1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1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1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1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1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1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1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1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1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1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1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1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1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1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1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1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1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1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1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1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1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1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1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1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1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1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1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1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1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1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1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1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1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1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1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1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1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1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1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1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1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1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1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1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1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1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1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1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1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1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1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1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1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1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1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1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1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1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1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1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1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1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1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1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1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1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1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1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1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1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1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13"/>
          <p:cNvGrpSpPr/>
          <p:nvPr/>
        </p:nvGrpSpPr>
        <p:grpSpPr>
          <a:xfrm>
            <a:off x="-622046" y="4070300"/>
            <a:ext cx="10388092" cy="1073228"/>
            <a:chOff x="-622046" y="4070300"/>
            <a:chExt cx="10388092" cy="1073228"/>
          </a:xfrm>
        </p:grpSpPr>
        <p:sp>
          <p:nvSpPr>
            <p:cNvPr id="1339" name="Google Shape;1339;p13"/>
            <p:cNvSpPr/>
            <p:nvPr/>
          </p:nvSpPr>
          <p:spPr>
            <a:xfrm>
              <a:off x="-622046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3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3"/>
            <p:cNvSpPr/>
            <p:nvPr/>
          </p:nvSpPr>
          <p:spPr>
            <a:xfrm>
              <a:off x="3243875" y="4593900"/>
              <a:ext cx="26562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2" name="Google Shape;1342;p13"/>
          <p:cNvGrpSpPr/>
          <p:nvPr/>
        </p:nvGrpSpPr>
        <p:grpSpPr>
          <a:xfrm flipH="1">
            <a:off x="-98027" y="3938138"/>
            <a:ext cx="811246" cy="1205364"/>
            <a:chOff x="8044750" y="-1789024"/>
            <a:chExt cx="811246" cy="1205364"/>
          </a:xfrm>
        </p:grpSpPr>
        <p:sp>
          <p:nvSpPr>
            <p:cNvPr id="1343" name="Google Shape;1343;p13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3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3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3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3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3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3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3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3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3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3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3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3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3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3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3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3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3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3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3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3" name="Google Shape;1363;p13"/>
          <p:cNvGrpSpPr/>
          <p:nvPr/>
        </p:nvGrpSpPr>
        <p:grpSpPr>
          <a:xfrm flipH="1">
            <a:off x="8430786" y="3938138"/>
            <a:ext cx="811246" cy="1205364"/>
            <a:chOff x="8044750" y="-1789024"/>
            <a:chExt cx="811246" cy="1205364"/>
          </a:xfrm>
        </p:grpSpPr>
        <p:sp>
          <p:nvSpPr>
            <p:cNvPr id="1364" name="Google Shape;1364;p13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3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3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3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3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3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3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3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3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3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3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3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3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3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3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3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3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3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3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3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4" name="Google Shape;1384;p13"/>
          <p:cNvSpPr txBox="1"/>
          <p:nvPr>
            <p:ph type="title"/>
          </p:nvPr>
        </p:nvSpPr>
        <p:spPr>
          <a:xfrm>
            <a:off x="2073704" y="1595165"/>
            <a:ext cx="2340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85" name="Google Shape;1385;p13"/>
          <p:cNvSpPr txBox="1"/>
          <p:nvPr>
            <p:ph idx="1" type="subTitle"/>
          </p:nvPr>
        </p:nvSpPr>
        <p:spPr>
          <a:xfrm>
            <a:off x="2073704" y="1809966"/>
            <a:ext cx="2340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6" name="Google Shape;1386;p13"/>
          <p:cNvSpPr txBox="1"/>
          <p:nvPr>
            <p:ph idx="2" type="title"/>
          </p:nvPr>
        </p:nvSpPr>
        <p:spPr>
          <a:xfrm flipH="1">
            <a:off x="5645595" y="1595156"/>
            <a:ext cx="23409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87" name="Google Shape;1387;p13"/>
          <p:cNvSpPr txBox="1"/>
          <p:nvPr>
            <p:ph idx="3" type="subTitle"/>
          </p:nvPr>
        </p:nvSpPr>
        <p:spPr>
          <a:xfrm flipH="1">
            <a:off x="5645595" y="1809956"/>
            <a:ext cx="2340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8" name="Google Shape;1388;p13"/>
          <p:cNvSpPr txBox="1"/>
          <p:nvPr>
            <p:ph hasCustomPrompt="1" idx="4" type="title"/>
          </p:nvPr>
        </p:nvSpPr>
        <p:spPr>
          <a:xfrm>
            <a:off x="1169664" y="1748315"/>
            <a:ext cx="734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9" name="Google Shape;1389;p13"/>
          <p:cNvSpPr txBox="1"/>
          <p:nvPr>
            <p:ph hasCustomPrompt="1" idx="5" type="title"/>
          </p:nvPr>
        </p:nvSpPr>
        <p:spPr>
          <a:xfrm flipH="1">
            <a:off x="4739839" y="1748315"/>
            <a:ext cx="734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0" name="Google Shape;1390;p13"/>
          <p:cNvSpPr txBox="1"/>
          <p:nvPr>
            <p:ph idx="6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91" name="Google Shape;1391;p13"/>
          <p:cNvSpPr txBox="1"/>
          <p:nvPr>
            <p:ph idx="7" type="title"/>
          </p:nvPr>
        </p:nvSpPr>
        <p:spPr>
          <a:xfrm>
            <a:off x="2073704" y="3052048"/>
            <a:ext cx="2340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92" name="Google Shape;1392;p13"/>
          <p:cNvSpPr txBox="1"/>
          <p:nvPr>
            <p:ph idx="8" type="subTitle"/>
          </p:nvPr>
        </p:nvSpPr>
        <p:spPr>
          <a:xfrm>
            <a:off x="2073704" y="3268083"/>
            <a:ext cx="2340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3" name="Google Shape;1393;p13"/>
          <p:cNvSpPr txBox="1"/>
          <p:nvPr>
            <p:ph idx="9" type="title"/>
          </p:nvPr>
        </p:nvSpPr>
        <p:spPr>
          <a:xfrm flipH="1">
            <a:off x="5645595" y="3052049"/>
            <a:ext cx="23409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94" name="Google Shape;1394;p13"/>
          <p:cNvSpPr txBox="1"/>
          <p:nvPr>
            <p:ph idx="13" type="subTitle"/>
          </p:nvPr>
        </p:nvSpPr>
        <p:spPr>
          <a:xfrm flipH="1">
            <a:off x="5645595" y="3268084"/>
            <a:ext cx="2340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5" name="Google Shape;1395;p13"/>
          <p:cNvSpPr txBox="1"/>
          <p:nvPr>
            <p:ph hasCustomPrompt="1" idx="14" type="title"/>
          </p:nvPr>
        </p:nvSpPr>
        <p:spPr>
          <a:xfrm>
            <a:off x="1169664" y="3205815"/>
            <a:ext cx="734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6" name="Google Shape;1396;p13"/>
          <p:cNvSpPr txBox="1"/>
          <p:nvPr>
            <p:ph hasCustomPrompt="1" idx="15" type="title"/>
          </p:nvPr>
        </p:nvSpPr>
        <p:spPr>
          <a:xfrm flipH="1">
            <a:off x="4739839" y="3205815"/>
            <a:ext cx="734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397" name="Google Shape;1397;p13"/>
          <p:cNvGrpSpPr/>
          <p:nvPr/>
        </p:nvGrpSpPr>
        <p:grpSpPr>
          <a:xfrm>
            <a:off x="146057" y="152408"/>
            <a:ext cx="965604" cy="239081"/>
            <a:chOff x="4036326" y="-955475"/>
            <a:chExt cx="1775987" cy="439811"/>
          </a:xfrm>
        </p:grpSpPr>
        <p:sp>
          <p:nvSpPr>
            <p:cNvPr id="1398" name="Google Shape;1398;p13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3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0" name="Google Shape;1400;p13"/>
          <p:cNvGrpSpPr/>
          <p:nvPr/>
        </p:nvGrpSpPr>
        <p:grpSpPr>
          <a:xfrm>
            <a:off x="7986511" y="172169"/>
            <a:ext cx="734726" cy="181906"/>
            <a:chOff x="4036326" y="-955475"/>
            <a:chExt cx="1775987" cy="439811"/>
          </a:xfrm>
        </p:grpSpPr>
        <p:sp>
          <p:nvSpPr>
            <p:cNvPr id="1401" name="Google Shape;1401;p13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3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3"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4" name="Google Shape;1404;p14"/>
          <p:cNvGrpSpPr/>
          <p:nvPr/>
        </p:nvGrpSpPr>
        <p:grpSpPr>
          <a:xfrm>
            <a:off x="-2369883" y="4070300"/>
            <a:ext cx="11597767" cy="1073228"/>
            <a:chOff x="0" y="4070300"/>
            <a:chExt cx="11597767" cy="1073228"/>
          </a:xfrm>
        </p:grpSpPr>
        <p:sp>
          <p:nvSpPr>
            <p:cNvPr id="1405" name="Google Shape;1405;p14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4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4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4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4"/>
            <p:cNvSpPr/>
            <p:nvPr/>
          </p:nvSpPr>
          <p:spPr>
            <a:xfrm flipH="1">
              <a:off x="7731838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0" name="Google Shape;1410;p14"/>
          <p:cNvSpPr txBox="1"/>
          <p:nvPr>
            <p:ph type="title"/>
          </p:nvPr>
        </p:nvSpPr>
        <p:spPr>
          <a:xfrm>
            <a:off x="2341800" y="1312019"/>
            <a:ext cx="4460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1" name="Google Shape;1411;p14"/>
          <p:cNvSpPr txBox="1"/>
          <p:nvPr>
            <p:ph hasCustomPrompt="1" idx="2" type="title"/>
          </p:nvPr>
        </p:nvSpPr>
        <p:spPr>
          <a:xfrm>
            <a:off x="4114800" y="2905381"/>
            <a:ext cx="914400" cy="690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12" name="Google Shape;1412;p14"/>
          <p:cNvSpPr txBox="1"/>
          <p:nvPr>
            <p:ph idx="1" type="subTitle"/>
          </p:nvPr>
        </p:nvSpPr>
        <p:spPr>
          <a:xfrm>
            <a:off x="2343300" y="2152094"/>
            <a:ext cx="44574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13" name="Google Shape;1413;p14"/>
          <p:cNvGrpSpPr/>
          <p:nvPr/>
        </p:nvGrpSpPr>
        <p:grpSpPr>
          <a:xfrm>
            <a:off x="7699857" y="150720"/>
            <a:ext cx="965604" cy="239081"/>
            <a:chOff x="4036326" y="-955475"/>
            <a:chExt cx="1775987" cy="439811"/>
          </a:xfrm>
        </p:grpSpPr>
        <p:sp>
          <p:nvSpPr>
            <p:cNvPr id="1414" name="Google Shape;1414;p14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4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6" name="Google Shape;1416;p14"/>
          <p:cNvGrpSpPr/>
          <p:nvPr/>
        </p:nvGrpSpPr>
        <p:grpSpPr>
          <a:xfrm>
            <a:off x="-335343" y="996745"/>
            <a:ext cx="965604" cy="239081"/>
            <a:chOff x="4036326" y="-955475"/>
            <a:chExt cx="1775987" cy="439811"/>
          </a:xfrm>
        </p:grpSpPr>
        <p:sp>
          <p:nvSpPr>
            <p:cNvPr id="1417" name="Google Shape;1417;p14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4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9" name="Google Shape;1419;p14"/>
          <p:cNvGrpSpPr/>
          <p:nvPr/>
        </p:nvGrpSpPr>
        <p:grpSpPr>
          <a:xfrm>
            <a:off x="1904988" y="255580"/>
            <a:ext cx="1477088" cy="365703"/>
            <a:chOff x="4036326" y="-955475"/>
            <a:chExt cx="1775987" cy="439811"/>
          </a:xfrm>
        </p:grpSpPr>
        <p:sp>
          <p:nvSpPr>
            <p:cNvPr id="1420" name="Google Shape;1420;p14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4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2" name="Google Shape;1422;p14"/>
          <p:cNvGrpSpPr/>
          <p:nvPr/>
        </p:nvGrpSpPr>
        <p:grpSpPr>
          <a:xfrm>
            <a:off x="8340463" y="747417"/>
            <a:ext cx="1477088" cy="365703"/>
            <a:chOff x="4036326" y="-955475"/>
            <a:chExt cx="1775987" cy="439811"/>
          </a:xfrm>
        </p:grpSpPr>
        <p:sp>
          <p:nvSpPr>
            <p:cNvPr id="1423" name="Google Shape;1423;p14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4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4"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6" name="Google Shape;1426;p15"/>
          <p:cNvGrpSpPr/>
          <p:nvPr/>
        </p:nvGrpSpPr>
        <p:grpSpPr>
          <a:xfrm>
            <a:off x="-2433872" y="4070300"/>
            <a:ext cx="11597767" cy="1073228"/>
            <a:chOff x="0" y="4070300"/>
            <a:chExt cx="11597767" cy="1073228"/>
          </a:xfrm>
        </p:grpSpPr>
        <p:sp>
          <p:nvSpPr>
            <p:cNvPr id="1427" name="Google Shape;1427;p15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5"/>
            <p:cNvSpPr/>
            <p:nvPr/>
          </p:nvSpPr>
          <p:spPr>
            <a:xfrm>
              <a:off x="0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5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5"/>
            <p:cNvSpPr/>
            <p:nvPr/>
          </p:nvSpPr>
          <p:spPr>
            <a:xfrm>
              <a:off x="3865925" y="4070300"/>
              <a:ext cx="3865929" cy="1073228"/>
            </a:xfrm>
            <a:custGeom>
              <a:rect b="b" l="l" r="r" t="t"/>
              <a:pathLst>
                <a:path extrusionOk="0" fill="none" h="24826" w="89427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5"/>
            <p:cNvSpPr/>
            <p:nvPr/>
          </p:nvSpPr>
          <p:spPr>
            <a:xfrm flipH="1">
              <a:off x="7731838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2" name="Google Shape;1432;p15"/>
          <p:cNvGrpSpPr/>
          <p:nvPr/>
        </p:nvGrpSpPr>
        <p:grpSpPr>
          <a:xfrm flipH="1">
            <a:off x="7363986" y="3938138"/>
            <a:ext cx="811246" cy="1205364"/>
            <a:chOff x="8044750" y="-1789024"/>
            <a:chExt cx="811246" cy="1205364"/>
          </a:xfrm>
        </p:grpSpPr>
        <p:sp>
          <p:nvSpPr>
            <p:cNvPr id="1433" name="Google Shape;1433;p15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5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5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5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5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5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5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5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5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5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5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5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5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5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5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5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5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5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15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15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3" name="Google Shape;1453;p15"/>
          <p:cNvGrpSpPr/>
          <p:nvPr/>
        </p:nvGrpSpPr>
        <p:grpSpPr>
          <a:xfrm>
            <a:off x="8450625" y="3197463"/>
            <a:ext cx="665236" cy="1946062"/>
            <a:chOff x="8991157" y="-2384450"/>
            <a:chExt cx="665236" cy="1946062"/>
          </a:xfrm>
        </p:grpSpPr>
        <p:sp>
          <p:nvSpPr>
            <p:cNvPr id="1454" name="Google Shape;1454;p15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15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5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15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15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5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15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15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15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15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15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15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15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15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15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15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15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15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15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15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15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15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15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15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15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15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15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15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2" name="Google Shape;1482;p15"/>
          <p:cNvGrpSpPr/>
          <p:nvPr/>
        </p:nvGrpSpPr>
        <p:grpSpPr>
          <a:xfrm flipH="1">
            <a:off x="9325" y="3197463"/>
            <a:ext cx="665236" cy="1946062"/>
            <a:chOff x="8991157" y="-2384450"/>
            <a:chExt cx="665236" cy="1946062"/>
          </a:xfrm>
        </p:grpSpPr>
        <p:sp>
          <p:nvSpPr>
            <p:cNvPr id="1483" name="Google Shape;1483;p15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15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15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15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5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5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5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5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15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15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15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5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5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5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5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5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5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5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5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5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5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5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5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5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5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5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5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5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1" name="Google Shape;1511;p15"/>
          <p:cNvSpPr txBox="1"/>
          <p:nvPr>
            <p:ph type="title"/>
          </p:nvPr>
        </p:nvSpPr>
        <p:spPr>
          <a:xfrm>
            <a:off x="2034495" y="2950075"/>
            <a:ext cx="6163200" cy="45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2" name="Google Shape;1512;p15"/>
          <p:cNvSpPr txBox="1"/>
          <p:nvPr>
            <p:ph idx="1" type="subTitle"/>
          </p:nvPr>
        </p:nvSpPr>
        <p:spPr>
          <a:xfrm>
            <a:off x="2033375" y="974225"/>
            <a:ext cx="6165300" cy="19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13" name="Google Shape;1513;p15"/>
          <p:cNvGrpSpPr/>
          <p:nvPr/>
        </p:nvGrpSpPr>
        <p:grpSpPr>
          <a:xfrm>
            <a:off x="-851400" y="266738"/>
            <a:ext cx="1631075" cy="374250"/>
            <a:chOff x="1284050" y="-462000"/>
            <a:chExt cx="1631075" cy="374250"/>
          </a:xfrm>
        </p:grpSpPr>
        <p:sp>
          <p:nvSpPr>
            <p:cNvPr id="1514" name="Google Shape;1514;p15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5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5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7" name="Google Shape;1517;p15"/>
          <p:cNvGrpSpPr/>
          <p:nvPr/>
        </p:nvGrpSpPr>
        <p:grpSpPr>
          <a:xfrm>
            <a:off x="3748807" y="138495"/>
            <a:ext cx="965604" cy="239081"/>
            <a:chOff x="4036326" y="-955475"/>
            <a:chExt cx="1775987" cy="439811"/>
          </a:xfrm>
        </p:grpSpPr>
        <p:sp>
          <p:nvSpPr>
            <p:cNvPr id="1518" name="Google Shape;1518;p15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5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0" name="Google Shape;1520;p15"/>
          <p:cNvGrpSpPr/>
          <p:nvPr/>
        </p:nvGrpSpPr>
        <p:grpSpPr>
          <a:xfrm>
            <a:off x="7553332" y="92995"/>
            <a:ext cx="965604" cy="239081"/>
            <a:chOff x="4036326" y="-955475"/>
            <a:chExt cx="1775987" cy="439811"/>
          </a:xfrm>
        </p:grpSpPr>
        <p:sp>
          <p:nvSpPr>
            <p:cNvPr id="1521" name="Google Shape;1521;p15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5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2"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4" name="Google Shape;1524;p16"/>
          <p:cNvGrpSpPr/>
          <p:nvPr/>
        </p:nvGrpSpPr>
        <p:grpSpPr>
          <a:xfrm>
            <a:off x="-2069846" y="4070300"/>
            <a:ext cx="13131292" cy="1073228"/>
            <a:chOff x="-2069846" y="4070300"/>
            <a:chExt cx="13131292" cy="1073228"/>
          </a:xfrm>
        </p:grpSpPr>
        <p:sp>
          <p:nvSpPr>
            <p:cNvPr id="1525" name="Google Shape;1525;p16"/>
            <p:cNvSpPr/>
            <p:nvPr/>
          </p:nvSpPr>
          <p:spPr>
            <a:xfrm>
              <a:off x="-2069846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6"/>
            <p:cNvSpPr/>
            <p:nvPr/>
          </p:nvSpPr>
          <p:spPr>
            <a:xfrm flipH="1">
              <a:off x="7195517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6"/>
            <p:cNvSpPr/>
            <p:nvPr/>
          </p:nvSpPr>
          <p:spPr>
            <a:xfrm>
              <a:off x="1685600" y="4593900"/>
              <a:ext cx="55857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8" name="Google Shape;1528;p16"/>
          <p:cNvGrpSpPr/>
          <p:nvPr/>
        </p:nvGrpSpPr>
        <p:grpSpPr>
          <a:xfrm flipH="1">
            <a:off x="-66875" y="3197463"/>
            <a:ext cx="665236" cy="1946062"/>
            <a:chOff x="8991157" y="-2384450"/>
            <a:chExt cx="665236" cy="1946062"/>
          </a:xfrm>
        </p:grpSpPr>
        <p:sp>
          <p:nvSpPr>
            <p:cNvPr id="1529" name="Google Shape;1529;p16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6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6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6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16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6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6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6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6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6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6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6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6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6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6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6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6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6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6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6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6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16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16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6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6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6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6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6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7" name="Google Shape;1557;p16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558" name="Google Shape;1558;p16"/>
          <p:cNvGrpSpPr/>
          <p:nvPr/>
        </p:nvGrpSpPr>
        <p:grpSpPr>
          <a:xfrm>
            <a:off x="720007" y="126670"/>
            <a:ext cx="965604" cy="239081"/>
            <a:chOff x="4036326" y="-955475"/>
            <a:chExt cx="1775987" cy="439811"/>
          </a:xfrm>
        </p:grpSpPr>
        <p:sp>
          <p:nvSpPr>
            <p:cNvPr id="1559" name="Google Shape;1559;p16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6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1" name="Google Shape;1561;p16"/>
          <p:cNvGrpSpPr/>
          <p:nvPr/>
        </p:nvGrpSpPr>
        <p:grpSpPr>
          <a:xfrm>
            <a:off x="7553332" y="92995"/>
            <a:ext cx="965604" cy="239081"/>
            <a:chOff x="4036326" y="-955475"/>
            <a:chExt cx="1775987" cy="439811"/>
          </a:xfrm>
        </p:grpSpPr>
        <p:sp>
          <p:nvSpPr>
            <p:cNvPr id="1562" name="Google Shape;1562;p16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6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4" name="Google Shape;1564;p16"/>
          <p:cNvGrpSpPr/>
          <p:nvPr/>
        </p:nvGrpSpPr>
        <p:grpSpPr>
          <a:xfrm flipH="1">
            <a:off x="8384549" y="3132754"/>
            <a:ext cx="764487" cy="2010759"/>
            <a:chOff x="9765662" y="-2191721"/>
            <a:chExt cx="764487" cy="2010759"/>
          </a:xfrm>
        </p:grpSpPr>
        <p:sp>
          <p:nvSpPr>
            <p:cNvPr id="1565" name="Google Shape;1565;p16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16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6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6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6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16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16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16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16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16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16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16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16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16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16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16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16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16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16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16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6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16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16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16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16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16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16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16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16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16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16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16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16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16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16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16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16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16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16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16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16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16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16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16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16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16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16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16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16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16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16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16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16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16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16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16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16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16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16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16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16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16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16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16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16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16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16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16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16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16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16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16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6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16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16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16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16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16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16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16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16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6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16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16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16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16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16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2_1"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7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654" name="Google Shape;1654;p17"/>
          <p:cNvGrpSpPr/>
          <p:nvPr/>
        </p:nvGrpSpPr>
        <p:grpSpPr>
          <a:xfrm>
            <a:off x="8221775" y="70900"/>
            <a:ext cx="1631075" cy="374250"/>
            <a:chOff x="1284050" y="-462000"/>
            <a:chExt cx="1631075" cy="374250"/>
          </a:xfrm>
        </p:grpSpPr>
        <p:sp>
          <p:nvSpPr>
            <p:cNvPr id="1655" name="Google Shape;1655;p17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17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17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8" name="Google Shape;1658;p17"/>
          <p:cNvGrpSpPr/>
          <p:nvPr/>
        </p:nvGrpSpPr>
        <p:grpSpPr>
          <a:xfrm>
            <a:off x="230432" y="138495"/>
            <a:ext cx="965604" cy="239081"/>
            <a:chOff x="4036326" y="-955475"/>
            <a:chExt cx="1775987" cy="439811"/>
          </a:xfrm>
        </p:grpSpPr>
        <p:sp>
          <p:nvSpPr>
            <p:cNvPr id="1659" name="Google Shape;1659;p17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17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17"/>
          <p:cNvGrpSpPr/>
          <p:nvPr/>
        </p:nvGrpSpPr>
        <p:grpSpPr>
          <a:xfrm>
            <a:off x="-2679446" y="4070300"/>
            <a:ext cx="11823421" cy="1073228"/>
            <a:chOff x="-622046" y="4070300"/>
            <a:chExt cx="11823421" cy="1073228"/>
          </a:xfrm>
        </p:grpSpPr>
        <p:sp>
          <p:nvSpPr>
            <p:cNvPr id="1662" name="Google Shape;1662;p17"/>
            <p:cNvSpPr/>
            <p:nvPr/>
          </p:nvSpPr>
          <p:spPr>
            <a:xfrm>
              <a:off x="-622046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17"/>
            <p:cNvSpPr/>
            <p:nvPr/>
          </p:nvSpPr>
          <p:spPr>
            <a:xfrm>
              <a:off x="3243875" y="4724675"/>
              <a:ext cx="7957500" cy="417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4" name="Google Shape;1664;p17"/>
          <p:cNvSpPr/>
          <p:nvPr/>
        </p:nvSpPr>
        <p:spPr>
          <a:xfrm>
            <a:off x="8430779" y="4062813"/>
            <a:ext cx="3865929" cy="1073228"/>
          </a:xfrm>
          <a:custGeom>
            <a:rect b="b" l="l" r="r" t="t"/>
            <a:pathLst>
              <a:path extrusionOk="0" h="24826" w="89427">
                <a:moveTo>
                  <a:pt x="53404" y="0"/>
                </a:moveTo>
                <a:lnTo>
                  <a:pt x="53404" y="1827"/>
                </a:lnTo>
                <a:lnTo>
                  <a:pt x="50682" y="1827"/>
                </a:lnTo>
                <a:lnTo>
                  <a:pt x="50682" y="5191"/>
                </a:lnTo>
                <a:lnTo>
                  <a:pt x="48271" y="5191"/>
                </a:lnTo>
                <a:lnTo>
                  <a:pt x="46036" y="3966"/>
                </a:lnTo>
                <a:lnTo>
                  <a:pt x="46036" y="1186"/>
                </a:lnTo>
                <a:lnTo>
                  <a:pt x="37540" y="1186"/>
                </a:lnTo>
                <a:lnTo>
                  <a:pt x="37540" y="6921"/>
                </a:lnTo>
                <a:lnTo>
                  <a:pt x="32330" y="6921"/>
                </a:lnTo>
                <a:lnTo>
                  <a:pt x="32330" y="680"/>
                </a:lnTo>
                <a:lnTo>
                  <a:pt x="26887" y="680"/>
                </a:lnTo>
                <a:lnTo>
                  <a:pt x="26887" y="4238"/>
                </a:lnTo>
                <a:lnTo>
                  <a:pt x="20141" y="4238"/>
                </a:lnTo>
                <a:lnTo>
                  <a:pt x="20141" y="6065"/>
                </a:lnTo>
                <a:lnTo>
                  <a:pt x="16894" y="6065"/>
                </a:lnTo>
                <a:lnTo>
                  <a:pt x="16894" y="4394"/>
                </a:lnTo>
                <a:lnTo>
                  <a:pt x="15281" y="4394"/>
                </a:lnTo>
                <a:lnTo>
                  <a:pt x="15281" y="7912"/>
                </a:lnTo>
                <a:lnTo>
                  <a:pt x="11218" y="7912"/>
                </a:lnTo>
                <a:lnTo>
                  <a:pt x="9604" y="8787"/>
                </a:lnTo>
                <a:lnTo>
                  <a:pt x="5444" y="8787"/>
                </a:lnTo>
                <a:lnTo>
                  <a:pt x="5444" y="17594"/>
                </a:lnTo>
                <a:lnTo>
                  <a:pt x="0" y="17594"/>
                </a:lnTo>
                <a:lnTo>
                  <a:pt x="0" y="24826"/>
                </a:lnTo>
                <a:lnTo>
                  <a:pt x="89427" y="24826"/>
                </a:lnTo>
                <a:lnTo>
                  <a:pt x="89427" y="15028"/>
                </a:lnTo>
                <a:lnTo>
                  <a:pt x="80698" y="15028"/>
                </a:lnTo>
                <a:lnTo>
                  <a:pt x="80698" y="10381"/>
                </a:lnTo>
                <a:lnTo>
                  <a:pt x="78579" y="10381"/>
                </a:lnTo>
                <a:lnTo>
                  <a:pt x="78579" y="4666"/>
                </a:lnTo>
                <a:lnTo>
                  <a:pt x="76421" y="4666"/>
                </a:lnTo>
                <a:lnTo>
                  <a:pt x="76421" y="9429"/>
                </a:lnTo>
                <a:lnTo>
                  <a:pt x="74963" y="9429"/>
                </a:lnTo>
                <a:lnTo>
                  <a:pt x="74963" y="7854"/>
                </a:lnTo>
                <a:lnTo>
                  <a:pt x="71581" y="7854"/>
                </a:lnTo>
                <a:lnTo>
                  <a:pt x="71581" y="6202"/>
                </a:lnTo>
                <a:lnTo>
                  <a:pt x="66137" y="6202"/>
                </a:lnTo>
                <a:lnTo>
                  <a:pt x="66137" y="4530"/>
                </a:lnTo>
                <a:lnTo>
                  <a:pt x="55873" y="4530"/>
                </a:lnTo>
                <a:lnTo>
                  <a:pt x="5587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5" name="Google Shape;1665;p17"/>
          <p:cNvGrpSpPr/>
          <p:nvPr/>
        </p:nvGrpSpPr>
        <p:grpSpPr>
          <a:xfrm>
            <a:off x="144256" y="3785686"/>
            <a:ext cx="469258" cy="1372752"/>
            <a:chOff x="8991157" y="-2384450"/>
            <a:chExt cx="665236" cy="1946062"/>
          </a:xfrm>
        </p:grpSpPr>
        <p:sp>
          <p:nvSpPr>
            <p:cNvPr id="1666" name="Google Shape;1666;p17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7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7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7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7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7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17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17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17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17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17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17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17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17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17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17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17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17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7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17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17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7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17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17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17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7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17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17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4" name="Google Shape;1694;p17"/>
          <p:cNvGrpSpPr/>
          <p:nvPr/>
        </p:nvGrpSpPr>
        <p:grpSpPr>
          <a:xfrm>
            <a:off x="8533581" y="3785686"/>
            <a:ext cx="469258" cy="1372752"/>
            <a:chOff x="8991157" y="-2384450"/>
            <a:chExt cx="665236" cy="1946062"/>
          </a:xfrm>
        </p:grpSpPr>
        <p:sp>
          <p:nvSpPr>
            <p:cNvPr id="1695" name="Google Shape;1695;p17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17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17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17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17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17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17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17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17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17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17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17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17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17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17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17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17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17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17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17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17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17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17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17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17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17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17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17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4"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4" name="Google Shape;1724;p18"/>
          <p:cNvGrpSpPr/>
          <p:nvPr/>
        </p:nvGrpSpPr>
        <p:grpSpPr>
          <a:xfrm>
            <a:off x="-622046" y="4070300"/>
            <a:ext cx="10388092" cy="1073228"/>
            <a:chOff x="-622046" y="4070300"/>
            <a:chExt cx="10388092" cy="1073228"/>
          </a:xfrm>
        </p:grpSpPr>
        <p:sp>
          <p:nvSpPr>
            <p:cNvPr id="1725" name="Google Shape;1725;p18"/>
            <p:cNvSpPr/>
            <p:nvPr/>
          </p:nvSpPr>
          <p:spPr>
            <a:xfrm>
              <a:off x="-622046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18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18"/>
            <p:cNvSpPr/>
            <p:nvPr/>
          </p:nvSpPr>
          <p:spPr>
            <a:xfrm>
              <a:off x="3243875" y="4593900"/>
              <a:ext cx="26562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8" name="Google Shape;1728;p18"/>
          <p:cNvGrpSpPr/>
          <p:nvPr/>
        </p:nvGrpSpPr>
        <p:grpSpPr>
          <a:xfrm>
            <a:off x="191804" y="3197463"/>
            <a:ext cx="665236" cy="1946062"/>
            <a:chOff x="8991157" y="-2384450"/>
            <a:chExt cx="665236" cy="1946062"/>
          </a:xfrm>
        </p:grpSpPr>
        <p:sp>
          <p:nvSpPr>
            <p:cNvPr id="1729" name="Google Shape;1729;p18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18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18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18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18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18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18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18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18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18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18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18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18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18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18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18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18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18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18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18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18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18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18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18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18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18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18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18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7" name="Google Shape;1757;p18"/>
          <p:cNvSpPr txBox="1"/>
          <p:nvPr>
            <p:ph type="title"/>
          </p:nvPr>
        </p:nvSpPr>
        <p:spPr>
          <a:xfrm>
            <a:off x="738830" y="1974100"/>
            <a:ext cx="39582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58" name="Google Shape;1758;p18"/>
          <p:cNvSpPr txBox="1"/>
          <p:nvPr>
            <p:ph idx="1" type="subTitle"/>
          </p:nvPr>
        </p:nvSpPr>
        <p:spPr>
          <a:xfrm>
            <a:off x="739495" y="2438000"/>
            <a:ext cx="39570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59" name="Google Shape;1759;p18"/>
          <p:cNvGrpSpPr/>
          <p:nvPr/>
        </p:nvGrpSpPr>
        <p:grpSpPr>
          <a:xfrm>
            <a:off x="-329737" y="541042"/>
            <a:ext cx="1477088" cy="365703"/>
            <a:chOff x="4036326" y="-955475"/>
            <a:chExt cx="1775987" cy="439811"/>
          </a:xfrm>
        </p:grpSpPr>
        <p:sp>
          <p:nvSpPr>
            <p:cNvPr id="1760" name="Google Shape;1760;p18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18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2" name="Google Shape;1762;p18"/>
          <p:cNvGrpSpPr/>
          <p:nvPr/>
        </p:nvGrpSpPr>
        <p:grpSpPr>
          <a:xfrm>
            <a:off x="6569788" y="173792"/>
            <a:ext cx="1477088" cy="365703"/>
            <a:chOff x="4036326" y="-955475"/>
            <a:chExt cx="1775987" cy="439811"/>
          </a:xfrm>
        </p:grpSpPr>
        <p:sp>
          <p:nvSpPr>
            <p:cNvPr id="1763" name="Google Shape;1763;p18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18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5" name="Google Shape;1765;p18"/>
          <p:cNvGrpSpPr/>
          <p:nvPr/>
        </p:nvGrpSpPr>
        <p:grpSpPr>
          <a:xfrm>
            <a:off x="8533581" y="3785686"/>
            <a:ext cx="469258" cy="1372752"/>
            <a:chOff x="8991157" y="-2384450"/>
            <a:chExt cx="665236" cy="1946062"/>
          </a:xfrm>
        </p:grpSpPr>
        <p:sp>
          <p:nvSpPr>
            <p:cNvPr id="1766" name="Google Shape;1766;p18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18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18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18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18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18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18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18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18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18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18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18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18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18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18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18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18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18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18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18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18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18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18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18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18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18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18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18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5" name="Google Shape;1795;p19"/>
          <p:cNvGrpSpPr/>
          <p:nvPr/>
        </p:nvGrpSpPr>
        <p:grpSpPr>
          <a:xfrm>
            <a:off x="0" y="4070300"/>
            <a:ext cx="9156446" cy="1073228"/>
            <a:chOff x="609600" y="4070300"/>
            <a:chExt cx="9156446" cy="1073228"/>
          </a:xfrm>
        </p:grpSpPr>
        <p:sp>
          <p:nvSpPr>
            <p:cNvPr id="1796" name="Google Shape;1796;p19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19"/>
            <p:cNvSpPr/>
            <p:nvPr/>
          </p:nvSpPr>
          <p:spPr>
            <a:xfrm>
              <a:off x="609600" y="4593900"/>
              <a:ext cx="52905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8" name="Google Shape;1798;p19"/>
          <p:cNvGrpSpPr/>
          <p:nvPr/>
        </p:nvGrpSpPr>
        <p:grpSpPr>
          <a:xfrm>
            <a:off x="8098162" y="3172838"/>
            <a:ext cx="665236" cy="1946062"/>
            <a:chOff x="8991157" y="-2384450"/>
            <a:chExt cx="665236" cy="1946062"/>
          </a:xfrm>
        </p:grpSpPr>
        <p:sp>
          <p:nvSpPr>
            <p:cNvPr id="1799" name="Google Shape;1799;p19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19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19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19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19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19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19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19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19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19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19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19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19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19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19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19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19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19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19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19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19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19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19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19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19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19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19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19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7" name="Google Shape;1827;p19"/>
          <p:cNvSpPr txBox="1"/>
          <p:nvPr>
            <p:ph type="title"/>
          </p:nvPr>
        </p:nvSpPr>
        <p:spPr>
          <a:xfrm>
            <a:off x="4458540" y="1975104"/>
            <a:ext cx="39594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28" name="Google Shape;1828;p19"/>
          <p:cNvSpPr txBox="1"/>
          <p:nvPr>
            <p:ph idx="1" type="subTitle"/>
          </p:nvPr>
        </p:nvSpPr>
        <p:spPr>
          <a:xfrm>
            <a:off x="4459358" y="2441448"/>
            <a:ext cx="39582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29" name="Google Shape;1829;p19"/>
          <p:cNvGrpSpPr/>
          <p:nvPr/>
        </p:nvGrpSpPr>
        <p:grpSpPr>
          <a:xfrm>
            <a:off x="344257" y="150745"/>
            <a:ext cx="965604" cy="239081"/>
            <a:chOff x="4036326" y="-955475"/>
            <a:chExt cx="1775987" cy="439811"/>
          </a:xfrm>
        </p:grpSpPr>
        <p:sp>
          <p:nvSpPr>
            <p:cNvPr id="1830" name="Google Shape;1830;p19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19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2" name="Google Shape;1832;p19"/>
          <p:cNvGrpSpPr/>
          <p:nvPr/>
        </p:nvGrpSpPr>
        <p:grpSpPr>
          <a:xfrm>
            <a:off x="8230563" y="800092"/>
            <a:ext cx="1477088" cy="365703"/>
            <a:chOff x="4036326" y="-955475"/>
            <a:chExt cx="1775987" cy="439811"/>
          </a:xfrm>
        </p:grpSpPr>
        <p:sp>
          <p:nvSpPr>
            <p:cNvPr id="1833" name="Google Shape;1833;p19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19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1"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6" name="Google Shape;1836;p20"/>
          <p:cNvGrpSpPr/>
          <p:nvPr/>
        </p:nvGrpSpPr>
        <p:grpSpPr>
          <a:xfrm>
            <a:off x="-622046" y="4070300"/>
            <a:ext cx="10388092" cy="1073228"/>
            <a:chOff x="-622046" y="4070300"/>
            <a:chExt cx="10388092" cy="1073228"/>
          </a:xfrm>
        </p:grpSpPr>
        <p:sp>
          <p:nvSpPr>
            <p:cNvPr id="1837" name="Google Shape;1837;p20"/>
            <p:cNvSpPr/>
            <p:nvPr/>
          </p:nvSpPr>
          <p:spPr>
            <a:xfrm>
              <a:off x="-622046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20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0"/>
            <p:cNvSpPr/>
            <p:nvPr/>
          </p:nvSpPr>
          <p:spPr>
            <a:xfrm>
              <a:off x="3243875" y="4593900"/>
              <a:ext cx="26562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0" name="Google Shape;1840;p20"/>
          <p:cNvSpPr txBox="1"/>
          <p:nvPr>
            <p:ph type="title"/>
          </p:nvPr>
        </p:nvSpPr>
        <p:spPr>
          <a:xfrm>
            <a:off x="1068388" y="1437175"/>
            <a:ext cx="3733200" cy="144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41" name="Google Shape;1841;p20"/>
          <p:cNvSpPr txBox="1"/>
          <p:nvPr>
            <p:ph idx="1" type="subTitle"/>
          </p:nvPr>
        </p:nvSpPr>
        <p:spPr>
          <a:xfrm>
            <a:off x="1069154" y="2974925"/>
            <a:ext cx="373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2" name="Google Shape;1842;p20"/>
          <p:cNvSpPr/>
          <p:nvPr>
            <p:ph idx="2" type="pic"/>
          </p:nvPr>
        </p:nvSpPr>
        <p:spPr>
          <a:xfrm>
            <a:off x="5166212" y="1117050"/>
            <a:ext cx="2909400" cy="2909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843" name="Google Shape;1843;p20"/>
          <p:cNvGrpSpPr/>
          <p:nvPr/>
        </p:nvGrpSpPr>
        <p:grpSpPr>
          <a:xfrm>
            <a:off x="598232" y="150720"/>
            <a:ext cx="965604" cy="239081"/>
            <a:chOff x="4036326" y="-955475"/>
            <a:chExt cx="1775987" cy="439811"/>
          </a:xfrm>
        </p:grpSpPr>
        <p:sp>
          <p:nvSpPr>
            <p:cNvPr id="1844" name="Google Shape;1844;p20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0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6" name="Google Shape;1846;p20"/>
          <p:cNvGrpSpPr/>
          <p:nvPr/>
        </p:nvGrpSpPr>
        <p:grpSpPr>
          <a:xfrm>
            <a:off x="7684071" y="169755"/>
            <a:ext cx="1493428" cy="369749"/>
            <a:chOff x="4036326" y="-955475"/>
            <a:chExt cx="1775987" cy="439811"/>
          </a:xfrm>
        </p:grpSpPr>
        <p:sp>
          <p:nvSpPr>
            <p:cNvPr id="1847" name="Google Shape;1847;p20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0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9" name="Google Shape;1849;p20"/>
          <p:cNvGrpSpPr/>
          <p:nvPr/>
        </p:nvGrpSpPr>
        <p:grpSpPr>
          <a:xfrm>
            <a:off x="91431" y="3770761"/>
            <a:ext cx="469258" cy="1372752"/>
            <a:chOff x="8991157" y="-2384450"/>
            <a:chExt cx="665236" cy="1946062"/>
          </a:xfrm>
        </p:grpSpPr>
        <p:sp>
          <p:nvSpPr>
            <p:cNvPr id="1850" name="Google Shape;1850;p20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0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0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0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0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0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0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0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0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0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0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0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0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0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0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0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0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0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0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0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0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0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0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0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0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0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0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0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4_2"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9" name="Google Shape;1879;p21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1880" name="Google Shape;1880;p21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1881" name="Google Shape;1881;p21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21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83" name="Google Shape;1883;p21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4" name="Google Shape;1884;p21"/>
          <p:cNvSpPr txBox="1"/>
          <p:nvPr>
            <p:ph idx="1" type="subTitle"/>
          </p:nvPr>
        </p:nvSpPr>
        <p:spPr>
          <a:xfrm>
            <a:off x="4635900" y="1363650"/>
            <a:ext cx="3286200" cy="27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85" name="Google Shape;1885;p21"/>
          <p:cNvSpPr txBox="1"/>
          <p:nvPr>
            <p:ph idx="2" type="subTitle"/>
          </p:nvPr>
        </p:nvSpPr>
        <p:spPr>
          <a:xfrm>
            <a:off x="1221900" y="1363650"/>
            <a:ext cx="3286800" cy="27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86" name="Google Shape;1886;p21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887" name="Google Shape;1887;p21"/>
          <p:cNvGrpSpPr/>
          <p:nvPr/>
        </p:nvGrpSpPr>
        <p:grpSpPr>
          <a:xfrm>
            <a:off x="8518032" y="202870"/>
            <a:ext cx="965604" cy="239081"/>
            <a:chOff x="4036326" y="-955475"/>
            <a:chExt cx="1775987" cy="439811"/>
          </a:xfrm>
        </p:grpSpPr>
        <p:sp>
          <p:nvSpPr>
            <p:cNvPr id="1888" name="Google Shape;1888;p21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1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0" name="Google Shape;1890;p21"/>
          <p:cNvGrpSpPr/>
          <p:nvPr/>
        </p:nvGrpSpPr>
        <p:grpSpPr>
          <a:xfrm>
            <a:off x="230432" y="202870"/>
            <a:ext cx="965604" cy="239081"/>
            <a:chOff x="4036326" y="-955475"/>
            <a:chExt cx="1775987" cy="439811"/>
          </a:xfrm>
        </p:grpSpPr>
        <p:sp>
          <p:nvSpPr>
            <p:cNvPr id="1891" name="Google Shape;1891;p21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1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3" name="Google Shape;1893;p21"/>
          <p:cNvGrpSpPr/>
          <p:nvPr/>
        </p:nvGrpSpPr>
        <p:grpSpPr>
          <a:xfrm>
            <a:off x="8483800" y="3197463"/>
            <a:ext cx="665236" cy="1946062"/>
            <a:chOff x="8991157" y="-2384450"/>
            <a:chExt cx="665236" cy="1946062"/>
          </a:xfrm>
        </p:grpSpPr>
        <p:sp>
          <p:nvSpPr>
            <p:cNvPr id="1894" name="Google Shape;1894;p21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1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1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1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1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1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1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1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1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1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1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1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1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1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21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21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1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1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1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1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1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21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21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21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21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21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21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21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2" name="Google Shape;1922;p21"/>
          <p:cNvGrpSpPr/>
          <p:nvPr/>
        </p:nvGrpSpPr>
        <p:grpSpPr>
          <a:xfrm flipH="1">
            <a:off x="-219276" y="3132754"/>
            <a:ext cx="764487" cy="2010759"/>
            <a:chOff x="9765662" y="-2191721"/>
            <a:chExt cx="764487" cy="2010759"/>
          </a:xfrm>
        </p:grpSpPr>
        <p:sp>
          <p:nvSpPr>
            <p:cNvPr id="1923" name="Google Shape;1923;p21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21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21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21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21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21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21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21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21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1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1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1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1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1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21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21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1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1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1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1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1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1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1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1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1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1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1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1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1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1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1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1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1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1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1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1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1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1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1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1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1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1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1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1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1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1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1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1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1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1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1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1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1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1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1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1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1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1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1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1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1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1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1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1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1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1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1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1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1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1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1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1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1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1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1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1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1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1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1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1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1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1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1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1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1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1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1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4_2_1"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1" name="Google Shape;2011;p22"/>
          <p:cNvGrpSpPr/>
          <p:nvPr/>
        </p:nvGrpSpPr>
        <p:grpSpPr>
          <a:xfrm>
            <a:off x="-12446" y="4070300"/>
            <a:ext cx="9245092" cy="1073228"/>
            <a:chOff x="-12446" y="4070300"/>
            <a:chExt cx="9245092" cy="1073228"/>
          </a:xfrm>
        </p:grpSpPr>
        <p:sp>
          <p:nvSpPr>
            <p:cNvPr id="2012" name="Google Shape;2012;p22"/>
            <p:cNvSpPr/>
            <p:nvPr/>
          </p:nvSpPr>
          <p:spPr>
            <a:xfrm>
              <a:off x="-12446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2"/>
            <p:cNvSpPr/>
            <p:nvPr/>
          </p:nvSpPr>
          <p:spPr>
            <a:xfrm flipH="1">
              <a:off x="5366717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2"/>
            <p:cNvSpPr/>
            <p:nvPr/>
          </p:nvSpPr>
          <p:spPr>
            <a:xfrm>
              <a:off x="1685600" y="4593900"/>
              <a:ext cx="55857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5" name="Google Shape;2015;p22"/>
          <p:cNvGrpSpPr/>
          <p:nvPr/>
        </p:nvGrpSpPr>
        <p:grpSpPr>
          <a:xfrm>
            <a:off x="8636200" y="3197463"/>
            <a:ext cx="665236" cy="1946062"/>
            <a:chOff x="8991157" y="-2384450"/>
            <a:chExt cx="665236" cy="1946062"/>
          </a:xfrm>
        </p:grpSpPr>
        <p:sp>
          <p:nvSpPr>
            <p:cNvPr id="2016" name="Google Shape;2016;p22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2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22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22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2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2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2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2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22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2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2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2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2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2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2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2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2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2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2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2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2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2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2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2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2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2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2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2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4" name="Google Shape;2044;p22"/>
          <p:cNvSpPr txBox="1"/>
          <p:nvPr>
            <p:ph type="title"/>
          </p:nvPr>
        </p:nvSpPr>
        <p:spPr>
          <a:xfrm>
            <a:off x="2903824" y="2776655"/>
            <a:ext cx="425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45" name="Google Shape;2045;p22"/>
          <p:cNvSpPr txBox="1"/>
          <p:nvPr>
            <p:ph idx="2" type="title"/>
          </p:nvPr>
        </p:nvSpPr>
        <p:spPr>
          <a:xfrm>
            <a:off x="2904274" y="1450845"/>
            <a:ext cx="425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46" name="Google Shape;2046;p22"/>
          <p:cNvSpPr txBox="1"/>
          <p:nvPr>
            <p:ph idx="1" type="subTitle"/>
          </p:nvPr>
        </p:nvSpPr>
        <p:spPr>
          <a:xfrm>
            <a:off x="2904274" y="1667472"/>
            <a:ext cx="42564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47" name="Google Shape;2047;p22"/>
          <p:cNvSpPr txBox="1"/>
          <p:nvPr>
            <p:ph idx="3" type="subTitle"/>
          </p:nvPr>
        </p:nvSpPr>
        <p:spPr>
          <a:xfrm>
            <a:off x="2903824" y="2993281"/>
            <a:ext cx="42573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48" name="Google Shape;2048;p22"/>
          <p:cNvSpPr txBox="1"/>
          <p:nvPr>
            <p:ph idx="4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049" name="Google Shape;2049;p22"/>
          <p:cNvGrpSpPr/>
          <p:nvPr/>
        </p:nvGrpSpPr>
        <p:grpSpPr>
          <a:xfrm>
            <a:off x="8518925" y="730763"/>
            <a:ext cx="1631075" cy="374250"/>
            <a:chOff x="1284050" y="-462000"/>
            <a:chExt cx="1631075" cy="374250"/>
          </a:xfrm>
        </p:grpSpPr>
        <p:sp>
          <p:nvSpPr>
            <p:cNvPr id="2050" name="Google Shape;2050;p22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2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2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3" name="Google Shape;2053;p22"/>
          <p:cNvGrpSpPr/>
          <p:nvPr/>
        </p:nvGrpSpPr>
        <p:grpSpPr>
          <a:xfrm>
            <a:off x="-721200" y="254513"/>
            <a:ext cx="1631075" cy="374250"/>
            <a:chOff x="1284050" y="-462000"/>
            <a:chExt cx="1631075" cy="374250"/>
          </a:xfrm>
        </p:grpSpPr>
        <p:sp>
          <p:nvSpPr>
            <p:cNvPr id="2054" name="Google Shape;2054;p22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2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2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7" name="Google Shape;2057;p22"/>
          <p:cNvGrpSpPr/>
          <p:nvPr/>
        </p:nvGrpSpPr>
        <p:grpSpPr>
          <a:xfrm flipH="1">
            <a:off x="282973" y="3938138"/>
            <a:ext cx="811246" cy="1205364"/>
            <a:chOff x="8044750" y="-1789024"/>
            <a:chExt cx="811246" cy="1205364"/>
          </a:xfrm>
        </p:grpSpPr>
        <p:sp>
          <p:nvSpPr>
            <p:cNvPr id="2058" name="Google Shape;2058;p22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2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2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2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2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2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2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2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2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2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2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2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2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2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2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2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2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2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2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2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8" name="Google Shape;2078;p22"/>
          <p:cNvGrpSpPr/>
          <p:nvPr/>
        </p:nvGrpSpPr>
        <p:grpSpPr>
          <a:xfrm flipH="1">
            <a:off x="7548248" y="3938138"/>
            <a:ext cx="811246" cy="1205364"/>
            <a:chOff x="8044750" y="-1789024"/>
            <a:chExt cx="811246" cy="1205364"/>
          </a:xfrm>
        </p:grpSpPr>
        <p:sp>
          <p:nvSpPr>
            <p:cNvPr id="2079" name="Google Shape;2079;p22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2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2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2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2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2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2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2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2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2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2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2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2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2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2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2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2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2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2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2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4_2_1_1"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Google Shape;2100;p23"/>
          <p:cNvGrpSpPr/>
          <p:nvPr/>
        </p:nvGrpSpPr>
        <p:grpSpPr>
          <a:xfrm>
            <a:off x="-622046" y="4070300"/>
            <a:ext cx="10388092" cy="1073228"/>
            <a:chOff x="-622046" y="4070300"/>
            <a:chExt cx="10388092" cy="1073228"/>
          </a:xfrm>
        </p:grpSpPr>
        <p:sp>
          <p:nvSpPr>
            <p:cNvPr id="2101" name="Google Shape;2101;p23"/>
            <p:cNvSpPr/>
            <p:nvPr/>
          </p:nvSpPr>
          <p:spPr>
            <a:xfrm>
              <a:off x="-622046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3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3"/>
            <p:cNvSpPr/>
            <p:nvPr/>
          </p:nvSpPr>
          <p:spPr>
            <a:xfrm>
              <a:off x="3243875" y="4593900"/>
              <a:ext cx="26562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4" name="Google Shape;2104;p23"/>
          <p:cNvGrpSpPr/>
          <p:nvPr/>
        </p:nvGrpSpPr>
        <p:grpSpPr>
          <a:xfrm flipH="1">
            <a:off x="-143075" y="3197463"/>
            <a:ext cx="665236" cy="1946062"/>
            <a:chOff x="8991157" y="-2384450"/>
            <a:chExt cx="665236" cy="1946062"/>
          </a:xfrm>
        </p:grpSpPr>
        <p:sp>
          <p:nvSpPr>
            <p:cNvPr id="2105" name="Google Shape;2105;p23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3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3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3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3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3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23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23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23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23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3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3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3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3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3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3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3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3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3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3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3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3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3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3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3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3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3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3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3" name="Google Shape;2133;p23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4" name="Google Shape;2134;p23"/>
          <p:cNvSpPr txBox="1"/>
          <p:nvPr>
            <p:ph idx="1" type="body"/>
          </p:nvPr>
        </p:nvSpPr>
        <p:spPr>
          <a:xfrm>
            <a:off x="794950" y="1008000"/>
            <a:ext cx="3749400" cy="35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135" name="Google Shape;2135;p23"/>
          <p:cNvSpPr txBox="1"/>
          <p:nvPr>
            <p:ph idx="2" type="body"/>
          </p:nvPr>
        </p:nvSpPr>
        <p:spPr>
          <a:xfrm>
            <a:off x="4599650" y="1008000"/>
            <a:ext cx="3749400" cy="35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grpSp>
        <p:nvGrpSpPr>
          <p:cNvPr id="2136" name="Google Shape;2136;p23"/>
          <p:cNvGrpSpPr/>
          <p:nvPr/>
        </p:nvGrpSpPr>
        <p:grpSpPr>
          <a:xfrm>
            <a:off x="7383457" y="126670"/>
            <a:ext cx="965604" cy="239081"/>
            <a:chOff x="4036326" y="-955475"/>
            <a:chExt cx="1775987" cy="439811"/>
          </a:xfrm>
        </p:grpSpPr>
        <p:sp>
          <p:nvSpPr>
            <p:cNvPr id="2137" name="Google Shape;2137;p23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3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9" name="Google Shape;2139;p23"/>
          <p:cNvGrpSpPr/>
          <p:nvPr/>
        </p:nvGrpSpPr>
        <p:grpSpPr>
          <a:xfrm>
            <a:off x="306632" y="187345"/>
            <a:ext cx="965604" cy="239081"/>
            <a:chOff x="4036326" y="-955475"/>
            <a:chExt cx="1775987" cy="439811"/>
          </a:xfrm>
        </p:grpSpPr>
        <p:sp>
          <p:nvSpPr>
            <p:cNvPr id="2140" name="Google Shape;2140;p23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3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2" name="Google Shape;2142;p23"/>
          <p:cNvGrpSpPr/>
          <p:nvPr/>
        </p:nvGrpSpPr>
        <p:grpSpPr>
          <a:xfrm flipH="1">
            <a:off x="8460749" y="3132754"/>
            <a:ext cx="764487" cy="2010759"/>
            <a:chOff x="9765662" y="-2191721"/>
            <a:chExt cx="764487" cy="2010759"/>
          </a:xfrm>
        </p:grpSpPr>
        <p:sp>
          <p:nvSpPr>
            <p:cNvPr id="2143" name="Google Shape;2143;p23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3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3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3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3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3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3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3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3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23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23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23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3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3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3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3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3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23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3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3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3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3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3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23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23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3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3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3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3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23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23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23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23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23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23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23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23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23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23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23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23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23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23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23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23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23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23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23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23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23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23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23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23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23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23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23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3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3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3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3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3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23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23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3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3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3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3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3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3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3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3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3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3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3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3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3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23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23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23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23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3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3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3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3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3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3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3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4_1"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24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32" name="Google Shape;2232;p24"/>
          <p:cNvSpPr txBox="1"/>
          <p:nvPr>
            <p:ph idx="1" type="subTitle"/>
          </p:nvPr>
        </p:nvSpPr>
        <p:spPr>
          <a:xfrm>
            <a:off x="721879" y="2898900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3" name="Google Shape;2233;p24"/>
          <p:cNvSpPr txBox="1"/>
          <p:nvPr>
            <p:ph idx="2" type="subTitle"/>
          </p:nvPr>
        </p:nvSpPr>
        <p:spPr>
          <a:xfrm>
            <a:off x="3321150" y="2898900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4" name="Google Shape;2234;p24"/>
          <p:cNvSpPr txBox="1"/>
          <p:nvPr>
            <p:ph idx="3" type="subTitle"/>
          </p:nvPr>
        </p:nvSpPr>
        <p:spPr>
          <a:xfrm>
            <a:off x="5920421" y="2898900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5" name="Google Shape;2235;p24"/>
          <p:cNvSpPr txBox="1"/>
          <p:nvPr>
            <p:ph idx="4" type="title"/>
          </p:nvPr>
        </p:nvSpPr>
        <p:spPr>
          <a:xfrm>
            <a:off x="719929" y="2679444"/>
            <a:ext cx="2505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36" name="Google Shape;2236;p24"/>
          <p:cNvSpPr txBox="1"/>
          <p:nvPr>
            <p:ph idx="5" type="title"/>
          </p:nvPr>
        </p:nvSpPr>
        <p:spPr>
          <a:xfrm>
            <a:off x="3319200" y="2679444"/>
            <a:ext cx="2505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37" name="Google Shape;2237;p24"/>
          <p:cNvSpPr txBox="1"/>
          <p:nvPr>
            <p:ph idx="6" type="title"/>
          </p:nvPr>
        </p:nvSpPr>
        <p:spPr>
          <a:xfrm>
            <a:off x="5918471" y="2679444"/>
            <a:ext cx="2505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238" name="Google Shape;2238;p24"/>
          <p:cNvGrpSpPr/>
          <p:nvPr/>
        </p:nvGrpSpPr>
        <p:grpSpPr>
          <a:xfrm>
            <a:off x="3121110" y="138495"/>
            <a:ext cx="965604" cy="239081"/>
            <a:chOff x="4036326" y="-955475"/>
            <a:chExt cx="1775987" cy="439811"/>
          </a:xfrm>
        </p:grpSpPr>
        <p:sp>
          <p:nvSpPr>
            <p:cNvPr id="2239" name="Google Shape;2239;p24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4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1" name="Google Shape;2241;p24"/>
          <p:cNvGrpSpPr/>
          <p:nvPr/>
        </p:nvGrpSpPr>
        <p:grpSpPr>
          <a:xfrm>
            <a:off x="5057285" y="138495"/>
            <a:ext cx="965604" cy="239081"/>
            <a:chOff x="4036326" y="-955475"/>
            <a:chExt cx="1775987" cy="439811"/>
          </a:xfrm>
        </p:grpSpPr>
        <p:sp>
          <p:nvSpPr>
            <p:cNvPr id="2242" name="Google Shape;2242;p24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4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4" name="Google Shape;2244;p24"/>
          <p:cNvGrpSpPr/>
          <p:nvPr/>
        </p:nvGrpSpPr>
        <p:grpSpPr>
          <a:xfrm>
            <a:off x="-997950" y="352363"/>
            <a:ext cx="1631075" cy="374250"/>
            <a:chOff x="1284050" y="-462000"/>
            <a:chExt cx="1631075" cy="374250"/>
          </a:xfrm>
        </p:grpSpPr>
        <p:sp>
          <p:nvSpPr>
            <p:cNvPr id="2245" name="Google Shape;2245;p24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4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4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8" name="Google Shape;2248;p24"/>
          <p:cNvGrpSpPr/>
          <p:nvPr/>
        </p:nvGrpSpPr>
        <p:grpSpPr>
          <a:xfrm>
            <a:off x="8422125" y="732663"/>
            <a:ext cx="1631075" cy="374250"/>
            <a:chOff x="1284050" y="-462000"/>
            <a:chExt cx="1631075" cy="374250"/>
          </a:xfrm>
        </p:grpSpPr>
        <p:sp>
          <p:nvSpPr>
            <p:cNvPr id="2249" name="Google Shape;2249;p24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4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4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2" name="Google Shape;2252;p24"/>
          <p:cNvGrpSpPr/>
          <p:nvPr/>
        </p:nvGrpSpPr>
        <p:grpSpPr>
          <a:xfrm>
            <a:off x="-7683" y="4070300"/>
            <a:ext cx="9151633" cy="1073228"/>
            <a:chOff x="-2293683" y="4070300"/>
            <a:chExt cx="9151633" cy="1073228"/>
          </a:xfrm>
        </p:grpSpPr>
        <p:sp>
          <p:nvSpPr>
            <p:cNvPr id="2253" name="Google Shape;2253;p24"/>
            <p:cNvSpPr/>
            <p:nvPr/>
          </p:nvSpPr>
          <p:spPr>
            <a:xfrm>
              <a:off x="-2293683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4"/>
            <p:cNvSpPr/>
            <p:nvPr/>
          </p:nvSpPr>
          <p:spPr>
            <a:xfrm>
              <a:off x="1572250" y="4717725"/>
              <a:ext cx="52857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5" name="Google Shape;2255;p24"/>
          <p:cNvGrpSpPr/>
          <p:nvPr/>
        </p:nvGrpSpPr>
        <p:grpSpPr>
          <a:xfrm flipH="1">
            <a:off x="8329948" y="3938138"/>
            <a:ext cx="811246" cy="1205364"/>
            <a:chOff x="8044750" y="-1789024"/>
            <a:chExt cx="811246" cy="1205364"/>
          </a:xfrm>
        </p:grpSpPr>
        <p:sp>
          <p:nvSpPr>
            <p:cNvPr id="2256" name="Google Shape;2256;p24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4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4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4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24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24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24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24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24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24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24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24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24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4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24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24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24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24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24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24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6" name="Google Shape;2276;p24"/>
          <p:cNvGrpSpPr/>
          <p:nvPr/>
        </p:nvGrpSpPr>
        <p:grpSpPr>
          <a:xfrm>
            <a:off x="81406" y="3770736"/>
            <a:ext cx="469258" cy="1372752"/>
            <a:chOff x="8991157" y="-2384450"/>
            <a:chExt cx="665236" cy="1946062"/>
          </a:xfrm>
        </p:grpSpPr>
        <p:sp>
          <p:nvSpPr>
            <p:cNvPr id="2277" name="Google Shape;2277;p24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4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24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4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4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4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4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4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4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4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4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4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4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4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4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4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4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4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4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4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4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4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4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4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4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4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4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4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4_1_1"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25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7" name="Google Shape;2307;p25"/>
          <p:cNvSpPr txBox="1"/>
          <p:nvPr>
            <p:ph idx="1" type="subTitle"/>
          </p:nvPr>
        </p:nvSpPr>
        <p:spPr>
          <a:xfrm>
            <a:off x="3097202" y="1470924"/>
            <a:ext cx="3855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08" name="Google Shape;2308;p25"/>
          <p:cNvSpPr txBox="1"/>
          <p:nvPr>
            <p:ph idx="2" type="subTitle"/>
          </p:nvPr>
        </p:nvSpPr>
        <p:spPr>
          <a:xfrm>
            <a:off x="3097202" y="2540874"/>
            <a:ext cx="3855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09" name="Google Shape;2309;p25"/>
          <p:cNvSpPr txBox="1"/>
          <p:nvPr>
            <p:ph idx="3" type="subTitle"/>
          </p:nvPr>
        </p:nvSpPr>
        <p:spPr>
          <a:xfrm>
            <a:off x="3097202" y="3613818"/>
            <a:ext cx="3855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10" name="Google Shape;2310;p25"/>
          <p:cNvSpPr txBox="1"/>
          <p:nvPr>
            <p:ph idx="4" type="title"/>
          </p:nvPr>
        </p:nvSpPr>
        <p:spPr>
          <a:xfrm>
            <a:off x="3097202" y="1257481"/>
            <a:ext cx="3861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11" name="Google Shape;2311;p25"/>
          <p:cNvSpPr txBox="1"/>
          <p:nvPr>
            <p:ph idx="5" type="title"/>
          </p:nvPr>
        </p:nvSpPr>
        <p:spPr>
          <a:xfrm>
            <a:off x="3097202" y="2327431"/>
            <a:ext cx="3861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12" name="Google Shape;2312;p25"/>
          <p:cNvSpPr txBox="1"/>
          <p:nvPr>
            <p:ph idx="6" type="title"/>
          </p:nvPr>
        </p:nvSpPr>
        <p:spPr>
          <a:xfrm>
            <a:off x="3097202" y="3400375"/>
            <a:ext cx="3861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313" name="Google Shape;2313;p25"/>
          <p:cNvGrpSpPr/>
          <p:nvPr/>
        </p:nvGrpSpPr>
        <p:grpSpPr>
          <a:xfrm>
            <a:off x="1294307" y="92995"/>
            <a:ext cx="965604" cy="239081"/>
            <a:chOff x="4036326" y="-955475"/>
            <a:chExt cx="1775987" cy="439811"/>
          </a:xfrm>
        </p:grpSpPr>
        <p:sp>
          <p:nvSpPr>
            <p:cNvPr id="2314" name="Google Shape;2314;p25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5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6" name="Google Shape;2316;p25"/>
          <p:cNvGrpSpPr/>
          <p:nvPr/>
        </p:nvGrpSpPr>
        <p:grpSpPr>
          <a:xfrm>
            <a:off x="5986607" y="115645"/>
            <a:ext cx="965604" cy="239081"/>
            <a:chOff x="4036326" y="-955475"/>
            <a:chExt cx="1775987" cy="439811"/>
          </a:xfrm>
        </p:grpSpPr>
        <p:sp>
          <p:nvSpPr>
            <p:cNvPr id="2317" name="Google Shape;2317;p25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5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9" name="Google Shape;2319;p25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2320" name="Google Shape;2320;p25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2321" name="Google Shape;2321;p25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25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23" name="Google Shape;2323;p25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4" name="Google Shape;2324;p25"/>
          <p:cNvGrpSpPr/>
          <p:nvPr/>
        </p:nvGrpSpPr>
        <p:grpSpPr>
          <a:xfrm flipH="1">
            <a:off x="8303873" y="3938113"/>
            <a:ext cx="811246" cy="1205364"/>
            <a:chOff x="8044750" y="-1789024"/>
            <a:chExt cx="811246" cy="1205364"/>
          </a:xfrm>
        </p:grpSpPr>
        <p:sp>
          <p:nvSpPr>
            <p:cNvPr id="2325" name="Google Shape;2325;p25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5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5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5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5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5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5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5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5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5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5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5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5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5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5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5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5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5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5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5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5" name="Google Shape;2345;p25"/>
          <p:cNvGrpSpPr/>
          <p:nvPr/>
        </p:nvGrpSpPr>
        <p:grpSpPr>
          <a:xfrm flipH="1">
            <a:off x="-228601" y="3089579"/>
            <a:ext cx="764487" cy="2010759"/>
            <a:chOff x="9765662" y="-2191721"/>
            <a:chExt cx="764487" cy="2010759"/>
          </a:xfrm>
        </p:grpSpPr>
        <p:sp>
          <p:nvSpPr>
            <p:cNvPr id="2346" name="Google Shape;2346;p25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25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25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5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5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5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25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25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5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5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5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5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5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5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5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5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5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5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5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5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25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25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5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5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5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5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25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25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5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25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25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5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5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25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25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25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25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25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25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25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25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25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25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25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25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25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25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25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25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25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25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25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5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5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5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25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25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25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25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25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5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5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5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5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5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25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25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25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25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25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25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25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25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25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25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25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25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25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25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25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25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25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25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25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25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25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25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26"/>
          <p:cNvSpPr txBox="1"/>
          <p:nvPr>
            <p:ph type="title"/>
          </p:nvPr>
        </p:nvSpPr>
        <p:spPr>
          <a:xfrm>
            <a:off x="2353566" y="1552266"/>
            <a:ext cx="1978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35" name="Google Shape;2435;p26"/>
          <p:cNvSpPr txBox="1"/>
          <p:nvPr>
            <p:ph idx="1" type="subTitle"/>
          </p:nvPr>
        </p:nvSpPr>
        <p:spPr>
          <a:xfrm>
            <a:off x="2353566" y="1763686"/>
            <a:ext cx="19782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6" name="Google Shape;2436;p26"/>
          <p:cNvSpPr txBox="1"/>
          <p:nvPr>
            <p:ph idx="2" type="title"/>
          </p:nvPr>
        </p:nvSpPr>
        <p:spPr>
          <a:xfrm>
            <a:off x="5709447" y="1552266"/>
            <a:ext cx="1978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37" name="Google Shape;2437;p26"/>
          <p:cNvSpPr txBox="1"/>
          <p:nvPr>
            <p:ph idx="3" type="subTitle"/>
          </p:nvPr>
        </p:nvSpPr>
        <p:spPr>
          <a:xfrm>
            <a:off x="5709447" y="1763686"/>
            <a:ext cx="19782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8" name="Google Shape;2438;p26"/>
          <p:cNvSpPr txBox="1"/>
          <p:nvPr>
            <p:ph idx="4" type="title"/>
          </p:nvPr>
        </p:nvSpPr>
        <p:spPr>
          <a:xfrm>
            <a:off x="2353566" y="3077506"/>
            <a:ext cx="1975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39" name="Google Shape;2439;p26"/>
          <p:cNvSpPr txBox="1"/>
          <p:nvPr>
            <p:ph idx="5" type="subTitle"/>
          </p:nvPr>
        </p:nvSpPr>
        <p:spPr>
          <a:xfrm>
            <a:off x="2353566" y="3288925"/>
            <a:ext cx="19782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0" name="Google Shape;2440;p26"/>
          <p:cNvSpPr txBox="1"/>
          <p:nvPr>
            <p:ph idx="6" type="title"/>
          </p:nvPr>
        </p:nvSpPr>
        <p:spPr>
          <a:xfrm>
            <a:off x="5709447" y="3077506"/>
            <a:ext cx="19782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41" name="Google Shape;2441;p26"/>
          <p:cNvSpPr txBox="1"/>
          <p:nvPr>
            <p:ph idx="7" type="subTitle"/>
          </p:nvPr>
        </p:nvSpPr>
        <p:spPr>
          <a:xfrm>
            <a:off x="5709447" y="3288925"/>
            <a:ext cx="19782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2" name="Google Shape;2442;p26"/>
          <p:cNvSpPr txBox="1"/>
          <p:nvPr>
            <p:ph idx="8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443" name="Google Shape;2443;p26"/>
          <p:cNvGrpSpPr/>
          <p:nvPr/>
        </p:nvGrpSpPr>
        <p:grpSpPr>
          <a:xfrm>
            <a:off x="85332" y="123370"/>
            <a:ext cx="965604" cy="239081"/>
            <a:chOff x="4036326" y="-955475"/>
            <a:chExt cx="1775987" cy="439811"/>
          </a:xfrm>
        </p:grpSpPr>
        <p:sp>
          <p:nvSpPr>
            <p:cNvPr id="2444" name="Google Shape;2444;p26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6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6" name="Google Shape;2446;p26"/>
          <p:cNvGrpSpPr/>
          <p:nvPr/>
        </p:nvGrpSpPr>
        <p:grpSpPr>
          <a:xfrm>
            <a:off x="7821982" y="126670"/>
            <a:ext cx="965604" cy="239081"/>
            <a:chOff x="4036326" y="-955475"/>
            <a:chExt cx="1775987" cy="439811"/>
          </a:xfrm>
        </p:grpSpPr>
        <p:sp>
          <p:nvSpPr>
            <p:cNvPr id="2447" name="Google Shape;2447;p26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6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9" name="Google Shape;2449;p26"/>
          <p:cNvGrpSpPr/>
          <p:nvPr/>
        </p:nvGrpSpPr>
        <p:grpSpPr>
          <a:xfrm>
            <a:off x="-622046" y="4070300"/>
            <a:ext cx="10388092" cy="1073228"/>
            <a:chOff x="-622046" y="4070300"/>
            <a:chExt cx="10388092" cy="1073228"/>
          </a:xfrm>
        </p:grpSpPr>
        <p:sp>
          <p:nvSpPr>
            <p:cNvPr id="2450" name="Google Shape;2450;p26"/>
            <p:cNvSpPr/>
            <p:nvPr/>
          </p:nvSpPr>
          <p:spPr>
            <a:xfrm>
              <a:off x="-622046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26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6"/>
            <p:cNvSpPr/>
            <p:nvPr/>
          </p:nvSpPr>
          <p:spPr>
            <a:xfrm>
              <a:off x="3243875" y="4593900"/>
              <a:ext cx="26562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3" name="Google Shape;2453;p26"/>
          <p:cNvGrpSpPr/>
          <p:nvPr/>
        </p:nvGrpSpPr>
        <p:grpSpPr>
          <a:xfrm flipH="1">
            <a:off x="-98027" y="3938138"/>
            <a:ext cx="811246" cy="1205364"/>
            <a:chOff x="8044750" y="-1789024"/>
            <a:chExt cx="811246" cy="1205364"/>
          </a:xfrm>
        </p:grpSpPr>
        <p:sp>
          <p:nvSpPr>
            <p:cNvPr id="2454" name="Google Shape;2454;p26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6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6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6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6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6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6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6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6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6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6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6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6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6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6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6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6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6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6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6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4" name="Google Shape;2474;p26"/>
          <p:cNvGrpSpPr/>
          <p:nvPr/>
        </p:nvGrpSpPr>
        <p:grpSpPr>
          <a:xfrm>
            <a:off x="8533581" y="3785686"/>
            <a:ext cx="469258" cy="1372752"/>
            <a:chOff x="8991157" y="-2384450"/>
            <a:chExt cx="665236" cy="1946062"/>
          </a:xfrm>
        </p:grpSpPr>
        <p:sp>
          <p:nvSpPr>
            <p:cNvPr id="2475" name="Google Shape;2475;p26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6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6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6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6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6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6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6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6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6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6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6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6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6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26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26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6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6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6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6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6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6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6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6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6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6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6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6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5_1"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4" name="Google Shape;2504;p27"/>
          <p:cNvGrpSpPr/>
          <p:nvPr/>
        </p:nvGrpSpPr>
        <p:grpSpPr>
          <a:xfrm>
            <a:off x="-3136646" y="4070300"/>
            <a:ext cx="12508321" cy="1073228"/>
            <a:chOff x="-3136646" y="4070300"/>
            <a:chExt cx="12508321" cy="1073228"/>
          </a:xfrm>
        </p:grpSpPr>
        <p:sp>
          <p:nvSpPr>
            <p:cNvPr id="2505" name="Google Shape;2505;p27"/>
            <p:cNvSpPr/>
            <p:nvPr/>
          </p:nvSpPr>
          <p:spPr>
            <a:xfrm>
              <a:off x="-3136646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27"/>
            <p:cNvSpPr/>
            <p:nvPr/>
          </p:nvSpPr>
          <p:spPr>
            <a:xfrm>
              <a:off x="729275" y="4846800"/>
              <a:ext cx="8642400" cy="29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7" name="Google Shape;2507;p27"/>
          <p:cNvGrpSpPr/>
          <p:nvPr/>
        </p:nvGrpSpPr>
        <p:grpSpPr>
          <a:xfrm>
            <a:off x="8560000" y="3197463"/>
            <a:ext cx="665236" cy="1946062"/>
            <a:chOff x="8991157" y="-2384450"/>
            <a:chExt cx="665236" cy="1946062"/>
          </a:xfrm>
        </p:grpSpPr>
        <p:sp>
          <p:nvSpPr>
            <p:cNvPr id="2508" name="Google Shape;2508;p27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7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7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7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27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27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27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27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27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27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27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27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7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7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27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27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27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27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7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7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7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7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27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27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7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27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27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27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6" name="Google Shape;2536;p27"/>
          <p:cNvSpPr txBox="1"/>
          <p:nvPr>
            <p:ph type="title"/>
          </p:nvPr>
        </p:nvSpPr>
        <p:spPr>
          <a:xfrm>
            <a:off x="1998742" y="2048075"/>
            <a:ext cx="22059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37" name="Google Shape;2537;p27"/>
          <p:cNvSpPr txBox="1"/>
          <p:nvPr>
            <p:ph idx="1" type="subTitle"/>
          </p:nvPr>
        </p:nvSpPr>
        <p:spPr>
          <a:xfrm>
            <a:off x="1998742" y="2278083"/>
            <a:ext cx="2205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8" name="Google Shape;2538;p27"/>
          <p:cNvSpPr txBox="1"/>
          <p:nvPr>
            <p:ph idx="2" type="title"/>
          </p:nvPr>
        </p:nvSpPr>
        <p:spPr>
          <a:xfrm>
            <a:off x="4935003" y="2048075"/>
            <a:ext cx="22059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39" name="Google Shape;2539;p27"/>
          <p:cNvSpPr txBox="1"/>
          <p:nvPr>
            <p:ph idx="3" type="subTitle"/>
          </p:nvPr>
        </p:nvSpPr>
        <p:spPr>
          <a:xfrm>
            <a:off x="4935003" y="2278083"/>
            <a:ext cx="2205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0" name="Google Shape;2540;p27"/>
          <p:cNvSpPr txBox="1"/>
          <p:nvPr>
            <p:ph idx="4" type="title"/>
          </p:nvPr>
        </p:nvSpPr>
        <p:spPr>
          <a:xfrm>
            <a:off x="719473" y="3878118"/>
            <a:ext cx="22026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41" name="Google Shape;2541;p27"/>
          <p:cNvSpPr txBox="1"/>
          <p:nvPr>
            <p:ph idx="5" type="subTitle"/>
          </p:nvPr>
        </p:nvSpPr>
        <p:spPr>
          <a:xfrm>
            <a:off x="717823" y="4108126"/>
            <a:ext cx="2205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2" name="Google Shape;2542;p27"/>
          <p:cNvSpPr txBox="1"/>
          <p:nvPr>
            <p:ph idx="6" type="title"/>
          </p:nvPr>
        </p:nvSpPr>
        <p:spPr>
          <a:xfrm>
            <a:off x="3652940" y="3878118"/>
            <a:ext cx="22059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43" name="Google Shape;2543;p27"/>
          <p:cNvSpPr txBox="1"/>
          <p:nvPr>
            <p:ph idx="7" type="subTitle"/>
          </p:nvPr>
        </p:nvSpPr>
        <p:spPr>
          <a:xfrm>
            <a:off x="3652940" y="4108126"/>
            <a:ext cx="2205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4" name="Google Shape;2544;p27"/>
          <p:cNvSpPr txBox="1"/>
          <p:nvPr>
            <p:ph idx="8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45" name="Google Shape;2545;p27"/>
          <p:cNvSpPr txBox="1"/>
          <p:nvPr>
            <p:ph idx="9" type="title"/>
          </p:nvPr>
        </p:nvSpPr>
        <p:spPr>
          <a:xfrm>
            <a:off x="6220277" y="3878118"/>
            <a:ext cx="22059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46" name="Google Shape;2546;p27"/>
          <p:cNvSpPr txBox="1"/>
          <p:nvPr>
            <p:ph idx="13" type="subTitle"/>
          </p:nvPr>
        </p:nvSpPr>
        <p:spPr>
          <a:xfrm>
            <a:off x="6220277" y="4108126"/>
            <a:ext cx="2205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47" name="Google Shape;2547;p27"/>
          <p:cNvGrpSpPr/>
          <p:nvPr/>
        </p:nvGrpSpPr>
        <p:grpSpPr>
          <a:xfrm>
            <a:off x="7699857" y="150720"/>
            <a:ext cx="965604" cy="239081"/>
            <a:chOff x="4036326" y="-955475"/>
            <a:chExt cx="1775987" cy="439811"/>
          </a:xfrm>
        </p:grpSpPr>
        <p:sp>
          <p:nvSpPr>
            <p:cNvPr id="2548" name="Google Shape;2548;p27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27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0" name="Google Shape;2550;p27"/>
          <p:cNvGrpSpPr/>
          <p:nvPr/>
        </p:nvGrpSpPr>
        <p:grpSpPr>
          <a:xfrm>
            <a:off x="-109912" y="356642"/>
            <a:ext cx="1477088" cy="365703"/>
            <a:chOff x="4036326" y="-955475"/>
            <a:chExt cx="1775987" cy="439811"/>
          </a:xfrm>
        </p:grpSpPr>
        <p:sp>
          <p:nvSpPr>
            <p:cNvPr id="2551" name="Google Shape;2551;p27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7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553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4" name="Google Shape;2554;p28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2555" name="Google Shape;2555;p28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2556" name="Google Shape;2556;p28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7" name="Google Shape;2557;p28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58" name="Google Shape;2558;p28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9" name="Google Shape;2559;p28"/>
          <p:cNvSpPr txBox="1"/>
          <p:nvPr>
            <p:ph type="title"/>
          </p:nvPr>
        </p:nvSpPr>
        <p:spPr>
          <a:xfrm>
            <a:off x="2259472" y="1146580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60" name="Google Shape;2560;p28"/>
          <p:cNvSpPr txBox="1"/>
          <p:nvPr>
            <p:ph idx="1" type="subTitle"/>
          </p:nvPr>
        </p:nvSpPr>
        <p:spPr>
          <a:xfrm>
            <a:off x="2259472" y="1355619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1" name="Google Shape;2561;p28"/>
          <p:cNvSpPr txBox="1"/>
          <p:nvPr>
            <p:ph idx="2" type="title"/>
          </p:nvPr>
        </p:nvSpPr>
        <p:spPr>
          <a:xfrm>
            <a:off x="5811147" y="1146580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62" name="Google Shape;2562;p28"/>
          <p:cNvSpPr txBox="1"/>
          <p:nvPr>
            <p:ph idx="3" type="subTitle"/>
          </p:nvPr>
        </p:nvSpPr>
        <p:spPr>
          <a:xfrm>
            <a:off x="5811147" y="1355619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3" name="Google Shape;2563;p28"/>
          <p:cNvSpPr txBox="1"/>
          <p:nvPr>
            <p:ph idx="4" type="title"/>
          </p:nvPr>
        </p:nvSpPr>
        <p:spPr>
          <a:xfrm>
            <a:off x="2259472" y="2318910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64" name="Google Shape;2564;p28"/>
          <p:cNvSpPr txBox="1"/>
          <p:nvPr>
            <p:ph idx="5" type="subTitle"/>
          </p:nvPr>
        </p:nvSpPr>
        <p:spPr>
          <a:xfrm>
            <a:off x="2259472" y="2527948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5" name="Google Shape;2565;p28"/>
          <p:cNvSpPr txBox="1"/>
          <p:nvPr>
            <p:ph idx="6" type="title"/>
          </p:nvPr>
        </p:nvSpPr>
        <p:spPr>
          <a:xfrm>
            <a:off x="5811147" y="2318910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66" name="Google Shape;2566;p28"/>
          <p:cNvSpPr txBox="1"/>
          <p:nvPr>
            <p:ph idx="7" type="subTitle"/>
          </p:nvPr>
        </p:nvSpPr>
        <p:spPr>
          <a:xfrm>
            <a:off x="5811147" y="2527948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7" name="Google Shape;2567;p28"/>
          <p:cNvSpPr txBox="1"/>
          <p:nvPr>
            <p:ph idx="8" type="title"/>
          </p:nvPr>
        </p:nvSpPr>
        <p:spPr>
          <a:xfrm>
            <a:off x="5811147" y="3498484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68" name="Google Shape;2568;p28"/>
          <p:cNvSpPr txBox="1"/>
          <p:nvPr>
            <p:ph idx="9" type="subTitle"/>
          </p:nvPr>
        </p:nvSpPr>
        <p:spPr>
          <a:xfrm>
            <a:off x="5811147" y="3707522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9" name="Google Shape;2569;p28"/>
          <p:cNvSpPr txBox="1"/>
          <p:nvPr>
            <p:ph idx="13" type="title"/>
          </p:nvPr>
        </p:nvSpPr>
        <p:spPr>
          <a:xfrm>
            <a:off x="2259472" y="3498484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570" name="Google Shape;2570;p28"/>
          <p:cNvSpPr txBox="1"/>
          <p:nvPr>
            <p:ph idx="14" type="subTitle"/>
          </p:nvPr>
        </p:nvSpPr>
        <p:spPr>
          <a:xfrm>
            <a:off x="2259472" y="3707522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1" name="Google Shape;2571;p28"/>
          <p:cNvSpPr txBox="1"/>
          <p:nvPr>
            <p:ph idx="15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572" name="Google Shape;2572;p28"/>
          <p:cNvGrpSpPr/>
          <p:nvPr/>
        </p:nvGrpSpPr>
        <p:grpSpPr>
          <a:xfrm>
            <a:off x="2417757" y="44220"/>
            <a:ext cx="965604" cy="239081"/>
            <a:chOff x="4036326" y="-955475"/>
            <a:chExt cx="1775987" cy="439811"/>
          </a:xfrm>
        </p:grpSpPr>
        <p:sp>
          <p:nvSpPr>
            <p:cNvPr id="2573" name="Google Shape;2573;p28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8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5" name="Google Shape;2575;p28"/>
          <p:cNvGrpSpPr/>
          <p:nvPr/>
        </p:nvGrpSpPr>
        <p:grpSpPr>
          <a:xfrm>
            <a:off x="7324732" y="92995"/>
            <a:ext cx="965604" cy="239081"/>
            <a:chOff x="4036326" y="-955475"/>
            <a:chExt cx="1775987" cy="439811"/>
          </a:xfrm>
        </p:grpSpPr>
        <p:sp>
          <p:nvSpPr>
            <p:cNvPr id="2576" name="Google Shape;2576;p28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8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8" name="Google Shape;2578;p28"/>
          <p:cNvGrpSpPr/>
          <p:nvPr/>
        </p:nvGrpSpPr>
        <p:grpSpPr>
          <a:xfrm>
            <a:off x="-851400" y="266738"/>
            <a:ext cx="1631075" cy="374250"/>
            <a:chOff x="1284050" y="-462000"/>
            <a:chExt cx="1631075" cy="374250"/>
          </a:xfrm>
        </p:grpSpPr>
        <p:sp>
          <p:nvSpPr>
            <p:cNvPr id="2579" name="Google Shape;2579;p28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8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8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2" name="Google Shape;2582;p28"/>
          <p:cNvGrpSpPr/>
          <p:nvPr/>
        </p:nvGrpSpPr>
        <p:grpSpPr>
          <a:xfrm>
            <a:off x="61331" y="3770761"/>
            <a:ext cx="469258" cy="1372752"/>
            <a:chOff x="8991157" y="-2384450"/>
            <a:chExt cx="665236" cy="1946062"/>
          </a:xfrm>
        </p:grpSpPr>
        <p:sp>
          <p:nvSpPr>
            <p:cNvPr id="2583" name="Google Shape;2583;p28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8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8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8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28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28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8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8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8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8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28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28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8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28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28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8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8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28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28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28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28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8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8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8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8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8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28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28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1" name="Google Shape;2611;p28"/>
          <p:cNvGrpSpPr/>
          <p:nvPr/>
        </p:nvGrpSpPr>
        <p:grpSpPr>
          <a:xfrm flipH="1">
            <a:off x="8536949" y="3132754"/>
            <a:ext cx="764487" cy="2010759"/>
            <a:chOff x="9765662" y="-2191721"/>
            <a:chExt cx="764487" cy="2010759"/>
          </a:xfrm>
        </p:grpSpPr>
        <p:sp>
          <p:nvSpPr>
            <p:cNvPr id="2612" name="Google Shape;2612;p28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8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8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28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28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8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8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8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8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28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28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8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28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28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28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28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28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28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28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28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28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28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28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28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28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28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28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28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28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28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28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28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28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28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28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28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28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28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28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28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28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28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28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28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28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28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28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28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28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28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28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28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28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28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28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28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28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28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28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28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28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28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28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28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28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28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28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28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28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28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28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28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28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28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28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28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28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28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28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28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28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28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28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28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28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28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28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7_1">
    <p:spTree>
      <p:nvGrpSpPr>
        <p:cNvPr id="2699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0" name="Google Shape;2700;p29"/>
          <p:cNvGrpSpPr/>
          <p:nvPr/>
        </p:nvGrpSpPr>
        <p:grpSpPr>
          <a:xfrm>
            <a:off x="-2750883" y="4070300"/>
            <a:ext cx="14645767" cy="1073228"/>
            <a:chOff x="-2750883" y="4070300"/>
            <a:chExt cx="14645767" cy="1073228"/>
          </a:xfrm>
        </p:grpSpPr>
        <p:grpSp>
          <p:nvGrpSpPr>
            <p:cNvPr id="2701" name="Google Shape;2701;p29"/>
            <p:cNvGrpSpPr/>
            <p:nvPr/>
          </p:nvGrpSpPr>
          <p:grpSpPr>
            <a:xfrm>
              <a:off x="-2750883" y="4070300"/>
              <a:ext cx="14645767" cy="1073228"/>
              <a:chOff x="-1524000" y="4070300"/>
              <a:chExt cx="14645767" cy="1073228"/>
            </a:xfrm>
          </p:grpSpPr>
          <p:sp>
            <p:nvSpPr>
              <p:cNvPr id="2702" name="Google Shape;2702;p29"/>
              <p:cNvSpPr/>
              <p:nvPr/>
            </p:nvSpPr>
            <p:spPr>
              <a:xfrm>
                <a:off x="-1524000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3" name="Google Shape;2703;p29"/>
              <p:cNvSpPr/>
              <p:nvPr/>
            </p:nvSpPr>
            <p:spPr>
              <a:xfrm flipH="1">
                <a:off x="9255838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04" name="Google Shape;2704;p29"/>
            <p:cNvSpPr/>
            <p:nvPr/>
          </p:nvSpPr>
          <p:spPr>
            <a:xfrm>
              <a:off x="1031225" y="4717725"/>
              <a:ext cx="7101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5" name="Google Shape;2705;p29"/>
          <p:cNvGrpSpPr/>
          <p:nvPr/>
        </p:nvGrpSpPr>
        <p:grpSpPr>
          <a:xfrm flipH="1">
            <a:off x="9325" y="3197463"/>
            <a:ext cx="665236" cy="1946062"/>
            <a:chOff x="8991157" y="-2384450"/>
            <a:chExt cx="665236" cy="1946062"/>
          </a:xfrm>
        </p:grpSpPr>
        <p:sp>
          <p:nvSpPr>
            <p:cNvPr id="2706" name="Google Shape;2706;p29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29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29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29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29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29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29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29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29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29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29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29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29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29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29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29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29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29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29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29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29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29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29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29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29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29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29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29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4" name="Google Shape;2734;p29"/>
          <p:cNvSpPr txBox="1"/>
          <p:nvPr>
            <p:ph type="title"/>
          </p:nvPr>
        </p:nvSpPr>
        <p:spPr>
          <a:xfrm>
            <a:off x="1023437" y="1832687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35" name="Google Shape;2735;p29"/>
          <p:cNvSpPr txBox="1"/>
          <p:nvPr>
            <p:ph idx="1" type="subTitle"/>
          </p:nvPr>
        </p:nvSpPr>
        <p:spPr>
          <a:xfrm>
            <a:off x="1023437" y="2068502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6" name="Google Shape;2736;p29"/>
          <p:cNvSpPr txBox="1"/>
          <p:nvPr>
            <p:ph idx="2" type="title"/>
          </p:nvPr>
        </p:nvSpPr>
        <p:spPr>
          <a:xfrm>
            <a:off x="3579000" y="1832687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37" name="Google Shape;2737;p29"/>
          <p:cNvSpPr txBox="1"/>
          <p:nvPr>
            <p:ph idx="3" type="subTitle"/>
          </p:nvPr>
        </p:nvSpPr>
        <p:spPr>
          <a:xfrm>
            <a:off x="3579000" y="2068502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8" name="Google Shape;2738;p29"/>
          <p:cNvSpPr txBox="1"/>
          <p:nvPr>
            <p:ph idx="4" type="title"/>
          </p:nvPr>
        </p:nvSpPr>
        <p:spPr>
          <a:xfrm>
            <a:off x="1023437" y="3693805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39" name="Google Shape;2739;p29"/>
          <p:cNvSpPr txBox="1"/>
          <p:nvPr>
            <p:ph idx="5" type="subTitle"/>
          </p:nvPr>
        </p:nvSpPr>
        <p:spPr>
          <a:xfrm>
            <a:off x="1023437" y="3924241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0" name="Google Shape;2740;p29"/>
          <p:cNvSpPr txBox="1"/>
          <p:nvPr>
            <p:ph idx="6" type="title"/>
          </p:nvPr>
        </p:nvSpPr>
        <p:spPr>
          <a:xfrm>
            <a:off x="3579000" y="3693805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41" name="Google Shape;2741;p29"/>
          <p:cNvSpPr txBox="1"/>
          <p:nvPr>
            <p:ph idx="7" type="subTitle"/>
          </p:nvPr>
        </p:nvSpPr>
        <p:spPr>
          <a:xfrm>
            <a:off x="3579000" y="3924241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2" name="Google Shape;2742;p29"/>
          <p:cNvSpPr txBox="1"/>
          <p:nvPr>
            <p:ph idx="8" type="title"/>
          </p:nvPr>
        </p:nvSpPr>
        <p:spPr>
          <a:xfrm>
            <a:off x="6134563" y="1832687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43" name="Google Shape;2743;p29"/>
          <p:cNvSpPr txBox="1"/>
          <p:nvPr>
            <p:ph idx="9" type="subTitle"/>
          </p:nvPr>
        </p:nvSpPr>
        <p:spPr>
          <a:xfrm>
            <a:off x="6134563" y="2068502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4" name="Google Shape;2744;p29"/>
          <p:cNvSpPr txBox="1"/>
          <p:nvPr>
            <p:ph idx="13" type="title"/>
          </p:nvPr>
        </p:nvSpPr>
        <p:spPr>
          <a:xfrm>
            <a:off x="6134563" y="3693805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0" sz="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45" name="Google Shape;2745;p29"/>
          <p:cNvSpPr txBox="1"/>
          <p:nvPr>
            <p:ph idx="14" type="subTitle"/>
          </p:nvPr>
        </p:nvSpPr>
        <p:spPr>
          <a:xfrm>
            <a:off x="6134563" y="3924241"/>
            <a:ext cx="198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6" name="Google Shape;2746;p29"/>
          <p:cNvSpPr txBox="1"/>
          <p:nvPr>
            <p:ph idx="15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747" name="Google Shape;2747;p29"/>
          <p:cNvGrpSpPr/>
          <p:nvPr/>
        </p:nvGrpSpPr>
        <p:grpSpPr>
          <a:xfrm>
            <a:off x="-721200" y="138488"/>
            <a:ext cx="1631075" cy="374250"/>
            <a:chOff x="1284050" y="-462000"/>
            <a:chExt cx="1631075" cy="374250"/>
          </a:xfrm>
        </p:grpSpPr>
        <p:sp>
          <p:nvSpPr>
            <p:cNvPr id="2748" name="Google Shape;2748;p29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29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29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1" name="Google Shape;2751;p29"/>
          <p:cNvGrpSpPr/>
          <p:nvPr/>
        </p:nvGrpSpPr>
        <p:grpSpPr>
          <a:xfrm>
            <a:off x="7863525" y="115388"/>
            <a:ext cx="1631075" cy="374250"/>
            <a:chOff x="1284050" y="-462000"/>
            <a:chExt cx="1631075" cy="374250"/>
          </a:xfrm>
        </p:grpSpPr>
        <p:sp>
          <p:nvSpPr>
            <p:cNvPr id="2752" name="Google Shape;2752;p29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h="14970" w="65243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29"/>
            <p:cNvSpPr/>
            <p:nvPr/>
          </p:nvSpPr>
          <p:spPr>
            <a:xfrm>
              <a:off x="1284050" y="-462000"/>
              <a:ext cx="1631075" cy="374250"/>
            </a:xfrm>
            <a:custGeom>
              <a:rect b="b" l="l" r="r" t="t"/>
              <a:pathLst>
                <a:path extrusionOk="0" fill="none" h="14970" w="65243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29"/>
            <p:cNvSpPr/>
            <p:nvPr/>
          </p:nvSpPr>
          <p:spPr>
            <a:xfrm>
              <a:off x="1537750" y="-272950"/>
              <a:ext cx="1186375" cy="185200"/>
            </a:xfrm>
            <a:custGeom>
              <a:rect b="b" l="l" r="r" t="t"/>
              <a:pathLst>
                <a:path extrusionOk="0" h="7408" w="47455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5" name="Google Shape;2755;p29"/>
          <p:cNvGrpSpPr/>
          <p:nvPr/>
        </p:nvGrpSpPr>
        <p:grpSpPr>
          <a:xfrm flipH="1">
            <a:off x="8308349" y="3132754"/>
            <a:ext cx="764487" cy="2010759"/>
            <a:chOff x="9765662" y="-2191721"/>
            <a:chExt cx="764487" cy="2010759"/>
          </a:xfrm>
        </p:grpSpPr>
        <p:sp>
          <p:nvSpPr>
            <p:cNvPr id="2756" name="Google Shape;2756;p29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29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29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29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29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29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29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29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29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29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29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29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29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29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29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29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29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29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29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29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29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29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29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29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29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29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29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29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29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29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29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29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29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29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29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29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29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29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29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29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29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29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29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29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29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29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29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29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29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29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29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29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29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29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29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29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29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29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29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29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29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29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29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29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29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29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29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29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29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29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29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29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29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29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29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29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29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29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29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29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29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29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29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29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29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29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29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843" name="Shape 2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4" name="Google Shape;2844;p30"/>
          <p:cNvSpPr txBox="1"/>
          <p:nvPr>
            <p:ph hasCustomPrompt="1" type="title"/>
          </p:nvPr>
        </p:nvSpPr>
        <p:spPr>
          <a:xfrm>
            <a:off x="4451775" y="660725"/>
            <a:ext cx="3972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45" name="Google Shape;2845;p30"/>
          <p:cNvSpPr txBox="1"/>
          <p:nvPr>
            <p:ph idx="1" type="subTitle"/>
          </p:nvPr>
        </p:nvSpPr>
        <p:spPr>
          <a:xfrm>
            <a:off x="4451775" y="1455454"/>
            <a:ext cx="39723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46" name="Google Shape;2846;p30"/>
          <p:cNvSpPr txBox="1"/>
          <p:nvPr>
            <p:ph hasCustomPrompt="1" idx="2" type="title"/>
          </p:nvPr>
        </p:nvSpPr>
        <p:spPr>
          <a:xfrm>
            <a:off x="4451775" y="1955348"/>
            <a:ext cx="3972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47" name="Google Shape;2847;p30"/>
          <p:cNvSpPr txBox="1"/>
          <p:nvPr>
            <p:ph idx="3" type="subTitle"/>
          </p:nvPr>
        </p:nvSpPr>
        <p:spPr>
          <a:xfrm>
            <a:off x="4451775" y="2751025"/>
            <a:ext cx="39723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48" name="Google Shape;2848;p30"/>
          <p:cNvSpPr txBox="1"/>
          <p:nvPr>
            <p:ph hasCustomPrompt="1" idx="4" type="title"/>
          </p:nvPr>
        </p:nvSpPr>
        <p:spPr>
          <a:xfrm>
            <a:off x="4451775" y="3321398"/>
            <a:ext cx="3972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49" name="Google Shape;2849;p30"/>
          <p:cNvSpPr txBox="1"/>
          <p:nvPr>
            <p:ph idx="5" type="subTitle"/>
          </p:nvPr>
        </p:nvSpPr>
        <p:spPr>
          <a:xfrm>
            <a:off x="4451775" y="4117075"/>
            <a:ext cx="39723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2850" name="Google Shape;2850;p30"/>
          <p:cNvGrpSpPr/>
          <p:nvPr/>
        </p:nvGrpSpPr>
        <p:grpSpPr>
          <a:xfrm>
            <a:off x="-7683" y="4070300"/>
            <a:ext cx="9151633" cy="1073228"/>
            <a:chOff x="-2293683" y="4070300"/>
            <a:chExt cx="9151633" cy="1073228"/>
          </a:xfrm>
        </p:grpSpPr>
        <p:sp>
          <p:nvSpPr>
            <p:cNvPr id="2851" name="Google Shape;2851;p30"/>
            <p:cNvSpPr/>
            <p:nvPr/>
          </p:nvSpPr>
          <p:spPr>
            <a:xfrm>
              <a:off x="-2293683" y="4070300"/>
              <a:ext cx="3865929" cy="1073228"/>
            </a:xfrm>
            <a:custGeom>
              <a:rect b="b" l="l" r="r" t="t"/>
              <a:pathLst>
                <a:path extrusionOk="0" h="24826" w="89427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30"/>
            <p:cNvSpPr/>
            <p:nvPr/>
          </p:nvSpPr>
          <p:spPr>
            <a:xfrm>
              <a:off x="1572250" y="4717725"/>
              <a:ext cx="52857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3" name="Google Shape;2853;p30"/>
          <p:cNvGrpSpPr/>
          <p:nvPr/>
        </p:nvGrpSpPr>
        <p:grpSpPr>
          <a:xfrm>
            <a:off x="6051282" y="267120"/>
            <a:ext cx="965604" cy="239081"/>
            <a:chOff x="4036326" y="-955475"/>
            <a:chExt cx="1775987" cy="439811"/>
          </a:xfrm>
        </p:grpSpPr>
        <p:sp>
          <p:nvSpPr>
            <p:cNvPr id="2854" name="Google Shape;2854;p30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0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6" name="Google Shape;2856;p30"/>
          <p:cNvGrpSpPr/>
          <p:nvPr/>
        </p:nvGrpSpPr>
        <p:grpSpPr>
          <a:xfrm>
            <a:off x="-573937" y="295017"/>
            <a:ext cx="1477088" cy="365703"/>
            <a:chOff x="4036326" y="-955475"/>
            <a:chExt cx="1775987" cy="439811"/>
          </a:xfrm>
        </p:grpSpPr>
        <p:sp>
          <p:nvSpPr>
            <p:cNvPr id="2857" name="Google Shape;2857;p30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30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9" name="Google Shape;2859;p30"/>
          <p:cNvGrpSpPr/>
          <p:nvPr/>
        </p:nvGrpSpPr>
        <p:grpSpPr>
          <a:xfrm>
            <a:off x="8511463" y="203805"/>
            <a:ext cx="1477088" cy="365703"/>
            <a:chOff x="4036326" y="-955475"/>
            <a:chExt cx="1775987" cy="439811"/>
          </a:xfrm>
        </p:grpSpPr>
        <p:sp>
          <p:nvSpPr>
            <p:cNvPr id="2860" name="Google Shape;2860;p30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30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2862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p31"/>
          <p:cNvSpPr txBox="1"/>
          <p:nvPr>
            <p:ph type="title"/>
          </p:nvPr>
        </p:nvSpPr>
        <p:spPr>
          <a:xfrm>
            <a:off x="1369659" y="2611923"/>
            <a:ext cx="2866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64" name="Google Shape;2864;p31"/>
          <p:cNvSpPr txBox="1"/>
          <p:nvPr>
            <p:ph idx="2" type="title"/>
          </p:nvPr>
        </p:nvSpPr>
        <p:spPr>
          <a:xfrm>
            <a:off x="4907841" y="2611923"/>
            <a:ext cx="2866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65" name="Google Shape;2865;p31"/>
          <p:cNvSpPr txBox="1"/>
          <p:nvPr>
            <p:ph hasCustomPrompt="1" idx="3" type="title"/>
          </p:nvPr>
        </p:nvSpPr>
        <p:spPr>
          <a:xfrm>
            <a:off x="2423409" y="1888596"/>
            <a:ext cx="759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66" name="Google Shape;2866;p31"/>
          <p:cNvSpPr txBox="1"/>
          <p:nvPr>
            <p:ph idx="1" type="subTitle"/>
          </p:nvPr>
        </p:nvSpPr>
        <p:spPr>
          <a:xfrm>
            <a:off x="1370709" y="2826231"/>
            <a:ext cx="28644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67" name="Google Shape;2867;p31"/>
          <p:cNvSpPr txBox="1"/>
          <p:nvPr>
            <p:ph hasCustomPrompt="1" idx="4" type="title"/>
          </p:nvPr>
        </p:nvSpPr>
        <p:spPr>
          <a:xfrm>
            <a:off x="5961591" y="1888596"/>
            <a:ext cx="759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68" name="Google Shape;2868;p31"/>
          <p:cNvSpPr txBox="1"/>
          <p:nvPr>
            <p:ph idx="5" type="subTitle"/>
          </p:nvPr>
        </p:nvSpPr>
        <p:spPr>
          <a:xfrm>
            <a:off x="4908891" y="2826231"/>
            <a:ext cx="28644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69" name="Google Shape;2869;p31"/>
          <p:cNvSpPr txBox="1"/>
          <p:nvPr>
            <p:ph idx="6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870" name="Google Shape;2870;p31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2871" name="Google Shape;2871;p31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2872" name="Google Shape;2872;p31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3" name="Google Shape;2873;p31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74" name="Google Shape;2874;p31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5" name="Google Shape;2875;p31"/>
          <p:cNvGrpSpPr/>
          <p:nvPr/>
        </p:nvGrpSpPr>
        <p:grpSpPr>
          <a:xfrm>
            <a:off x="598232" y="150720"/>
            <a:ext cx="965604" cy="239081"/>
            <a:chOff x="4036326" y="-955475"/>
            <a:chExt cx="1775987" cy="439811"/>
          </a:xfrm>
        </p:grpSpPr>
        <p:sp>
          <p:nvSpPr>
            <p:cNvPr id="2876" name="Google Shape;2876;p31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31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8" name="Google Shape;2878;p31"/>
          <p:cNvGrpSpPr/>
          <p:nvPr/>
        </p:nvGrpSpPr>
        <p:grpSpPr>
          <a:xfrm>
            <a:off x="7699857" y="150720"/>
            <a:ext cx="965604" cy="239081"/>
            <a:chOff x="4036326" y="-955475"/>
            <a:chExt cx="1775987" cy="439811"/>
          </a:xfrm>
        </p:grpSpPr>
        <p:sp>
          <p:nvSpPr>
            <p:cNvPr id="2879" name="Google Shape;2879;p31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31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1" name="Google Shape;2881;p31"/>
          <p:cNvGrpSpPr/>
          <p:nvPr/>
        </p:nvGrpSpPr>
        <p:grpSpPr>
          <a:xfrm flipH="1">
            <a:off x="-98027" y="3938138"/>
            <a:ext cx="811246" cy="1205364"/>
            <a:chOff x="8044750" y="-1789024"/>
            <a:chExt cx="811246" cy="1205364"/>
          </a:xfrm>
        </p:grpSpPr>
        <p:sp>
          <p:nvSpPr>
            <p:cNvPr id="2882" name="Google Shape;2882;p31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31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31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31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31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31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31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31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31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31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31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31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31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31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31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31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31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31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31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31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2" name="Google Shape;2902;p31"/>
          <p:cNvGrpSpPr/>
          <p:nvPr/>
        </p:nvGrpSpPr>
        <p:grpSpPr>
          <a:xfrm flipH="1">
            <a:off x="8430773" y="3938138"/>
            <a:ext cx="811246" cy="1205364"/>
            <a:chOff x="8044750" y="-1789024"/>
            <a:chExt cx="811246" cy="1205364"/>
          </a:xfrm>
        </p:grpSpPr>
        <p:sp>
          <p:nvSpPr>
            <p:cNvPr id="2903" name="Google Shape;2903;p31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31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31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31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31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31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31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31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31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31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31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31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31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31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31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31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31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31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31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31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4" name="Google Shape;2924;p32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2925" name="Google Shape;2925;p32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2926" name="Google Shape;2926;p32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7" name="Google Shape;2927;p32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28" name="Google Shape;2928;p32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9" name="Google Shape;2929;p32"/>
          <p:cNvGrpSpPr/>
          <p:nvPr/>
        </p:nvGrpSpPr>
        <p:grpSpPr>
          <a:xfrm flipH="1">
            <a:off x="85525" y="3197463"/>
            <a:ext cx="665236" cy="1946062"/>
            <a:chOff x="8991157" y="-2384450"/>
            <a:chExt cx="665236" cy="1946062"/>
          </a:xfrm>
        </p:grpSpPr>
        <p:sp>
          <p:nvSpPr>
            <p:cNvPr id="2930" name="Google Shape;2930;p32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32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32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32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32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32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32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32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32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32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32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32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32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32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32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32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32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32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32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32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32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32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32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32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32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32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32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32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8" name="Google Shape;2958;p32"/>
          <p:cNvSpPr txBox="1"/>
          <p:nvPr>
            <p:ph type="title"/>
          </p:nvPr>
        </p:nvSpPr>
        <p:spPr>
          <a:xfrm>
            <a:off x="3471450" y="576044"/>
            <a:ext cx="4947900" cy="1097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59" name="Google Shape;2959;p32"/>
          <p:cNvSpPr txBox="1"/>
          <p:nvPr>
            <p:ph idx="1" type="subTitle"/>
          </p:nvPr>
        </p:nvSpPr>
        <p:spPr>
          <a:xfrm>
            <a:off x="3467850" y="1674589"/>
            <a:ext cx="49515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0" name="Google Shape;2960;p32"/>
          <p:cNvSpPr txBox="1"/>
          <p:nvPr/>
        </p:nvSpPr>
        <p:spPr>
          <a:xfrm>
            <a:off x="3351325" y="3648500"/>
            <a:ext cx="506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rPr>
              <a:t>CREDITS: This presentation template was created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M PLUS 1p"/>
                <a:ea typeface="M PLUS 1p"/>
                <a:cs typeface="M PLUS 1p"/>
                <a:sym typeface="M PLUS 1p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rPr>
              <a:t>, and includes icons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M PLUS 1p"/>
                <a:ea typeface="M PLUS 1p"/>
                <a:cs typeface="M PLUS 1p"/>
                <a:sym typeface="M PLUS 1p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rPr>
              <a:t>, and infographics &amp; images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M PLUS 1p"/>
                <a:ea typeface="M PLUS 1p"/>
                <a:cs typeface="M PLUS 1p"/>
                <a:sym typeface="M PLUS 1p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2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grpSp>
        <p:nvGrpSpPr>
          <p:cNvPr id="2961" name="Google Shape;2961;p32"/>
          <p:cNvGrpSpPr/>
          <p:nvPr/>
        </p:nvGrpSpPr>
        <p:grpSpPr>
          <a:xfrm>
            <a:off x="1569982" y="210358"/>
            <a:ext cx="965604" cy="239081"/>
            <a:chOff x="4036326" y="-955475"/>
            <a:chExt cx="1775987" cy="439811"/>
          </a:xfrm>
        </p:grpSpPr>
        <p:sp>
          <p:nvSpPr>
            <p:cNvPr id="2962" name="Google Shape;2962;p32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32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4" name="Google Shape;2964;p32"/>
          <p:cNvGrpSpPr/>
          <p:nvPr/>
        </p:nvGrpSpPr>
        <p:grpSpPr>
          <a:xfrm>
            <a:off x="-85487" y="210342"/>
            <a:ext cx="1477088" cy="365703"/>
            <a:chOff x="4036326" y="-955475"/>
            <a:chExt cx="1775987" cy="439811"/>
          </a:xfrm>
        </p:grpSpPr>
        <p:sp>
          <p:nvSpPr>
            <p:cNvPr id="2965" name="Google Shape;2965;p32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32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7" name="Google Shape;2967;p32"/>
          <p:cNvGrpSpPr/>
          <p:nvPr/>
        </p:nvGrpSpPr>
        <p:grpSpPr>
          <a:xfrm>
            <a:off x="8343238" y="147042"/>
            <a:ext cx="1477088" cy="365703"/>
            <a:chOff x="4036326" y="-955475"/>
            <a:chExt cx="1775987" cy="439811"/>
          </a:xfrm>
        </p:grpSpPr>
        <p:sp>
          <p:nvSpPr>
            <p:cNvPr id="2968" name="Google Shape;2968;p32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32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0" name="Google Shape;2970;p32"/>
          <p:cNvGrpSpPr/>
          <p:nvPr/>
        </p:nvGrpSpPr>
        <p:grpSpPr>
          <a:xfrm>
            <a:off x="6943057" y="147058"/>
            <a:ext cx="965604" cy="239081"/>
            <a:chOff x="4036326" y="-955475"/>
            <a:chExt cx="1775987" cy="439811"/>
          </a:xfrm>
        </p:grpSpPr>
        <p:sp>
          <p:nvSpPr>
            <p:cNvPr id="2971" name="Google Shape;2971;p32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32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4" name="Google Shape;2974;p33"/>
          <p:cNvGrpSpPr/>
          <p:nvPr/>
        </p:nvGrpSpPr>
        <p:grpSpPr>
          <a:xfrm>
            <a:off x="-2750883" y="4070300"/>
            <a:ext cx="14645767" cy="1073228"/>
            <a:chOff x="-2750883" y="4070300"/>
            <a:chExt cx="14645767" cy="1073228"/>
          </a:xfrm>
        </p:grpSpPr>
        <p:grpSp>
          <p:nvGrpSpPr>
            <p:cNvPr id="2975" name="Google Shape;2975;p33"/>
            <p:cNvGrpSpPr/>
            <p:nvPr/>
          </p:nvGrpSpPr>
          <p:grpSpPr>
            <a:xfrm>
              <a:off x="-2750883" y="4070300"/>
              <a:ext cx="14645767" cy="1073228"/>
              <a:chOff x="-1524000" y="4070300"/>
              <a:chExt cx="14645767" cy="1073228"/>
            </a:xfrm>
          </p:grpSpPr>
          <p:sp>
            <p:nvSpPr>
              <p:cNvPr id="2976" name="Google Shape;2976;p33"/>
              <p:cNvSpPr/>
              <p:nvPr/>
            </p:nvSpPr>
            <p:spPr>
              <a:xfrm>
                <a:off x="-1524000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7" name="Google Shape;2977;p33"/>
              <p:cNvSpPr/>
              <p:nvPr/>
            </p:nvSpPr>
            <p:spPr>
              <a:xfrm flipH="1">
                <a:off x="9255838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78" name="Google Shape;2978;p33"/>
            <p:cNvSpPr/>
            <p:nvPr/>
          </p:nvSpPr>
          <p:spPr>
            <a:xfrm>
              <a:off x="1031225" y="4717725"/>
              <a:ext cx="7101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9" name="Google Shape;2979;p33"/>
          <p:cNvGrpSpPr/>
          <p:nvPr/>
        </p:nvGrpSpPr>
        <p:grpSpPr>
          <a:xfrm>
            <a:off x="7699857" y="150720"/>
            <a:ext cx="965604" cy="239081"/>
            <a:chOff x="4036326" y="-955475"/>
            <a:chExt cx="1775987" cy="439811"/>
          </a:xfrm>
        </p:grpSpPr>
        <p:sp>
          <p:nvSpPr>
            <p:cNvPr id="2980" name="Google Shape;2980;p33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2" name="Google Shape;2982;p33"/>
          <p:cNvGrpSpPr/>
          <p:nvPr/>
        </p:nvGrpSpPr>
        <p:grpSpPr>
          <a:xfrm>
            <a:off x="598232" y="150720"/>
            <a:ext cx="965604" cy="239081"/>
            <a:chOff x="4036326" y="-955475"/>
            <a:chExt cx="1775987" cy="439811"/>
          </a:xfrm>
        </p:grpSpPr>
        <p:sp>
          <p:nvSpPr>
            <p:cNvPr id="2983" name="Google Shape;2983;p33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5" name="Google Shape;2985;p33"/>
          <p:cNvGrpSpPr/>
          <p:nvPr/>
        </p:nvGrpSpPr>
        <p:grpSpPr>
          <a:xfrm flipH="1">
            <a:off x="8308349" y="3132754"/>
            <a:ext cx="764487" cy="2010759"/>
            <a:chOff x="9765662" y="-2191721"/>
            <a:chExt cx="764487" cy="2010759"/>
          </a:xfrm>
        </p:grpSpPr>
        <p:sp>
          <p:nvSpPr>
            <p:cNvPr id="2986" name="Google Shape;2986;p33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33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33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33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33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33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33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33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33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33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33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33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33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33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33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33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33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33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33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33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33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33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33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33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33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33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33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33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33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33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33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33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33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33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33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33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33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33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33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33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33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33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33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33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33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33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33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33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33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33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33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33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33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33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33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33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33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33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33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33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33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33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33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33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33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33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33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33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33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33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33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33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33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33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33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33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33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33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33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3" name="Google Shape;3073;p33"/>
          <p:cNvGrpSpPr/>
          <p:nvPr/>
        </p:nvGrpSpPr>
        <p:grpSpPr>
          <a:xfrm flipH="1">
            <a:off x="122749" y="3132754"/>
            <a:ext cx="764487" cy="2010759"/>
            <a:chOff x="9765662" y="-2191721"/>
            <a:chExt cx="764487" cy="2010759"/>
          </a:xfrm>
        </p:grpSpPr>
        <p:sp>
          <p:nvSpPr>
            <p:cNvPr id="3074" name="Google Shape;3074;p33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h="38959" w="9138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33"/>
            <p:cNvSpPr/>
            <p:nvPr/>
          </p:nvSpPr>
          <p:spPr>
            <a:xfrm>
              <a:off x="9978552" y="-1622153"/>
              <a:ext cx="338037" cy="1441191"/>
            </a:xfrm>
            <a:custGeom>
              <a:rect b="b" l="l" r="r" t="t"/>
              <a:pathLst>
                <a:path extrusionOk="0" fill="none" h="38959" w="9138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33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h="38959" w="1381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33"/>
            <p:cNvSpPr/>
            <p:nvPr/>
          </p:nvSpPr>
          <p:spPr>
            <a:xfrm>
              <a:off x="10215857" y="-1622153"/>
              <a:ext cx="51087" cy="1441191"/>
            </a:xfrm>
            <a:custGeom>
              <a:rect b="b" l="l" r="r" t="t"/>
              <a:pathLst>
                <a:path extrusionOk="0" fill="none" h="38959" w="1381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33"/>
            <p:cNvSpPr/>
            <p:nvPr/>
          </p:nvSpPr>
          <p:spPr>
            <a:xfrm>
              <a:off x="9978552" y="-1376229"/>
              <a:ext cx="338037" cy="168316"/>
            </a:xfrm>
            <a:custGeom>
              <a:rect b="b" l="l" r="r" t="t"/>
              <a:pathLst>
                <a:path extrusionOk="0" h="4550" w="9138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33"/>
            <p:cNvSpPr/>
            <p:nvPr/>
          </p:nvSpPr>
          <p:spPr>
            <a:xfrm>
              <a:off x="9978552" y="-1376229"/>
              <a:ext cx="237344" cy="168316"/>
            </a:xfrm>
            <a:custGeom>
              <a:rect b="b" l="l" r="r" t="t"/>
              <a:pathLst>
                <a:path extrusionOk="0" fill="none" h="4550" w="6416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33"/>
            <p:cNvSpPr/>
            <p:nvPr/>
          </p:nvSpPr>
          <p:spPr>
            <a:xfrm>
              <a:off x="10266906" y="-1376229"/>
              <a:ext cx="49681" cy="84195"/>
            </a:xfrm>
            <a:custGeom>
              <a:rect b="b" l="l" r="r" t="t"/>
              <a:pathLst>
                <a:path extrusionOk="0" fill="none" h="2276" w="1343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33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h="2684" w="1381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33"/>
            <p:cNvSpPr/>
            <p:nvPr/>
          </p:nvSpPr>
          <p:spPr>
            <a:xfrm>
              <a:off x="10215857" y="-1376229"/>
              <a:ext cx="51087" cy="99288"/>
            </a:xfrm>
            <a:custGeom>
              <a:rect b="b" l="l" r="r" t="t"/>
              <a:pathLst>
                <a:path extrusionOk="0" fill="none" h="2684" w="1381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33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h="4239" w="857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33"/>
            <p:cNvSpPr/>
            <p:nvPr/>
          </p:nvSpPr>
          <p:spPr>
            <a:xfrm>
              <a:off x="10131700" y="-2191721"/>
              <a:ext cx="31703" cy="156811"/>
            </a:xfrm>
            <a:custGeom>
              <a:rect b="b" l="l" r="r" t="t"/>
              <a:pathLst>
                <a:path extrusionOk="0" fill="none" h="4239" w="857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33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h="1168" w="857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33"/>
            <p:cNvSpPr/>
            <p:nvPr/>
          </p:nvSpPr>
          <p:spPr>
            <a:xfrm>
              <a:off x="10131700" y="-2164421"/>
              <a:ext cx="31703" cy="43207"/>
            </a:xfrm>
            <a:custGeom>
              <a:rect b="b" l="l" r="r" t="t"/>
              <a:pathLst>
                <a:path extrusionOk="0" fill="none" h="1168" w="857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33"/>
            <p:cNvSpPr/>
            <p:nvPr/>
          </p:nvSpPr>
          <p:spPr>
            <a:xfrm>
              <a:off x="9990057" y="-2159390"/>
              <a:ext cx="315028" cy="22343"/>
            </a:xfrm>
            <a:custGeom>
              <a:rect b="b" l="l" r="r" t="t"/>
              <a:pathLst>
                <a:path extrusionOk="0" h="604" w="8516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33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h="5386" w="20083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33"/>
            <p:cNvSpPr/>
            <p:nvPr/>
          </p:nvSpPr>
          <p:spPr>
            <a:xfrm>
              <a:off x="9775021" y="-1668208"/>
              <a:ext cx="742920" cy="199242"/>
            </a:xfrm>
            <a:custGeom>
              <a:rect b="b" l="l" r="r" t="t"/>
              <a:pathLst>
                <a:path extrusionOk="0" fill="none" h="5386" w="20083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33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h="5386" w="13318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33"/>
            <p:cNvSpPr/>
            <p:nvPr/>
          </p:nvSpPr>
          <p:spPr>
            <a:xfrm>
              <a:off x="9901571" y="-2001877"/>
              <a:ext cx="492666" cy="199242"/>
            </a:xfrm>
            <a:custGeom>
              <a:rect b="b" l="l" r="r" t="t"/>
              <a:pathLst>
                <a:path extrusionOk="0" fill="none" h="5386" w="13318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33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h="4764" w="3617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33"/>
            <p:cNvSpPr/>
            <p:nvPr/>
          </p:nvSpPr>
          <p:spPr>
            <a:xfrm>
              <a:off x="9901571" y="-2001877"/>
              <a:ext cx="133802" cy="176232"/>
            </a:xfrm>
            <a:custGeom>
              <a:rect b="b" l="l" r="r" t="t"/>
              <a:pathLst>
                <a:path extrusionOk="0" fill="none" h="4764" w="3617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33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h="4764" w="3636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33"/>
            <p:cNvSpPr/>
            <p:nvPr/>
          </p:nvSpPr>
          <p:spPr>
            <a:xfrm>
              <a:off x="10259730" y="-2001877"/>
              <a:ext cx="134505" cy="176232"/>
            </a:xfrm>
            <a:custGeom>
              <a:rect b="b" l="l" r="r" t="t"/>
              <a:pathLst>
                <a:path extrusionOk="0" fill="none" h="4764" w="3636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33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h="1362" w="7271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33"/>
            <p:cNvSpPr/>
            <p:nvPr/>
          </p:nvSpPr>
          <p:spPr>
            <a:xfrm>
              <a:off x="10013066" y="-2001877"/>
              <a:ext cx="268972" cy="50384"/>
            </a:xfrm>
            <a:custGeom>
              <a:rect b="b" l="l" r="r" t="t"/>
              <a:pathLst>
                <a:path extrusionOk="0" fill="none" h="1362" w="7271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33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h="1362" w="319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33"/>
            <p:cNvSpPr/>
            <p:nvPr/>
          </p:nvSpPr>
          <p:spPr>
            <a:xfrm>
              <a:off x="9901571" y="-2001877"/>
              <a:ext cx="118006" cy="50384"/>
            </a:xfrm>
            <a:custGeom>
              <a:rect b="b" l="l" r="r" t="t"/>
              <a:pathLst>
                <a:path extrusionOk="0" fill="none" h="1362" w="319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33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h="1362" w="3209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33"/>
            <p:cNvSpPr/>
            <p:nvPr/>
          </p:nvSpPr>
          <p:spPr>
            <a:xfrm>
              <a:off x="10275525" y="-2001877"/>
              <a:ext cx="118709" cy="50384"/>
            </a:xfrm>
            <a:custGeom>
              <a:rect b="b" l="l" r="r" t="t"/>
              <a:pathLst>
                <a:path extrusionOk="0" fill="none" h="1362" w="3209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33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h="2353" w="11627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33"/>
            <p:cNvSpPr/>
            <p:nvPr/>
          </p:nvSpPr>
          <p:spPr>
            <a:xfrm>
              <a:off x="9932497" y="-1834303"/>
              <a:ext cx="430112" cy="87043"/>
            </a:xfrm>
            <a:custGeom>
              <a:rect b="b" l="l" r="r" t="t"/>
              <a:pathLst>
                <a:path extrusionOk="0" fill="none" h="2353" w="11627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33"/>
            <p:cNvSpPr/>
            <p:nvPr/>
          </p:nvSpPr>
          <p:spPr>
            <a:xfrm>
              <a:off x="9932497" y="-1834303"/>
              <a:ext cx="430112" cy="43170"/>
            </a:xfrm>
            <a:custGeom>
              <a:rect b="b" l="l" r="r" t="t"/>
              <a:pathLst>
                <a:path extrusionOk="0" h="1167" w="11627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33"/>
            <p:cNvSpPr/>
            <p:nvPr/>
          </p:nvSpPr>
          <p:spPr>
            <a:xfrm>
              <a:off x="9775021" y="-1658849"/>
              <a:ext cx="742920" cy="36734"/>
            </a:xfrm>
            <a:custGeom>
              <a:rect b="b" l="l" r="r" t="t"/>
              <a:pathLst>
                <a:path extrusionOk="0" h="993" w="20083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33"/>
            <p:cNvSpPr/>
            <p:nvPr/>
          </p:nvSpPr>
          <p:spPr>
            <a:xfrm>
              <a:off x="9775021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33"/>
            <p:cNvSpPr/>
            <p:nvPr/>
          </p:nvSpPr>
          <p:spPr>
            <a:xfrm>
              <a:off x="9867058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33"/>
            <p:cNvSpPr/>
            <p:nvPr/>
          </p:nvSpPr>
          <p:spPr>
            <a:xfrm>
              <a:off x="9961980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33"/>
            <p:cNvSpPr/>
            <p:nvPr/>
          </p:nvSpPr>
          <p:spPr>
            <a:xfrm>
              <a:off x="10056939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33"/>
            <p:cNvSpPr/>
            <p:nvPr/>
          </p:nvSpPr>
          <p:spPr>
            <a:xfrm>
              <a:off x="10151860" y="-1658849"/>
              <a:ext cx="84158" cy="36734"/>
            </a:xfrm>
            <a:custGeom>
              <a:rect b="b" l="l" r="r" t="t"/>
              <a:pathLst>
                <a:path extrusionOk="0" fill="none" h="993" w="2275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33"/>
            <p:cNvSpPr/>
            <p:nvPr/>
          </p:nvSpPr>
          <p:spPr>
            <a:xfrm>
              <a:off x="10247485" y="-1658849"/>
              <a:ext cx="83455" cy="36734"/>
            </a:xfrm>
            <a:custGeom>
              <a:rect b="b" l="l" r="r" t="t"/>
              <a:pathLst>
                <a:path extrusionOk="0" fill="none" h="993" w="2256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33"/>
            <p:cNvSpPr/>
            <p:nvPr/>
          </p:nvSpPr>
          <p:spPr>
            <a:xfrm>
              <a:off x="10342407" y="-1658849"/>
              <a:ext cx="83492" cy="36734"/>
            </a:xfrm>
            <a:custGeom>
              <a:rect b="b" l="l" r="r" t="t"/>
              <a:pathLst>
                <a:path extrusionOk="0" fill="none" h="993" w="2257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33"/>
            <p:cNvSpPr/>
            <p:nvPr/>
          </p:nvSpPr>
          <p:spPr>
            <a:xfrm>
              <a:off x="10437366" y="-1658849"/>
              <a:ext cx="80570" cy="36734"/>
            </a:xfrm>
            <a:custGeom>
              <a:rect b="b" l="l" r="r" t="t"/>
              <a:pathLst>
                <a:path extrusionOk="0" fill="none" h="993" w="2178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33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33"/>
            <p:cNvSpPr/>
            <p:nvPr/>
          </p:nvSpPr>
          <p:spPr>
            <a:xfrm>
              <a:off x="9855553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33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33"/>
            <p:cNvSpPr/>
            <p:nvPr/>
          </p:nvSpPr>
          <p:spPr>
            <a:xfrm>
              <a:off x="9855553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33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33"/>
            <p:cNvSpPr/>
            <p:nvPr/>
          </p:nvSpPr>
          <p:spPr>
            <a:xfrm>
              <a:off x="9950475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33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33"/>
            <p:cNvSpPr/>
            <p:nvPr/>
          </p:nvSpPr>
          <p:spPr>
            <a:xfrm>
              <a:off x="9950475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33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h="3636" w="313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33"/>
            <p:cNvSpPr/>
            <p:nvPr/>
          </p:nvSpPr>
          <p:spPr>
            <a:xfrm>
              <a:off x="10045397" y="-1622153"/>
              <a:ext cx="11579" cy="134505"/>
            </a:xfrm>
            <a:custGeom>
              <a:rect b="b" l="l" r="r" t="t"/>
              <a:pathLst>
                <a:path extrusionOk="0" fill="none" h="3636" w="313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33"/>
            <p:cNvSpPr/>
            <p:nvPr/>
          </p:nvSpPr>
          <p:spPr>
            <a:xfrm>
              <a:off x="10045397" y="-1658849"/>
              <a:ext cx="11579" cy="36734"/>
            </a:xfrm>
            <a:custGeom>
              <a:rect b="b" l="l" r="r" t="t"/>
              <a:pathLst>
                <a:path extrusionOk="0" h="993" w="313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33"/>
            <p:cNvSpPr/>
            <p:nvPr/>
          </p:nvSpPr>
          <p:spPr>
            <a:xfrm>
              <a:off x="10141059" y="-1622153"/>
              <a:ext cx="10839" cy="134505"/>
            </a:xfrm>
            <a:custGeom>
              <a:rect b="b" l="l" r="r" t="t"/>
              <a:pathLst>
                <a:path extrusionOk="0" h="3636" w="293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33"/>
            <p:cNvSpPr/>
            <p:nvPr/>
          </p:nvSpPr>
          <p:spPr>
            <a:xfrm>
              <a:off x="10141059" y="-1658849"/>
              <a:ext cx="10839" cy="36734"/>
            </a:xfrm>
            <a:custGeom>
              <a:rect b="b" l="l" r="r" t="t"/>
              <a:pathLst>
                <a:path extrusionOk="0" h="993" w="293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33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33"/>
            <p:cNvSpPr/>
            <p:nvPr/>
          </p:nvSpPr>
          <p:spPr>
            <a:xfrm>
              <a:off x="10235981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33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33"/>
            <p:cNvSpPr/>
            <p:nvPr/>
          </p:nvSpPr>
          <p:spPr>
            <a:xfrm>
              <a:off x="10235981" y="-1658849"/>
              <a:ext cx="11542" cy="36734"/>
            </a:xfrm>
            <a:custGeom>
              <a:rect b="b" l="l" r="r" t="t"/>
              <a:pathLst>
                <a:path extrusionOk="0" fill="none" h="993" w="312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33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33"/>
            <p:cNvSpPr/>
            <p:nvPr/>
          </p:nvSpPr>
          <p:spPr>
            <a:xfrm>
              <a:off x="10330902" y="-1622153"/>
              <a:ext cx="11542" cy="134505"/>
            </a:xfrm>
            <a:custGeom>
              <a:rect b="b" l="l" r="r" t="t"/>
              <a:pathLst>
                <a:path extrusionOk="0" fill="none" h="3636" w="312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33"/>
            <p:cNvSpPr/>
            <p:nvPr/>
          </p:nvSpPr>
          <p:spPr>
            <a:xfrm>
              <a:off x="10330902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33"/>
            <p:cNvSpPr/>
            <p:nvPr/>
          </p:nvSpPr>
          <p:spPr>
            <a:xfrm>
              <a:off x="10425861" y="-1622153"/>
              <a:ext cx="11542" cy="134505"/>
            </a:xfrm>
            <a:custGeom>
              <a:rect b="b" l="l" r="r" t="t"/>
              <a:pathLst>
                <a:path extrusionOk="0" h="3636" w="312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33"/>
            <p:cNvSpPr/>
            <p:nvPr/>
          </p:nvSpPr>
          <p:spPr>
            <a:xfrm>
              <a:off x="10425861" y="-1658849"/>
              <a:ext cx="11542" cy="36734"/>
            </a:xfrm>
            <a:custGeom>
              <a:rect b="b" l="l" r="r" t="t"/>
              <a:pathLst>
                <a:path extrusionOk="0" h="993" w="312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33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h="2995" w="20666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33"/>
            <p:cNvSpPr/>
            <p:nvPr/>
          </p:nvSpPr>
          <p:spPr>
            <a:xfrm>
              <a:off x="9765662" y="-1769603"/>
              <a:ext cx="764487" cy="110793"/>
            </a:xfrm>
            <a:custGeom>
              <a:rect b="b" l="l" r="r" t="t"/>
              <a:pathLst>
                <a:path extrusionOk="0" fill="none" h="2995" w="20666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33"/>
            <p:cNvSpPr/>
            <p:nvPr/>
          </p:nvSpPr>
          <p:spPr>
            <a:xfrm>
              <a:off x="10171281" y="-1769603"/>
              <a:ext cx="222954" cy="110793"/>
            </a:xfrm>
            <a:custGeom>
              <a:rect b="b" l="l" r="r" t="t"/>
              <a:pathLst>
                <a:path extrusionOk="0" h="2995" w="6027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33"/>
            <p:cNvSpPr/>
            <p:nvPr/>
          </p:nvSpPr>
          <p:spPr>
            <a:xfrm>
              <a:off x="9765662" y="-1769603"/>
              <a:ext cx="628577" cy="110793"/>
            </a:xfrm>
            <a:custGeom>
              <a:rect b="b" l="l" r="r" t="t"/>
              <a:pathLst>
                <a:path extrusionOk="0" fill="none" h="2995" w="16992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33"/>
            <p:cNvSpPr/>
            <p:nvPr/>
          </p:nvSpPr>
          <p:spPr>
            <a:xfrm>
              <a:off x="9932497" y="-1769603"/>
              <a:ext cx="238824" cy="110793"/>
            </a:xfrm>
            <a:custGeom>
              <a:rect b="b" l="l" r="r" t="t"/>
              <a:pathLst>
                <a:path extrusionOk="0" h="2995" w="6456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33"/>
            <p:cNvSpPr/>
            <p:nvPr/>
          </p:nvSpPr>
          <p:spPr>
            <a:xfrm>
              <a:off x="9765662" y="-1769603"/>
              <a:ext cx="405660" cy="110793"/>
            </a:xfrm>
            <a:custGeom>
              <a:rect b="b" l="l" r="r" t="t"/>
              <a:pathLst>
                <a:path extrusionOk="0" fill="none" h="2995" w="10966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33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h="2995" w="4511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33"/>
            <p:cNvSpPr/>
            <p:nvPr/>
          </p:nvSpPr>
          <p:spPr>
            <a:xfrm>
              <a:off x="9765662" y="-1769603"/>
              <a:ext cx="166873" cy="110793"/>
            </a:xfrm>
            <a:custGeom>
              <a:rect b="b" l="l" r="r" t="t"/>
              <a:pathLst>
                <a:path extrusionOk="0" fill="none" h="2995" w="4511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33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h="3014" w="20666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33"/>
            <p:cNvSpPr/>
            <p:nvPr/>
          </p:nvSpPr>
          <p:spPr>
            <a:xfrm>
              <a:off x="9765662" y="-1487686"/>
              <a:ext cx="764487" cy="111495"/>
            </a:xfrm>
            <a:custGeom>
              <a:rect b="b" l="l" r="r" t="t"/>
              <a:pathLst>
                <a:path extrusionOk="0" fill="none" h="3014" w="20666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33"/>
            <p:cNvSpPr/>
            <p:nvPr/>
          </p:nvSpPr>
          <p:spPr>
            <a:xfrm>
              <a:off x="10171281" y="-1487686"/>
              <a:ext cx="222954" cy="111495"/>
            </a:xfrm>
            <a:custGeom>
              <a:rect b="b" l="l" r="r" t="t"/>
              <a:pathLst>
                <a:path extrusionOk="0" h="3014" w="6027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33"/>
            <p:cNvSpPr/>
            <p:nvPr/>
          </p:nvSpPr>
          <p:spPr>
            <a:xfrm>
              <a:off x="9765662" y="-1487686"/>
              <a:ext cx="628577" cy="111495"/>
            </a:xfrm>
            <a:custGeom>
              <a:rect b="b" l="l" r="r" t="t"/>
              <a:pathLst>
                <a:path extrusionOk="0" fill="none" h="3014" w="16992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33"/>
            <p:cNvSpPr/>
            <p:nvPr/>
          </p:nvSpPr>
          <p:spPr>
            <a:xfrm>
              <a:off x="9932497" y="-1487686"/>
              <a:ext cx="238824" cy="111495"/>
            </a:xfrm>
            <a:custGeom>
              <a:rect b="b" l="l" r="r" t="t"/>
              <a:pathLst>
                <a:path extrusionOk="0" h="3014" w="6456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33"/>
            <p:cNvSpPr/>
            <p:nvPr/>
          </p:nvSpPr>
          <p:spPr>
            <a:xfrm>
              <a:off x="9765662" y="-1487686"/>
              <a:ext cx="405660" cy="111495"/>
            </a:xfrm>
            <a:custGeom>
              <a:rect b="b" l="l" r="r" t="t"/>
              <a:pathLst>
                <a:path extrusionOk="0" fill="none" h="3014" w="10966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33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h="3014" w="4511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33"/>
            <p:cNvSpPr/>
            <p:nvPr/>
          </p:nvSpPr>
          <p:spPr>
            <a:xfrm>
              <a:off x="9765662" y="-1487686"/>
              <a:ext cx="166873" cy="111495"/>
            </a:xfrm>
            <a:custGeom>
              <a:rect b="b" l="l" r="r" t="t"/>
              <a:pathLst>
                <a:path extrusionOk="0" fill="none" h="3014" w="4511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33"/>
            <p:cNvSpPr/>
            <p:nvPr/>
          </p:nvSpPr>
          <p:spPr>
            <a:xfrm>
              <a:off x="9880005" y="-1879618"/>
              <a:ext cx="535097" cy="76981"/>
            </a:xfrm>
            <a:custGeom>
              <a:rect b="b" l="l" r="r" t="t"/>
              <a:pathLst>
                <a:path extrusionOk="0" h="2081" w="14465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33"/>
            <p:cNvSpPr/>
            <p:nvPr/>
          </p:nvSpPr>
          <p:spPr>
            <a:xfrm>
              <a:off x="9880005" y="-1879618"/>
              <a:ext cx="426487" cy="76981"/>
            </a:xfrm>
            <a:custGeom>
              <a:rect b="b" l="l" r="r" t="t"/>
              <a:pathLst>
                <a:path extrusionOk="0" h="2081" w="11529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33"/>
            <p:cNvSpPr/>
            <p:nvPr/>
          </p:nvSpPr>
          <p:spPr>
            <a:xfrm>
              <a:off x="9880005" y="-1879618"/>
              <a:ext cx="243115" cy="76981"/>
            </a:xfrm>
            <a:custGeom>
              <a:rect b="b" l="l" r="r" t="t"/>
              <a:pathLst>
                <a:path extrusionOk="0" h="2081" w="6572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33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h="2062" w="16953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33"/>
            <p:cNvSpPr/>
            <p:nvPr/>
          </p:nvSpPr>
          <p:spPr>
            <a:xfrm>
              <a:off x="9833987" y="-2078118"/>
              <a:ext cx="627134" cy="76279"/>
            </a:xfrm>
            <a:custGeom>
              <a:rect b="b" l="l" r="r" t="t"/>
              <a:pathLst>
                <a:path extrusionOk="0" fill="none" h="2062" w="16953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33"/>
            <p:cNvSpPr/>
            <p:nvPr/>
          </p:nvSpPr>
          <p:spPr>
            <a:xfrm>
              <a:off x="10109430" y="-2078118"/>
              <a:ext cx="224397" cy="76279"/>
            </a:xfrm>
            <a:custGeom>
              <a:rect b="b" l="l" r="r" t="t"/>
              <a:pathLst>
                <a:path extrusionOk="0" h="2062" w="6066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33"/>
            <p:cNvSpPr/>
            <p:nvPr/>
          </p:nvSpPr>
          <p:spPr>
            <a:xfrm>
              <a:off x="9833987" y="-2078118"/>
              <a:ext cx="499843" cy="76279"/>
            </a:xfrm>
            <a:custGeom>
              <a:rect b="b" l="l" r="r" t="t"/>
              <a:pathLst>
                <a:path extrusionOk="0" fill="none" h="2062" w="13512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33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h="2062" w="7699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33"/>
            <p:cNvSpPr/>
            <p:nvPr/>
          </p:nvSpPr>
          <p:spPr>
            <a:xfrm>
              <a:off x="9833987" y="-2078118"/>
              <a:ext cx="284805" cy="76279"/>
            </a:xfrm>
            <a:custGeom>
              <a:rect b="b" l="l" r="r" t="t"/>
              <a:pathLst>
                <a:path extrusionOk="0" fill="none" h="2062" w="7699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16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2" name="Google Shape;3162;p34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3163" name="Google Shape;3163;p34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3164" name="Google Shape;3164;p34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5" name="Google Shape;3165;p34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rect b="b" l="l" r="r" t="t"/>
                <a:pathLst>
                  <a:path extrusionOk="0" h="24826" w="89427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66" name="Google Shape;3166;p34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7" name="Google Shape;3167;p34"/>
          <p:cNvGrpSpPr/>
          <p:nvPr/>
        </p:nvGrpSpPr>
        <p:grpSpPr>
          <a:xfrm flipH="1">
            <a:off x="85525" y="3197463"/>
            <a:ext cx="665236" cy="1946062"/>
            <a:chOff x="8991157" y="-2384450"/>
            <a:chExt cx="665236" cy="1946062"/>
          </a:xfrm>
        </p:grpSpPr>
        <p:sp>
          <p:nvSpPr>
            <p:cNvPr id="3168" name="Google Shape;3168;p34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34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34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34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34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34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34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34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34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34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34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34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34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34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34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34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34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34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34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34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34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34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34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34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34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34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34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34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6" name="Google Shape;3196;p34"/>
          <p:cNvGrpSpPr/>
          <p:nvPr/>
        </p:nvGrpSpPr>
        <p:grpSpPr>
          <a:xfrm>
            <a:off x="2729782" y="141845"/>
            <a:ext cx="965604" cy="239081"/>
            <a:chOff x="4036326" y="-955475"/>
            <a:chExt cx="1775987" cy="439811"/>
          </a:xfrm>
        </p:grpSpPr>
        <p:sp>
          <p:nvSpPr>
            <p:cNvPr id="3197" name="Google Shape;3197;p34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34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9" name="Google Shape;3199;p34"/>
          <p:cNvGrpSpPr/>
          <p:nvPr/>
        </p:nvGrpSpPr>
        <p:grpSpPr>
          <a:xfrm>
            <a:off x="5592732" y="141845"/>
            <a:ext cx="965604" cy="239081"/>
            <a:chOff x="4036326" y="-955475"/>
            <a:chExt cx="1775987" cy="439811"/>
          </a:xfrm>
        </p:grpSpPr>
        <p:sp>
          <p:nvSpPr>
            <p:cNvPr id="3200" name="Google Shape;3200;p34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34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2" name="Google Shape;3202;p34"/>
          <p:cNvGrpSpPr/>
          <p:nvPr/>
        </p:nvGrpSpPr>
        <p:grpSpPr>
          <a:xfrm flipH="1">
            <a:off x="8430773" y="3938138"/>
            <a:ext cx="811246" cy="1205364"/>
            <a:chOff x="8044750" y="-1789024"/>
            <a:chExt cx="811246" cy="1205364"/>
          </a:xfrm>
        </p:grpSpPr>
        <p:sp>
          <p:nvSpPr>
            <p:cNvPr id="3203" name="Google Shape;3203;p34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34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34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34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34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34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34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34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34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34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34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34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34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34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34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34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34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34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34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34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3" name="Google Shape;3223;p34"/>
          <p:cNvGrpSpPr/>
          <p:nvPr/>
        </p:nvGrpSpPr>
        <p:grpSpPr>
          <a:xfrm flipH="1">
            <a:off x="8430773" y="3938138"/>
            <a:ext cx="811246" cy="1205364"/>
            <a:chOff x="8044750" y="-1789024"/>
            <a:chExt cx="811246" cy="1205364"/>
          </a:xfrm>
        </p:grpSpPr>
        <p:sp>
          <p:nvSpPr>
            <p:cNvPr id="3224" name="Google Shape;3224;p34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34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34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34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34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34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34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34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34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34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34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34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34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34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34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34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34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34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34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34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i="1"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i="1"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i="1"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i="1"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i="1"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i="1"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i="1"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i="1"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i="1"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openflights.org" TargetMode="External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7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35"/>
          <p:cNvGrpSpPr/>
          <p:nvPr/>
        </p:nvGrpSpPr>
        <p:grpSpPr>
          <a:xfrm>
            <a:off x="7460020" y="3197463"/>
            <a:ext cx="665236" cy="1946062"/>
            <a:chOff x="8991157" y="-2384450"/>
            <a:chExt cx="665236" cy="1946062"/>
          </a:xfrm>
        </p:grpSpPr>
        <p:sp>
          <p:nvSpPr>
            <p:cNvPr id="3249" name="Google Shape;3249;p35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35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35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35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35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35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35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35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35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35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35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35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35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35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35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35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35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35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35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35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35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35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35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35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35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35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35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35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7" name="Google Shape;3277;p35"/>
          <p:cNvSpPr txBox="1"/>
          <p:nvPr>
            <p:ph type="ctrTitle"/>
          </p:nvPr>
        </p:nvSpPr>
        <p:spPr>
          <a:xfrm>
            <a:off x="112725" y="917425"/>
            <a:ext cx="6128700" cy="23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chemeClr val="lt2"/>
                </a:solidFill>
              </a:rPr>
              <a:t>Airport Hub Optimization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3278" name="Google Shape;3278;p35"/>
          <p:cNvSpPr txBox="1"/>
          <p:nvPr>
            <p:ph idx="1" type="subTitle"/>
          </p:nvPr>
        </p:nvSpPr>
        <p:spPr>
          <a:xfrm>
            <a:off x="744225" y="3449206"/>
            <a:ext cx="4655700" cy="3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Allison McMahon and Isabella McCoy</a:t>
            </a:r>
            <a:endParaRPr/>
          </a:p>
        </p:txBody>
      </p:sp>
      <p:grpSp>
        <p:nvGrpSpPr>
          <p:cNvPr id="3279" name="Google Shape;3279;p35"/>
          <p:cNvGrpSpPr/>
          <p:nvPr/>
        </p:nvGrpSpPr>
        <p:grpSpPr>
          <a:xfrm>
            <a:off x="5516375" y="1285717"/>
            <a:ext cx="3480245" cy="1373835"/>
            <a:chOff x="4112050" y="-2536483"/>
            <a:chExt cx="3480245" cy="1373835"/>
          </a:xfrm>
        </p:grpSpPr>
        <p:sp>
          <p:nvSpPr>
            <p:cNvPr id="3280" name="Google Shape;3280;p35"/>
            <p:cNvSpPr/>
            <p:nvPr/>
          </p:nvSpPr>
          <p:spPr>
            <a:xfrm>
              <a:off x="5347543" y="-1715908"/>
              <a:ext cx="272000" cy="553260"/>
            </a:xfrm>
            <a:custGeom>
              <a:rect b="b" l="l" r="r" t="t"/>
              <a:pathLst>
                <a:path extrusionOk="0" h="20552" w="10104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35"/>
            <p:cNvSpPr/>
            <p:nvPr/>
          </p:nvSpPr>
          <p:spPr>
            <a:xfrm>
              <a:off x="5347543" y="-1715908"/>
              <a:ext cx="272000" cy="553260"/>
            </a:xfrm>
            <a:custGeom>
              <a:rect b="b" l="l" r="r" t="t"/>
              <a:pathLst>
                <a:path extrusionOk="0" h="20552" w="10104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35"/>
            <p:cNvSpPr/>
            <p:nvPr/>
          </p:nvSpPr>
          <p:spPr>
            <a:xfrm>
              <a:off x="5952274" y="-2294607"/>
              <a:ext cx="752333" cy="316579"/>
            </a:xfrm>
            <a:custGeom>
              <a:rect b="b" l="l" r="r" t="t"/>
              <a:pathLst>
                <a:path extrusionOk="0" h="11760" w="27947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35"/>
            <p:cNvSpPr/>
            <p:nvPr/>
          </p:nvSpPr>
          <p:spPr>
            <a:xfrm>
              <a:off x="5952274" y="-2294607"/>
              <a:ext cx="752333" cy="316579"/>
            </a:xfrm>
            <a:custGeom>
              <a:rect b="b" l="l" r="r" t="t"/>
              <a:pathLst>
                <a:path extrusionOk="0" h="11760" w="27947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35"/>
            <p:cNvSpPr/>
            <p:nvPr/>
          </p:nvSpPr>
          <p:spPr>
            <a:xfrm>
              <a:off x="5958062" y="-2441590"/>
              <a:ext cx="526636" cy="159743"/>
            </a:xfrm>
            <a:custGeom>
              <a:rect b="b" l="l" r="r" t="t"/>
              <a:pathLst>
                <a:path extrusionOk="0" h="5934" w="19563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35"/>
            <p:cNvSpPr/>
            <p:nvPr/>
          </p:nvSpPr>
          <p:spPr>
            <a:xfrm>
              <a:off x="5382835" y="-2302118"/>
              <a:ext cx="526636" cy="159743"/>
            </a:xfrm>
            <a:custGeom>
              <a:rect b="b" l="l" r="r" t="t"/>
              <a:pathLst>
                <a:path extrusionOk="0" h="5934" w="19563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35"/>
            <p:cNvSpPr/>
            <p:nvPr/>
          </p:nvSpPr>
          <p:spPr>
            <a:xfrm>
              <a:off x="5958062" y="-2396445"/>
              <a:ext cx="526636" cy="114598"/>
            </a:xfrm>
            <a:custGeom>
              <a:rect b="b" l="l" r="r" t="t"/>
              <a:pathLst>
                <a:path extrusionOk="0" h="4257" w="19563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35"/>
            <p:cNvSpPr/>
            <p:nvPr/>
          </p:nvSpPr>
          <p:spPr>
            <a:xfrm>
              <a:off x="5385150" y="-2270298"/>
              <a:ext cx="524321" cy="105930"/>
            </a:xfrm>
            <a:custGeom>
              <a:rect b="b" l="l" r="r" t="t"/>
              <a:pathLst>
                <a:path extrusionOk="0" h="3935" w="19477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35"/>
            <p:cNvSpPr/>
            <p:nvPr/>
          </p:nvSpPr>
          <p:spPr>
            <a:xfrm>
              <a:off x="4763648" y="-1801567"/>
              <a:ext cx="451987" cy="241338"/>
            </a:xfrm>
            <a:custGeom>
              <a:rect b="b" l="l" r="r" t="t"/>
              <a:pathLst>
                <a:path extrusionOk="0" h="8965" w="1679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35"/>
            <p:cNvSpPr/>
            <p:nvPr/>
          </p:nvSpPr>
          <p:spPr>
            <a:xfrm>
              <a:off x="4833667" y="-1546366"/>
              <a:ext cx="452552" cy="240772"/>
            </a:xfrm>
            <a:custGeom>
              <a:rect b="b" l="l" r="r" t="t"/>
              <a:pathLst>
                <a:path extrusionOk="0" h="8944" w="16811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35"/>
            <p:cNvSpPr/>
            <p:nvPr/>
          </p:nvSpPr>
          <p:spPr>
            <a:xfrm>
              <a:off x="4902529" y="-1794622"/>
              <a:ext cx="313107" cy="234392"/>
            </a:xfrm>
            <a:custGeom>
              <a:rect b="b" l="l" r="r" t="t"/>
              <a:pathLst>
                <a:path extrusionOk="0" h="8707" w="11631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35"/>
            <p:cNvSpPr/>
            <p:nvPr/>
          </p:nvSpPr>
          <p:spPr>
            <a:xfrm>
              <a:off x="5020573" y="-1528410"/>
              <a:ext cx="265647" cy="222817"/>
            </a:xfrm>
            <a:custGeom>
              <a:rect b="b" l="l" r="r" t="t"/>
              <a:pathLst>
                <a:path extrusionOk="0" h="8277" w="9868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35"/>
            <p:cNvSpPr/>
            <p:nvPr/>
          </p:nvSpPr>
          <p:spPr>
            <a:xfrm>
              <a:off x="6835358" y="-1828756"/>
              <a:ext cx="756937" cy="277222"/>
            </a:xfrm>
            <a:custGeom>
              <a:rect b="b" l="l" r="r" t="t"/>
              <a:pathLst>
                <a:path extrusionOk="0" h="10298" w="28118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35"/>
            <p:cNvSpPr/>
            <p:nvPr/>
          </p:nvSpPr>
          <p:spPr>
            <a:xfrm>
              <a:off x="6835358" y="-1828756"/>
              <a:ext cx="756937" cy="277222"/>
            </a:xfrm>
            <a:custGeom>
              <a:rect b="b" l="l" r="r" t="t"/>
              <a:pathLst>
                <a:path extrusionOk="0" fill="none" h="10298" w="28118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35"/>
            <p:cNvSpPr/>
            <p:nvPr/>
          </p:nvSpPr>
          <p:spPr>
            <a:xfrm>
              <a:off x="4112050" y="-2490208"/>
              <a:ext cx="3054909" cy="1005220"/>
            </a:xfrm>
            <a:custGeom>
              <a:rect b="b" l="l" r="r" t="t"/>
              <a:pathLst>
                <a:path extrusionOk="0" h="37341" w="113481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35"/>
            <p:cNvSpPr/>
            <p:nvPr/>
          </p:nvSpPr>
          <p:spPr>
            <a:xfrm>
              <a:off x="4112050" y="-2490208"/>
              <a:ext cx="3054909" cy="1005220"/>
            </a:xfrm>
            <a:custGeom>
              <a:rect b="b" l="l" r="r" t="t"/>
              <a:pathLst>
                <a:path extrusionOk="0" fill="none" h="37341" w="113481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35"/>
            <p:cNvSpPr/>
            <p:nvPr/>
          </p:nvSpPr>
          <p:spPr>
            <a:xfrm>
              <a:off x="6440684" y="-2230376"/>
              <a:ext cx="899316" cy="600128"/>
            </a:xfrm>
            <a:custGeom>
              <a:rect b="b" l="l" r="r" t="t"/>
              <a:pathLst>
                <a:path extrusionOk="0" h="22293" w="33407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35"/>
            <p:cNvSpPr/>
            <p:nvPr/>
          </p:nvSpPr>
          <p:spPr>
            <a:xfrm>
              <a:off x="5422758" y="-2536483"/>
              <a:ext cx="1784150" cy="497105"/>
            </a:xfrm>
            <a:custGeom>
              <a:rect b="b" l="l" r="r" t="t"/>
              <a:pathLst>
                <a:path extrusionOk="0" h="18466" w="66276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35"/>
            <p:cNvSpPr/>
            <p:nvPr/>
          </p:nvSpPr>
          <p:spPr>
            <a:xfrm>
              <a:off x="4200563" y="-2424819"/>
              <a:ext cx="54432" cy="64285"/>
            </a:xfrm>
            <a:custGeom>
              <a:rect b="b" l="l" r="r" t="t"/>
              <a:pathLst>
                <a:path extrusionOk="0" h="2388" w="2022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35"/>
            <p:cNvSpPr/>
            <p:nvPr/>
          </p:nvSpPr>
          <p:spPr>
            <a:xfrm>
              <a:off x="4299521" y="-2320639"/>
              <a:ext cx="55590" cy="100142"/>
            </a:xfrm>
            <a:custGeom>
              <a:rect b="b" l="l" r="r" t="t"/>
              <a:pathLst>
                <a:path extrusionOk="0" h="3720" w="2065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35"/>
            <p:cNvSpPr/>
            <p:nvPr/>
          </p:nvSpPr>
          <p:spPr>
            <a:xfrm>
              <a:off x="4299521" y="-2320639"/>
              <a:ext cx="55590" cy="100142"/>
            </a:xfrm>
            <a:custGeom>
              <a:rect b="b" l="l" r="r" t="t"/>
              <a:pathLst>
                <a:path extrusionOk="0" fill="none" h="3720" w="2065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35"/>
            <p:cNvSpPr/>
            <p:nvPr/>
          </p:nvSpPr>
          <p:spPr>
            <a:xfrm>
              <a:off x="4378235" y="-2261630"/>
              <a:ext cx="24901" cy="29558"/>
            </a:xfrm>
            <a:custGeom>
              <a:rect b="b" l="l" r="r" t="t"/>
              <a:pathLst>
                <a:path extrusionOk="0" h="1098" w="925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35"/>
            <p:cNvSpPr/>
            <p:nvPr/>
          </p:nvSpPr>
          <p:spPr>
            <a:xfrm>
              <a:off x="4378235" y="-2261630"/>
              <a:ext cx="24901" cy="29558"/>
            </a:xfrm>
            <a:custGeom>
              <a:rect b="b" l="l" r="r" t="t"/>
              <a:pathLst>
                <a:path extrusionOk="0" fill="none" h="1098" w="925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35"/>
            <p:cNvSpPr/>
            <p:nvPr/>
          </p:nvSpPr>
          <p:spPr>
            <a:xfrm>
              <a:off x="4408897" y="-2250054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35"/>
            <p:cNvSpPr/>
            <p:nvPr/>
          </p:nvSpPr>
          <p:spPr>
            <a:xfrm>
              <a:off x="4408897" y="-2250054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35"/>
            <p:cNvSpPr/>
            <p:nvPr/>
          </p:nvSpPr>
          <p:spPr>
            <a:xfrm>
              <a:off x="4439585" y="-2237886"/>
              <a:ext cx="24309" cy="28966"/>
            </a:xfrm>
            <a:custGeom>
              <a:rect b="b" l="l" r="r" t="t"/>
              <a:pathLst>
                <a:path extrusionOk="0" h="1076" w="903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35"/>
            <p:cNvSpPr/>
            <p:nvPr/>
          </p:nvSpPr>
          <p:spPr>
            <a:xfrm>
              <a:off x="4439585" y="-2237886"/>
              <a:ext cx="24309" cy="28966"/>
            </a:xfrm>
            <a:custGeom>
              <a:rect b="b" l="l" r="r" t="t"/>
              <a:pathLst>
                <a:path extrusionOk="0" fill="none" h="1076" w="903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35"/>
            <p:cNvSpPr/>
            <p:nvPr/>
          </p:nvSpPr>
          <p:spPr>
            <a:xfrm>
              <a:off x="4470247" y="-2226311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35"/>
            <p:cNvSpPr/>
            <p:nvPr/>
          </p:nvSpPr>
          <p:spPr>
            <a:xfrm>
              <a:off x="4470247" y="-2226311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35"/>
            <p:cNvSpPr/>
            <p:nvPr/>
          </p:nvSpPr>
          <p:spPr>
            <a:xfrm>
              <a:off x="4500909" y="-2214170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35"/>
            <p:cNvSpPr/>
            <p:nvPr/>
          </p:nvSpPr>
          <p:spPr>
            <a:xfrm>
              <a:off x="4500909" y="-2214170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35"/>
            <p:cNvSpPr/>
            <p:nvPr/>
          </p:nvSpPr>
          <p:spPr>
            <a:xfrm>
              <a:off x="4531598" y="-2202594"/>
              <a:ext cx="24309" cy="29531"/>
            </a:xfrm>
            <a:custGeom>
              <a:rect b="b" l="l" r="r" t="t"/>
              <a:pathLst>
                <a:path extrusionOk="0" h="1097" w="903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35"/>
            <p:cNvSpPr/>
            <p:nvPr/>
          </p:nvSpPr>
          <p:spPr>
            <a:xfrm>
              <a:off x="4531598" y="-2202594"/>
              <a:ext cx="24309" cy="29531"/>
            </a:xfrm>
            <a:custGeom>
              <a:rect b="b" l="l" r="r" t="t"/>
              <a:pathLst>
                <a:path extrusionOk="0" fill="none" h="1097" w="903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35"/>
            <p:cNvSpPr/>
            <p:nvPr/>
          </p:nvSpPr>
          <p:spPr>
            <a:xfrm>
              <a:off x="4562260" y="-2190427"/>
              <a:ext cx="24336" cy="28939"/>
            </a:xfrm>
            <a:custGeom>
              <a:rect b="b" l="l" r="r" t="t"/>
              <a:pathLst>
                <a:path extrusionOk="0" h="1075" w="904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35"/>
            <p:cNvSpPr/>
            <p:nvPr/>
          </p:nvSpPr>
          <p:spPr>
            <a:xfrm>
              <a:off x="4562260" y="-2190427"/>
              <a:ext cx="24336" cy="28939"/>
            </a:xfrm>
            <a:custGeom>
              <a:rect b="b" l="l" r="r" t="t"/>
              <a:pathLst>
                <a:path extrusionOk="0" fill="none" h="1075" w="904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35"/>
            <p:cNvSpPr/>
            <p:nvPr/>
          </p:nvSpPr>
          <p:spPr>
            <a:xfrm>
              <a:off x="4592922" y="-2178878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35"/>
            <p:cNvSpPr/>
            <p:nvPr/>
          </p:nvSpPr>
          <p:spPr>
            <a:xfrm>
              <a:off x="4592922" y="-2178878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35"/>
            <p:cNvSpPr/>
            <p:nvPr/>
          </p:nvSpPr>
          <p:spPr>
            <a:xfrm>
              <a:off x="4623611" y="-2167302"/>
              <a:ext cx="24309" cy="29558"/>
            </a:xfrm>
            <a:custGeom>
              <a:rect b="b" l="l" r="r" t="t"/>
              <a:pathLst>
                <a:path extrusionOk="0" h="1098" w="903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35"/>
            <p:cNvSpPr/>
            <p:nvPr/>
          </p:nvSpPr>
          <p:spPr>
            <a:xfrm>
              <a:off x="4623611" y="-2167302"/>
              <a:ext cx="24309" cy="29558"/>
            </a:xfrm>
            <a:custGeom>
              <a:rect b="b" l="l" r="r" t="t"/>
              <a:pathLst>
                <a:path extrusionOk="0" fill="none" h="1098" w="903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35"/>
            <p:cNvSpPr/>
            <p:nvPr/>
          </p:nvSpPr>
          <p:spPr>
            <a:xfrm>
              <a:off x="4653680" y="-2155134"/>
              <a:ext cx="24928" cy="28966"/>
            </a:xfrm>
            <a:custGeom>
              <a:rect b="b" l="l" r="r" t="t"/>
              <a:pathLst>
                <a:path extrusionOk="0" h="1076" w="926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35"/>
            <p:cNvSpPr/>
            <p:nvPr/>
          </p:nvSpPr>
          <p:spPr>
            <a:xfrm>
              <a:off x="4653680" y="-2155134"/>
              <a:ext cx="24928" cy="28966"/>
            </a:xfrm>
            <a:custGeom>
              <a:rect b="b" l="l" r="r" t="t"/>
              <a:pathLst>
                <a:path extrusionOk="0" fill="none" h="1076" w="926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35"/>
            <p:cNvSpPr/>
            <p:nvPr/>
          </p:nvSpPr>
          <p:spPr>
            <a:xfrm>
              <a:off x="4684369" y="-2143559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35"/>
            <p:cNvSpPr/>
            <p:nvPr/>
          </p:nvSpPr>
          <p:spPr>
            <a:xfrm>
              <a:off x="4684369" y="-2143559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35"/>
            <p:cNvSpPr/>
            <p:nvPr/>
          </p:nvSpPr>
          <p:spPr>
            <a:xfrm>
              <a:off x="4715031" y="-2131418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35"/>
            <p:cNvSpPr/>
            <p:nvPr/>
          </p:nvSpPr>
          <p:spPr>
            <a:xfrm>
              <a:off x="4715031" y="-2131418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35"/>
            <p:cNvSpPr/>
            <p:nvPr/>
          </p:nvSpPr>
          <p:spPr>
            <a:xfrm>
              <a:off x="4745693" y="-2119842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35"/>
            <p:cNvSpPr/>
            <p:nvPr/>
          </p:nvSpPr>
          <p:spPr>
            <a:xfrm>
              <a:off x="4745693" y="-2119842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35"/>
            <p:cNvSpPr/>
            <p:nvPr/>
          </p:nvSpPr>
          <p:spPr>
            <a:xfrm>
              <a:off x="4881127" y="-2088588"/>
              <a:ext cx="24309" cy="28966"/>
            </a:xfrm>
            <a:custGeom>
              <a:rect b="b" l="l" r="r" t="t"/>
              <a:pathLst>
                <a:path extrusionOk="0" h="1076" w="903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35"/>
            <p:cNvSpPr/>
            <p:nvPr/>
          </p:nvSpPr>
          <p:spPr>
            <a:xfrm>
              <a:off x="4881127" y="-2088588"/>
              <a:ext cx="24309" cy="28966"/>
            </a:xfrm>
            <a:custGeom>
              <a:rect b="b" l="l" r="r" t="t"/>
              <a:pathLst>
                <a:path extrusionOk="0" fill="none" h="1076" w="903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35"/>
            <p:cNvSpPr/>
            <p:nvPr/>
          </p:nvSpPr>
          <p:spPr>
            <a:xfrm>
              <a:off x="4911789" y="-2077013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35"/>
            <p:cNvSpPr/>
            <p:nvPr/>
          </p:nvSpPr>
          <p:spPr>
            <a:xfrm>
              <a:off x="4911789" y="-2077013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35"/>
            <p:cNvSpPr/>
            <p:nvPr/>
          </p:nvSpPr>
          <p:spPr>
            <a:xfrm>
              <a:off x="4942451" y="-2064872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35"/>
            <p:cNvSpPr/>
            <p:nvPr/>
          </p:nvSpPr>
          <p:spPr>
            <a:xfrm>
              <a:off x="4942451" y="-2064872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35"/>
            <p:cNvSpPr/>
            <p:nvPr/>
          </p:nvSpPr>
          <p:spPr>
            <a:xfrm>
              <a:off x="4973140" y="-2053296"/>
              <a:ext cx="24309" cy="28966"/>
            </a:xfrm>
            <a:custGeom>
              <a:rect b="b" l="l" r="r" t="t"/>
              <a:pathLst>
                <a:path extrusionOk="0" h="1076" w="903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35"/>
            <p:cNvSpPr/>
            <p:nvPr/>
          </p:nvSpPr>
          <p:spPr>
            <a:xfrm>
              <a:off x="4973140" y="-2053296"/>
              <a:ext cx="24309" cy="28966"/>
            </a:xfrm>
            <a:custGeom>
              <a:rect b="b" l="l" r="r" t="t"/>
              <a:pathLst>
                <a:path extrusionOk="0" fill="none" h="1076" w="903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35"/>
            <p:cNvSpPr/>
            <p:nvPr/>
          </p:nvSpPr>
          <p:spPr>
            <a:xfrm>
              <a:off x="5003209" y="-2041720"/>
              <a:ext cx="24928" cy="29558"/>
            </a:xfrm>
            <a:custGeom>
              <a:rect b="b" l="l" r="r" t="t"/>
              <a:pathLst>
                <a:path extrusionOk="0" h="1098" w="926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35"/>
            <p:cNvSpPr/>
            <p:nvPr/>
          </p:nvSpPr>
          <p:spPr>
            <a:xfrm>
              <a:off x="5003209" y="-2041720"/>
              <a:ext cx="24928" cy="29558"/>
            </a:xfrm>
            <a:custGeom>
              <a:rect b="b" l="l" r="r" t="t"/>
              <a:pathLst>
                <a:path extrusionOk="0" fill="none" h="1098" w="926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35"/>
            <p:cNvSpPr/>
            <p:nvPr/>
          </p:nvSpPr>
          <p:spPr>
            <a:xfrm>
              <a:off x="5033898" y="-2029553"/>
              <a:ext cx="24336" cy="28939"/>
            </a:xfrm>
            <a:custGeom>
              <a:rect b="b" l="l" r="r" t="t"/>
              <a:pathLst>
                <a:path extrusionOk="0" h="1075" w="904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35"/>
            <p:cNvSpPr/>
            <p:nvPr/>
          </p:nvSpPr>
          <p:spPr>
            <a:xfrm>
              <a:off x="5033898" y="-2029553"/>
              <a:ext cx="24336" cy="28939"/>
            </a:xfrm>
            <a:custGeom>
              <a:rect b="b" l="l" r="r" t="t"/>
              <a:pathLst>
                <a:path extrusionOk="0" fill="none" h="1075" w="904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35"/>
            <p:cNvSpPr/>
            <p:nvPr/>
          </p:nvSpPr>
          <p:spPr>
            <a:xfrm>
              <a:off x="5064560" y="-2017977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35"/>
            <p:cNvSpPr/>
            <p:nvPr/>
          </p:nvSpPr>
          <p:spPr>
            <a:xfrm>
              <a:off x="5064560" y="-2017977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35"/>
            <p:cNvSpPr/>
            <p:nvPr/>
          </p:nvSpPr>
          <p:spPr>
            <a:xfrm>
              <a:off x="5095222" y="-2005836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35"/>
            <p:cNvSpPr/>
            <p:nvPr/>
          </p:nvSpPr>
          <p:spPr>
            <a:xfrm>
              <a:off x="5095222" y="-2005836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35"/>
            <p:cNvSpPr/>
            <p:nvPr/>
          </p:nvSpPr>
          <p:spPr>
            <a:xfrm>
              <a:off x="5125911" y="-1994260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35"/>
            <p:cNvSpPr/>
            <p:nvPr/>
          </p:nvSpPr>
          <p:spPr>
            <a:xfrm>
              <a:off x="5125911" y="-1994260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35"/>
            <p:cNvSpPr/>
            <p:nvPr/>
          </p:nvSpPr>
          <p:spPr>
            <a:xfrm>
              <a:off x="5156573" y="-1982120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35"/>
            <p:cNvSpPr/>
            <p:nvPr/>
          </p:nvSpPr>
          <p:spPr>
            <a:xfrm>
              <a:off x="5156573" y="-1982120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35"/>
            <p:cNvSpPr/>
            <p:nvPr/>
          </p:nvSpPr>
          <p:spPr>
            <a:xfrm>
              <a:off x="5187235" y="-1970544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35"/>
            <p:cNvSpPr/>
            <p:nvPr/>
          </p:nvSpPr>
          <p:spPr>
            <a:xfrm>
              <a:off x="5187235" y="-1970544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35"/>
            <p:cNvSpPr/>
            <p:nvPr/>
          </p:nvSpPr>
          <p:spPr>
            <a:xfrm>
              <a:off x="5217923" y="-1958968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35"/>
            <p:cNvSpPr/>
            <p:nvPr/>
          </p:nvSpPr>
          <p:spPr>
            <a:xfrm>
              <a:off x="5217923" y="-1958968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35"/>
            <p:cNvSpPr/>
            <p:nvPr/>
          </p:nvSpPr>
          <p:spPr>
            <a:xfrm>
              <a:off x="5248585" y="-1946801"/>
              <a:ext cx="24336" cy="28939"/>
            </a:xfrm>
            <a:custGeom>
              <a:rect b="b" l="l" r="r" t="t"/>
              <a:pathLst>
                <a:path extrusionOk="0" h="1075" w="904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35"/>
            <p:cNvSpPr/>
            <p:nvPr/>
          </p:nvSpPr>
          <p:spPr>
            <a:xfrm>
              <a:off x="5248585" y="-1946801"/>
              <a:ext cx="24336" cy="28939"/>
            </a:xfrm>
            <a:custGeom>
              <a:rect b="b" l="l" r="r" t="t"/>
              <a:pathLst>
                <a:path extrusionOk="0" fill="none" h="1075" w="904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35"/>
            <p:cNvSpPr/>
            <p:nvPr/>
          </p:nvSpPr>
          <p:spPr>
            <a:xfrm>
              <a:off x="5404264" y="-1894737"/>
              <a:ext cx="24309" cy="28966"/>
            </a:xfrm>
            <a:custGeom>
              <a:rect b="b" l="l" r="r" t="t"/>
              <a:pathLst>
                <a:path extrusionOk="0" h="1076" w="903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35"/>
            <p:cNvSpPr/>
            <p:nvPr/>
          </p:nvSpPr>
          <p:spPr>
            <a:xfrm>
              <a:off x="5404264" y="-1894737"/>
              <a:ext cx="24309" cy="28966"/>
            </a:xfrm>
            <a:custGeom>
              <a:rect b="b" l="l" r="r" t="t"/>
              <a:pathLst>
                <a:path extrusionOk="0" fill="none" h="1076" w="903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35"/>
            <p:cNvSpPr/>
            <p:nvPr/>
          </p:nvSpPr>
          <p:spPr>
            <a:xfrm>
              <a:off x="5434925" y="-1883162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35"/>
            <p:cNvSpPr/>
            <p:nvPr/>
          </p:nvSpPr>
          <p:spPr>
            <a:xfrm>
              <a:off x="5434925" y="-1883162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35"/>
            <p:cNvSpPr/>
            <p:nvPr/>
          </p:nvSpPr>
          <p:spPr>
            <a:xfrm>
              <a:off x="5465587" y="-1871586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35"/>
            <p:cNvSpPr/>
            <p:nvPr/>
          </p:nvSpPr>
          <p:spPr>
            <a:xfrm>
              <a:off x="5465587" y="-1871586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35"/>
            <p:cNvSpPr/>
            <p:nvPr/>
          </p:nvSpPr>
          <p:spPr>
            <a:xfrm>
              <a:off x="5496276" y="-1859418"/>
              <a:ext cx="24309" cy="28939"/>
            </a:xfrm>
            <a:custGeom>
              <a:rect b="b" l="l" r="r" t="t"/>
              <a:pathLst>
                <a:path extrusionOk="0" h="1075" w="903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35"/>
            <p:cNvSpPr/>
            <p:nvPr/>
          </p:nvSpPr>
          <p:spPr>
            <a:xfrm>
              <a:off x="5496276" y="-1859418"/>
              <a:ext cx="24309" cy="28939"/>
            </a:xfrm>
            <a:custGeom>
              <a:rect b="b" l="l" r="r" t="t"/>
              <a:pathLst>
                <a:path extrusionOk="0" fill="none" h="1075" w="903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35"/>
            <p:cNvSpPr/>
            <p:nvPr/>
          </p:nvSpPr>
          <p:spPr>
            <a:xfrm>
              <a:off x="5526346" y="-1847843"/>
              <a:ext cx="24928" cy="29531"/>
            </a:xfrm>
            <a:custGeom>
              <a:rect b="b" l="l" r="r" t="t"/>
              <a:pathLst>
                <a:path extrusionOk="0" h="1097" w="926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35"/>
            <p:cNvSpPr/>
            <p:nvPr/>
          </p:nvSpPr>
          <p:spPr>
            <a:xfrm>
              <a:off x="5526346" y="-1847843"/>
              <a:ext cx="24928" cy="29531"/>
            </a:xfrm>
            <a:custGeom>
              <a:rect b="b" l="l" r="r" t="t"/>
              <a:pathLst>
                <a:path extrusionOk="0" fill="none" h="1097" w="926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35"/>
            <p:cNvSpPr/>
            <p:nvPr/>
          </p:nvSpPr>
          <p:spPr>
            <a:xfrm>
              <a:off x="5557035" y="-1835702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35"/>
            <p:cNvSpPr/>
            <p:nvPr/>
          </p:nvSpPr>
          <p:spPr>
            <a:xfrm>
              <a:off x="5557035" y="-1835702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35"/>
            <p:cNvSpPr/>
            <p:nvPr/>
          </p:nvSpPr>
          <p:spPr>
            <a:xfrm>
              <a:off x="5587696" y="-1824126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35"/>
            <p:cNvSpPr/>
            <p:nvPr/>
          </p:nvSpPr>
          <p:spPr>
            <a:xfrm>
              <a:off x="5587696" y="-1824126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35"/>
            <p:cNvSpPr/>
            <p:nvPr/>
          </p:nvSpPr>
          <p:spPr>
            <a:xfrm>
              <a:off x="5618358" y="-1811985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35"/>
            <p:cNvSpPr/>
            <p:nvPr/>
          </p:nvSpPr>
          <p:spPr>
            <a:xfrm>
              <a:off x="5618358" y="-1811985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35"/>
            <p:cNvSpPr/>
            <p:nvPr/>
          </p:nvSpPr>
          <p:spPr>
            <a:xfrm>
              <a:off x="5649047" y="-1800410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35"/>
            <p:cNvSpPr/>
            <p:nvPr/>
          </p:nvSpPr>
          <p:spPr>
            <a:xfrm>
              <a:off x="5649047" y="-1800410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35"/>
            <p:cNvSpPr/>
            <p:nvPr/>
          </p:nvSpPr>
          <p:spPr>
            <a:xfrm>
              <a:off x="5679709" y="-1788834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35"/>
            <p:cNvSpPr/>
            <p:nvPr/>
          </p:nvSpPr>
          <p:spPr>
            <a:xfrm>
              <a:off x="5679709" y="-1788834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35"/>
            <p:cNvSpPr/>
            <p:nvPr/>
          </p:nvSpPr>
          <p:spPr>
            <a:xfrm>
              <a:off x="5710371" y="-1776666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35"/>
            <p:cNvSpPr/>
            <p:nvPr/>
          </p:nvSpPr>
          <p:spPr>
            <a:xfrm>
              <a:off x="5710371" y="-1776666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35"/>
            <p:cNvSpPr/>
            <p:nvPr/>
          </p:nvSpPr>
          <p:spPr>
            <a:xfrm>
              <a:off x="5741060" y="-1765091"/>
              <a:ext cx="24309" cy="29531"/>
            </a:xfrm>
            <a:custGeom>
              <a:rect b="b" l="l" r="r" t="t"/>
              <a:pathLst>
                <a:path extrusionOk="0" h="1097" w="903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35"/>
            <p:cNvSpPr/>
            <p:nvPr/>
          </p:nvSpPr>
          <p:spPr>
            <a:xfrm>
              <a:off x="5741060" y="-1765091"/>
              <a:ext cx="24309" cy="29531"/>
            </a:xfrm>
            <a:custGeom>
              <a:rect b="b" l="l" r="r" t="t"/>
              <a:pathLst>
                <a:path extrusionOk="0" fill="none" h="1097" w="903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35"/>
            <p:cNvSpPr/>
            <p:nvPr/>
          </p:nvSpPr>
          <p:spPr>
            <a:xfrm>
              <a:off x="5771722" y="-1752950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35"/>
            <p:cNvSpPr/>
            <p:nvPr/>
          </p:nvSpPr>
          <p:spPr>
            <a:xfrm>
              <a:off x="5771722" y="-1752950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35"/>
            <p:cNvSpPr/>
            <p:nvPr/>
          </p:nvSpPr>
          <p:spPr>
            <a:xfrm>
              <a:off x="4810516" y="-2192176"/>
              <a:ext cx="54998" cy="100142"/>
            </a:xfrm>
            <a:custGeom>
              <a:rect b="b" l="l" r="r" t="t"/>
              <a:pathLst>
                <a:path extrusionOk="0" h="3720" w="2043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35"/>
            <p:cNvSpPr/>
            <p:nvPr/>
          </p:nvSpPr>
          <p:spPr>
            <a:xfrm>
              <a:off x="5319762" y="-2002956"/>
              <a:ext cx="55590" cy="100142"/>
            </a:xfrm>
            <a:custGeom>
              <a:rect b="b" l="l" r="r" t="t"/>
              <a:pathLst>
                <a:path extrusionOk="0" h="3720" w="2065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35"/>
            <p:cNvSpPr/>
            <p:nvPr/>
          </p:nvSpPr>
          <p:spPr>
            <a:xfrm>
              <a:off x="5319762" y="-2002956"/>
              <a:ext cx="55590" cy="100142"/>
            </a:xfrm>
            <a:custGeom>
              <a:rect b="b" l="l" r="r" t="t"/>
              <a:pathLst>
                <a:path extrusionOk="0" fill="none" h="3720" w="2065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35"/>
            <p:cNvSpPr/>
            <p:nvPr/>
          </p:nvSpPr>
          <p:spPr>
            <a:xfrm>
              <a:off x="6201123" y="-2203752"/>
              <a:ext cx="1138878" cy="693298"/>
            </a:xfrm>
            <a:custGeom>
              <a:rect b="b" l="l" r="r" t="t"/>
              <a:pathLst>
                <a:path extrusionOk="0" fill="none" h="25754" w="42306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35"/>
            <p:cNvSpPr/>
            <p:nvPr/>
          </p:nvSpPr>
          <p:spPr>
            <a:xfrm>
              <a:off x="4112615" y="-2335122"/>
              <a:ext cx="592" cy="4092"/>
            </a:xfrm>
            <a:custGeom>
              <a:rect b="b" l="l" r="r" t="t"/>
              <a:pathLst>
                <a:path extrusionOk="0" h="152" w="22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35"/>
            <p:cNvSpPr/>
            <p:nvPr/>
          </p:nvSpPr>
          <p:spPr>
            <a:xfrm>
              <a:off x="4112615" y="-2331057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35"/>
            <p:cNvSpPr/>
            <p:nvPr/>
          </p:nvSpPr>
          <p:spPr>
            <a:xfrm>
              <a:off x="4112615" y="-2331649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35"/>
            <p:cNvSpPr/>
            <p:nvPr/>
          </p:nvSpPr>
          <p:spPr>
            <a:xfrm>
              <a:off x="4112615" y="-2331649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35"/>
            <p:cNvSpPr/>
            <p:nvPr/>
          </p:nvSpPr>
          <p:spPr>
            <a:xfrm>
              <a:off x="4112615" y="-2332214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35"/>
            <p:cNvSpPr/>
            <p:nvPr/>
          </p:nvSpPr>
          <p:spPr>
            <a:xfrm>
              <a:off x="4112615" y="-2332806"/>
              <a:ext cx="27" cy="619"/>
            </a:xfrm>
            <a:custGeom>
              <a:rect b="b" l="l" r="r" t="t"/>
              <a:pathLst>
                <a:path extrusionOk="0" fill="none" h="23" w="1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35"/>
            <p:cNvSpPr/>
            <p:nvPr/>
          </p:nvSpPr>
          <p:spPr>
            <a:xfrm>
              <a:off x="4112615" y="-2332806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35"/>
            <p:cNvSpPr/>
            <p:nvPr/>
          </p:nvSpPr>
          <p:spPr>
            <a:xfrm>
              <a:off x="4112615" y="-2333372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35"/>
            <p:cNvSpPr/>
            <p:nvPr/>
          </p:nvSpPr>
          <p:spPr>
            <a:xfrm>
              <a:off x="4112615" y="-2333372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35"/>
            <p:cNvSpPr/>
            <p:nvPr/>
          </p:nvSpPr>
          <p:spPr>
            <a:xfrm>
              <a:off x="4112615" y="-2333964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35"/>
            <p:cNvSpPr/>
            <p:nvPr/>
          </p:nvSpPr>
          <p:spPr>
            <a:xfrm>
              <a:off x="4113180" y="-2333964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35"/>
            <p:cNvSpPr/>
            <p:nvPr/>
          </p:nvSpPr>
          <p:spPr>
            <a:xfrm>
              <a:off x="4113180" y="-2334529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35"/>
            <p:cNvSpPr/>
            <p:nvPr/>
          </p:nvSpPr>
          <p:spPr>
            <a:xfrm>
              <a:off x="4113180" y="-2335122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35"/>
            <p:cNvSpPr/>
            <p:nvPr/>
          </p:nvSpPr>
          <p:spPr>
            <a:xfrm>
              <a:off x="4112050" y="-2393565"/>
              <a:ext cx="2383066" cy="877915"/>
            </a:xfrm>
            <a:custGeom>
              <a:rect b="b" l="l" r="r" t="t"/>
              <a:pathLst>
                <a:path extrusionOk="0" h="32612" w="88524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35"/>
            <p:cNvSpPr/>
            <p:nvPr/>
          </p:nvSpPr>
          <p:spPr>
            <a:xfrm>
              <a:off x="5771722" y="-1752950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35"/>
            <p:cNvSpPr/>
            <p:nvPr/>
          </p:nvSpPr>
          <p:spPr>
            <a:xfrm>
              <a:off x="5741060" y="-1765091"/>
              <a:ext cx="24309" cy="29531"/>
            </a:xfrm>
            <a:custGeom>
              <a:rect b="b" l="l" r="r" t="t"/>
              <a:pathLst>
                <a:path extrusionOk="0" fill="none" h="1097" w="903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35"/>
            <p:cNvSpPr/>
            <p:nvPr/>
          </p:nvSpPr>
          <p:spPr>
            <a:xfrm>
              <a:off x="5710371" y="-1776666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35"/>
            <p:cNvSpPr/>
            <p:nvPr/>
          </p:nvSpPr>
          <p:spPr>
            <a:xfrm>
              <a:off x="4112050" y="-2393565"/>
              <a:ext cx="2383066" cy="877915"/>
            </a:xfrm>
            <a:custGeom>
              <a:rect b="b" l="l" r="r" t="t"/>
              <a:pathLst>
                <a:path extrusionOk="0" fill="none" h="32612" w="88524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35"/>
            <p:cNvSpPr/>
            <p:nvPr/>
          </p:nvSpPr>
          <p:spPr>
            <a:xfrm>
              <a:off x="4299521" y="-2265103"/>
              <a:ext cx="46922" cy="44606"/>
            </a:xfrm>
            <a:custGeom>
              <a:rect b="b" l="l" r="r" t="t"/>
              <a:pathLst>
                <a:path extrusionOk="0" fill="none" h="1657" w="1743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35"/>
            <p:cNvSpPr/>
            <p:nvPr/>
          </p:nvSpPr>
          <p:spPr>
            <a:xfrm>
              <a:off x="4379958" y="-2238479"/>
              <a:ext cx="16825" cy="6407"/>
            </a:xfrm>
            <a:custGeom>
              <a:rect b="b" l="l" r="r" t="t"/>
              <a:pathLst>
                <a:path extrusionOk="0" h="238" w="625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35"/>
            <p:cNvSpPr/>
            <p:nvPr/>
          </p:nvSpPr>
          <p:spPr>
            <a:xfrm>
              <a:off x="4379958" y="-2238479"/>
              <a:ext cx="16825" cy="6407"/>
            </a:xfrm>
            <a:custGeom>
              <a:rect b="b" l="l" r="r" t="t"/>
              <a:pathLst>
                <a:path extrusionOk="0" fill="none" h="238" w="625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35"/>
            <p:cNvSpPr/>
            <p:nvPr/>
          </p:nvSpPr>
          <p:spPr>
            <a:xfrm>
              <a:off x="4409489" y="-2228061"/>
              <a:ext cx="19113" cy="7565"/>
            </a:xfrm>
            <a:custGeom>
              <a:rect b="b" l="l" r="r" t="t"/>
              <a:pathLst>
                <a:path extrusionOk="0" h="281" w="71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35"/>
            <p:cNvSpPr/>
            <p:nvPr/>
          </p:nvSpPr>
          <p:spPr>
            <a:xfrm>
              <a:off x="4409489" y="-2228061"/>
              <a:ext cx="19113" cy="7565"/>
            </a:xfrm>
            <a:custGeom>
              <a:rect b="b" l="l" r="r" t="t"/>
              <a:pathLst>
                <a:path extrusionOk="0" fill="none" h="281" w="71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35"/>
            <p:cNvSpPr/>
            <p:nvPr/>
          </p:nvSpPr>
          <p:spPr>
            <a:xfrm>
              <a:off x="4439585" y="-2217643"/>
              <a:ext cx="20836" cy="8722"/>
            </a:xfrm>
            <a:custGeom>
              <a:rect b="b" l="l" r="r" t="t"/>
              <a:pathLst>
                <a:path extrusionOk="0" h="324" w="774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35"/>
            <p:cNvSpPr/>
            <p:nvPr/>
          </p:nvSpPr>
          <p:spPr>
            <a:xfrm>
              <a:off x="4439585" y="-2217643"/>
              <a:ext cx="20836" cy="8722"/>
            </a:xfrm>
            <a:custGeom>
              <a:rect b="b" l="l" r="r" t="t"/>
              <a:pathLst>
                <a:path extrusionOk="0" fill="none" h="324" w="774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35"/>
            <p:cNvSpPr/>
            <p:nvPr/>
          </p:nvSpPr>
          <p:spPr>
            <a:xfrm>
              <a:off x="4470247" y="-2207225"/>
              <a:ext cx="21428" cy="10445"/>
            </a:xfrm>
            <a:custGeom>
              <a:rect b="b" l="l" r="r" t="t"/>
              <a:pathLst>
                <a:path extrusionOk="0" h="388" w="796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35"/>
            <p:cNvSpPr/>
            <p:nvPr/>
          </p:nvSpPr>
          <p:spPr>
            <a:xfrm>
              <a:off x="4470247" y="-2207225"/>
              <a:ext cx="21428" cy="10445"/>
            </a:xfrm>
            <a:custGeom>
              <a:rect b="b" l="l" r="r" t="t"/>
              <a:pathLst>
                <a:path extrusionOk="0" fill="none" h="388" w="796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35"/>
            <p:cNvSpPr/>
            <p:nvPr/>
          </p:nvSpPr>
          <p:spPr>
            <a:xfrm>
              <a:off x="4500909" y="-2196214"/>
              <a:ext cx="22021" cy="11010"/>
            </a:xfrm>
            <a:custGeom>
              <a:rect b="b" l="l" r="r" t="t"/>
              <a:pathLst>
                <a:path extrusionOk="0" h="409" w="818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35"/>
            <p:cNvSpPr/>
            <p:nvPr/>
          </p:nvSpPr>
          <p:spPr>
            <a:xfrm>
              <a:off x="4500909" y="-2196214"/>
              <a:ext cx="22021" cy="11010"/>
            </a:xfrm>
            <a:custGeom>
              <a:rect b="b" l="l" r="r" t="t"/>
              <a:pathLst>
                <a:path extrusionOk="0" fill="none" h="409" w="818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35"/>
            <p:cNvSpPr/>
            <p:nvPr/>
          </p:nvSpPr>
          <p:spPr>
            <a:xfrm>
              <a:off x="4531598" y="-2185796"/>
              <a:ext cx="21994" cy="12733"/>
            </a:xfrm>
            <a:custGeom>
              <a:rect b="b" l="l" r="r" t="t"/>
              <a:pathLst>
                <a:path extrusionOk="0" h="473" w="817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35"/>
            <p:cNvSpPr/>
            <p:nvPr/>
          </p:nvSpPr>
          <p:spPr>
            <a:xfrm>
              <a:off x="4531598" y="-2185796"/>
              <a:ext cx="21994" cy="12733"/>
            </a:xfrm>
            <a:custGeom>
              <a:rect b="b" l="l" r="r" t="t"/>
              <a:pathLst>
                <a:path extrusionOk="0" fill="none" h="473" w="817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35"/>
            <p:cNvSpPr/>
            <p:nvPr/>
          </p:nvSpPr>
          <p:spPr>
            <a:xfrm>
              <a:off x="4562260" y="-2175405"/>
              <a:ext cx="22021" cy="13918"/>
            </a:xfrm>
            <a:custGeom>
              <a:rect b="b" l="l" r="r" t="t"/>
              <a:pathLst>
                <a:path extrusionOk="0" h="517" w="818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35"/>
            <p:cNvSpPr/>
            <p:nvPr/>
          </p:nvSpPr>
          <p:spPr>
            <a:xfrm>
              <a:off x="4562260" y="-2175405"/>
              <a:ext cx="22021" cy="13918"/>
            </a:xfrm>
            <a:custGeom>
              <a:rect b="b" l="l" r="r" t="t"/>
              <a:pathLst>
                <a:path extrusionOk="0" fill="none" h="517" w="818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35"/>
            <p:cNvSpPr/>
            <p:nvPr/>
          </p:nvSpPr>
          <p:spPr>
            <a:xfrm>
              <a:off x="4592922" y="-2164395"/>
              <a:ext cx="22021" cy="15075"/>
            </a:xfrm>
            <a:custGeom>
              <a:rect b="b" l="l" r="r" t="t"/>
              <a:pathLst>
                <a:path extrusionOk="0" h="560" w="818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35"/>
            <p:cNvSpPr/>
            <p:nvPr/>
          </p:nvSpPr>
          <p:spPr>
            <a:xfrm>
              <a:off x="4592922" y="-2164395"/>
              <a:ext cx="22021" cy="15075"/>
            </a:xfrm>
            <a:custGeom>
              <a:rect b="b" l="l" r="r" t="t"/>
              <a:pathLst>
                <a:path extrusionOk="0" fill="none" h="560" w="818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35"/>
            <p:cNvSpPr/>
            <p:nvPr/>
          </p:nvSpPr>
          <p:spPr>
            <a:xfrm>
              <a:off x="4623611" y="-2153977"/>
              <a:ext cx="22586" cy="16233"/>
            </a:xfrm>
            <a:custGeom>
              <a:rect b="b" l="l" r="r" t="t"/>
              <a:pathLst>
                <a:path extrusionOk="0" h="603" w="839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35"/>
            <p:cNvSpPr/>
            <p:nvPr/>
          </p:nvSpPr>
          <p:spPr>
            <a:xfrm>
              <a:off x="4623611" y="-2153977"/>
              <a:ext cx="22586" cy="16233"/>
            </a:xfrm>
            <a:custGeom>
              <a:rect b="b" l="l" r="r" t="t"/>
              <a:pathLst>
                <a:path extrusionOk="0" fill="none" h="603" w="839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35"/>
            <p:cNvSpPr/>
            <p:nvPr/>
          </p:nvSpPr>
          <p:spPr>
            <a:xfrm>
              <a:off x="4653680" y="-2143559"/>
              <a:ext cx="23178" cy="17390"/>
            </a:xfrm>
            <a:custGeom>
              <a:rect b="b" l="l" r="r" t="t"/>
              <a:pathLst>
                <a:path extrusionOk="0" h="646" w="861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35"/>
            <p:cNvSpPr/>
            <p:nvPr/>
          </p:nvSpPr>
          <p:spPr>
            <a:xfrm>
              <a:off x="4653680" y="-2143559"/>
              <a:ext cx="23178" cy="17390"/>
            </a:xfrm>
            <a:custGeom>
              <a:rect b="b" l="l" r="r" t="t"/>
              <a:pathLst>
                <a:path extrusionOk="0" fill="none" h="646" w="861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35"/>
            <p:cNvSpPr/>
            <p:nvPr/>
          </p:nvSpPr>
          <p:spPr>
            <a:xfrm>
              <a:off x="4684369" y="-2132575"/>
              <a:ext cx="23178" cy="18548"/>
            </a:xfrm>
            <a:custGeom>
              <a:rect b="b" l="l" r="r" t="t"/>
              <a:pathLst>
                <a:path extrusionOk="0" h="689" w="861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35"/>
            <p:cNvSpPr/>
            <p:nvPr/>
          </p:nvSpPr>
          <p:spPr>
            <a:xfrm>
              <a:off x="4684369" y="-2132575"/>
              <a:ext cx="23178" cy="18548"/>
            </a:xfrm>
            <a:custGeom>
              <a:rect b="b" l="l" r="r" t="t"/>
              <a:pathLst>
                <a:path extrusionOk="0" fill="none" h="689" w="861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35"/>
            <p:cNvSpPr/>
            <p:nvPr/>
          </p:nvSpPr>
          <p:spPr>
            <a:xfrm>
              <a:off x="4715031" y="-2122157"/>
              <a:ext cx="23178" cy="19705"/>
            </a:xfrm>
            <a:custGeom>
              <a:rect b="b" l="l" r="r" t="t"/>
              <a:pathLst>
                <a:path extrusionOk="0" h="732" w="861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35"/>
            <p:cNvSpPr/>
            <p:nvPr/>
          </p:nvSpPr>
          <p:spPr>
            <a:xfrm>
              <a:off x="4715031" y="-2122157"/>
              <a:ext cx="23178" cy="19705"/>
            </a:xfrm>
            <a:custGeom>
              <a:rect b="b" l="l" r="r" t="t"/>
              <a:pathLst>
                <a:path extrusionOk="0" fill="none" h="732" w="861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35"/>
            <p:cNvSpPr/>
            <p:nvPr/>
          </p:nvSpPr>
          <p:spPr>
            <a:xfrm>
              <a:off x="4745693" y="-2111739"/>
              <a:ext cx="23178" cy="21428"/>
            </a:xfrm>
            <a:custGeom>
              <a:rect b="b" l="l" r="r" t="t"/>
              <a:pathLst>
                <a:path extrusionOk="0" h="796" w="861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35"/>
            <p:cNvSpPr/>
            <p:nvPr/>
          </p:nvSpPr>
          <p:spPr>
            <a:xfrm>
              <a:off x="4745693" y="-2111739"/>
              <a:ext cx="23178" cy="21428"/>
            </a:xfrm>
            <a:custGeom>
              <a:rect b="b" l="l" r="r" t="t"/>
              <a:pathLst>
                <a:path extrusionOk="0" fill="none" h="796" w="861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35"/>
            <p:cNvSpPr/>
            <p:nvPr/>
          </p:nvSpPr>
          <p:spPr>
            <a:xfrm>
              <a:off x="4892111" y="-2061399"/>
              <a:ext cx="5222" cy="1777"/>
            </a:xfrm>
            <a:custGeom>
              <a:rect b="b" l="l" r="r" t="t"/>
              <a:pathLst>
                <a:path extrusionOk="0" h="66" w="194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35"/>
            <p:cNvSpPr/>
            <p:nvPr/>
          </p:nvSpPr>
          <p:spPr>
            <a:xfrm>
              <a:off x="4892111" y="-2061399"/>
              <a:ext cx="5222" cy="1777"/>
            </a:xfrm>
            <a:custGeom>
              <a:rect b="b" l="l" r="r" t="t"/>
              <a:pathLst>
                <a:path extrusionOk="0" fill="none" h="66" w="194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35"/>
            <p:cNvSpPr/>
            <p:nvPr/>
          </p:nvSpPr>
          <p:spPr>
            <a:xfrm>
              <a:off x="4912354" y="-2054454"/>
              <a:ext cx="17983" cy="6972"/>
            </a:xfrm>
            <a:custGeom>
              <a:rect b="b" l="l" r="r" t="t"/>
              <a:pathLst>
                <a:path extrusionOk="0" h="259" w="668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35"/>
            <p:cNvSpPr/>
            <p:nvPr/>
          </p:nvSpPr>
          <p:spPr>
            <a:xfrm>
              <a:off x="4912354" y="-2054454"/>
              <a:ext cx="17983" cy="6972"/>
            </a:xfrm>
            <a:custGeom>
              <a:rect b="b" l="l" r="r" t="t"/>
              <a:pathLst>
                <a:path extrusionOk="0" fill="none" h="259" w="668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35"/>
            <p:cNvSpPr/>
            <p:nvPr/>
          </p:nvSpPr>
          <p:spPr>
            <a:xfrm>
              <a:off x="4942451" y="-2044036"/>
              <a:ext cx="19705" cy="8130"/>
            </a:xfrm>
            <a:custGeom>
              <a:rect b="b" l="l" r="r" t="t"/>
              <a:pathLst>
                <a:path extrusionOk="0" h="302" w="732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35"/>
            <p:cNvSpPr/>
            <p:nvPr/>
          </p:nvSpPr>
          <p:spPr>
            <a:xfrm>
              <a:off x="4942451" y="-2044036"/>
              <a:ext cx="19705" cy="8130"/>
            </a:xfrm>
            <a:custGeom>
              <a:rect b="b" l="l" r="r" t="t"/>
              <a:pathLst>
                <a:path extrusionOk="0" fill="none" h="302" w="732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35"/>
            <p:cNvSpPr/>
            <p:nvPr/>
          </p:nvSpPr>
          <p:spPr>
            <a:xfrm>
              <a:off x="4972548" y="-2033618"/>
              <a:ext cx="21428" cy="9880"/>
            </a:xfrm>
            <a:custGeom>
              <a:rect b="b" l="l" r="r" t="t"/>
              <a:pathLst>
                <a:path extrusionOk="0" h="367" w="796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35"/>
            <p:cNvSpPr/>
            <p:nvPr/>
          </p:nvSpPr>
          <p:spPr>
            <a:xfrm>
              <a:off x="4972548" y="-2033618"/>
              <a:ext cx="21428" cy="9880"/>
            </a:xfrm>
            <a:custGeom>
              <a:rect b="b" l="l" r="r" t="t"/>
              <a:pathLst>
                <a:path extrusionOk="0" fill="none" h="367" w="796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35"/>
            <p:cNvSpPr/>
            <p:nvPr/>
          </p:nvSpPr>
          <p:spPr>
            <a:xfrm>
              <a:off x="5003209" y="-2023199"/>
              <a:ext cx="22021" cy="11037"/>
            </a:xfrm>
            <a:custGeom>
              <a:rect b="b" l="l" r="r" t="t"/>
              <a:pathLst>
                <a:path extrusionOk="0" h="410" w="818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35"/>
            <p:cNvSpPr/>
            <p:nvPr/>
          </p:nvSpPr>
          <p:spPr>
            <a:xfrm>
              <a:off x="5003209" y="-2023199"/>
              <a:ext cx="22021" cy="11037"/>
            </a:xfrm>
            <a:custGeom>
              <a:rect b="b" l="l" r="r" t="t"/>
              <a:pathLst>
                <a:path extrusionOk="0" fill="none" h="410" w="818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35"/>
            <p:cNvSpPr/>
            <p:nvPr/>
          </p:nvSpPr>
          <p:spPr>
            <a:xfrm>
              <a:off x="5033898" y="-2012189"/>
              <a:ext cx="22021" cy="11576"/>
            </a:xfrm>
            <a:custGeom>
              <a:rect b="b" l="l" r="r" t="t"/>
              <a:pathLst>
                <a:path extrusionOk="0" h="430" w="818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35"/>
            <p:cNvSpPr/>
            <p:nvPr/>
          </p:nvSpPr>
          <p:spPr>
            <a:xfrm>
              <a:off x="5033898" y="-2012189"/>
              <a:ext cx="22021" cy="11576"/>
            </a:xfrm>
            <a:custGeom>
              <a:rect b="b" l="l" r="r" t="t"/>
              <a:pathLst>
                <a:path extrusionOk="0" fill="none" h="430" w="818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35"/>
            <p:cNvSpPr/>
            <p:nvPr/>
          </p:nvSpPr>
          <p:spPr>
            <a:xfrm>
              <a:off x="5064560" y="-2001798"/>
              <a:ext cx="22021" cy="13352"/>
            </a:xfrm>
            <a:custGeom>
              <a:rect b="b" l="l" r="r" t="t"/>
              <a:pathLst>
                <a:path extrusionOk="0" h="496" w="818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35"/>
            <p:cNvSpPr/>
            <p:nvPr/>
          </p:nvSpPr>
          <p:spPr>
            <a:xfrm>
              <a:off x="5064560" y="-2001798"/>
              <a:ext cx="22021" cy="13352"/>
            </a:xfrm>
            <a:custGeom>
              <a:rect b="b" l="l" r="r" t="t"/>
              <a:pathLst>
                <a:path extrusionOk="0" fill="none" h="496" w="818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35"/>
            <p:cNvSpPr/>
            <p:nvPr/>
          </p:nvSpPr>
          <p:spPr>
            <a:xfrm>
              <a:off x="5095222" y="-1991380"/>
              <a:ext cx="22613" cy="14510"/>
            </a:xfrm>
            <a:custGeom>
              <a:rect b="b" l="l" r="r" t="t"/>
              <a:pathLst>
                <a:path extrusionOk="0" h="539" w="84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35"/>
            <p:cNvSpPr/>
            <p:nvPr/>
          </p:nvSpPr>
          <p:spPr>
            <a:xfrm>
              <a:off x="5095222" y="-1991380"/>
              <a:ext cx="22613" cy="14510"/>
            </a:xfrm>
            <a:custGeom>
              <a:rect b="b" l="l" r="r" t="t"/>
              <a:pathLst>
                <a:path extrusionOk="0" fill="none" h="539" w="84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35"/>
            <p:cNvSpPr/>
            <p:nvPr/>
          </p:nvSpPr>
          <p:spPr>
            <a:xfrm>
              <a:off x="5125911" y="-1980370"/>
              <a:ext cx="22586" cy="15641"/>
            </a:xfrm>
            <a:custGeom>
              <a:rect b="b" l="l" r="r" t="t"/>
              <a:pathLst>
                <a:path extrusionOk="0" h="581" w="839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35"/>
            <p:cNvSpPr/>
            <p:nvPr/>
          </p:nvSpPr>
          <p:spPr>
            <a:xfrm>
              <a:off x="5125911" y="-1980370"/>
              <a:ext cx="22586" cy="15641"/>
            </a:xfrm>
            <a:custGeom>
              <a:rect b="b" l="l" r="r" t="t"/>
              <a:pathLst>
                <a:path extrusionOk="0" fill="none" h="581" w="839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35"/>
            <p:cNvSpPr/>
            <p:nvPr/>
          </p:nvSpPr>
          <p:spPr>
            <a:xfrm>
              <a:off x="5156573" y="-1969952"/>
              <a:ext cx="22586" cy="16798"/>
            </a:xfrm>
            <a:custGeom>
              <a:rect b="b" l="l" r="r" t="t"/>
              <a:pathLst>
                <a:path extrusionOk="0" h="624" w="839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35"/>
            <p:cNvSpPr/>
            <p:nvPr/>
          </p:nvSpPr>
          <p:spPr>
            <a:xfrm>
              <a:off x="5156573" y="-1969952"/>
              <a:ext cx="22586" cy="16798"/>
            </a:xfrm>
            <a:custGeom>
              <a:rect b="b" l="l" r="r" t="t"/>
              <a:pathLst>
                <a:path extrusionOk="0" fill="none" h="624" w="839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35"/>
            <p:cNvSpPr/>
            <p:nvPr/>
          </p:nvSpPr>
          <p:spPr>
            <a:xfrm>
              <a:off x="5187235" y="-1959534"/>
              <a:ext cx="22613" cy="18548"/>
            </a:xfrm>
            <a:custGeom>
              <a:rect b="b" l="l" r="r" t="t"/>
              <a:pathLst>
                <a:path extrusionOk="0" h="689" w="84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35"/>
            <p:cNvSpPr/>
            <p:nvPr/>
          </p:nvSpPr>
          <p:spPr>
            <a:xfrm>
              <a:off x="5187235" y="-1959534"/>
              <a:ext cx="22613" cy="18548"/>
            </a:xfrm>
            <a:custGeom>
              <a:rect b="b" l="l" r="r" t="t"/>
              <a:pathLst>
                <a:path extrusionOk="0" fill="none" h="689" w="84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35"/>
            <p:cNvSpPr/>
            <p:nvPr/>
          </p:nvSpPr>
          <p:spPr>
            <a:xfrm>
              <a:off x="5217923" y="-1948550"/>
              <a:ext cx="23178" cy="19140"/>
            </a:xfrm>
            <a:custGeom>
              <a:rect b="b" l="l" r="r" t="t"/>
              <a:pathLst>
                <a:path extrusionOk="0" h="711" w="861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35"/>
            <p:cNvSpPr/>
            <p:nvPr/>
          </p:nvSpPr>
          <p:spPr>
            <a:xfrm>
              <a:off x="5217923" y="-1948550"/>
              <a:ext cx="23178" cy="19140"/>
            </a:xfrm>
            <a:custGeom>
              <a:rect b="b" l="l" r="r" t="t"/>
              <a:pathLst>
                <a:path extrusionOk="0" fill="none" h="711" w="861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35"/>
            <p:cNvSpPr/>
            <p:nvPr/>
          </p:nvSpPr>
          <p:spPr>
            <a:xfrm>
              <a:off x="6506665" y="-1590918"/>
              <a:ext cx="657413" cy="105930"/>
            </a:xfrm>
            <a:custGeom>
              <a:rect b="b" l="l" r="r" t="t"/>
              <a:pathLst>
                <a:path extrusionOk="0" h="3935" w="24421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35"/>
            <p:cNvSpPr/>
            <p:nvPr/>
          </p:nvSpPr>
          <p:spPr>
            <a:xfrm>
              <a:off x="6503192" y="-1515111"/>
              <a:ext cx="27" cy="619"/>
            </a:xfrm>
            <a:custGeom>
              <a:rect b="b" l="l" r="r" t="t"/>
              <a:pathLst>
                <a:path extrusionOk="0" fill="none" h="23" w="1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35"/>
            <p:cNvSpPr/>
            <p:nvPr/>
          </p:nvSpPr>
          <p:spPr>
            <a:xfrm>
              <a:off x="6502034" y="-1515111"/>
              <a:ext cx="592" cy="27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35"/>
            <p:cNvSpPr/>
            <p:nvPr/>
          </p:nvSpPr>
          <p:spPr>
            <a:xfrm>
              <a:off x="6501442" y="-1515111"/>
              <a:ext cx="619" cy="27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35"/>
            <p:cNvSpPr/>
            <p:nvPr/>
          </p:nvSpPr>
          <p:spPr>
            <a:xfrm>
              <a:off x="6500877" y="-1515111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35"/>
            <p:cNvSpPr/>
            <p:nvPr/>
          </p:nvSpPr>
          <p:spPr>
            <a:xfrm>
              <a:off x="6499719" y="-1515111"/>
              <a:ext cx="592" cy="27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35"/>
            <p:cNvSpPr/>
            <p:nvPr/>
          </p:nvSpPr>
          <p:spPr>
            <a:xfrm>
              <a:off x="6499127" y="-1515111"/>
              <a:ext cx="619" cy="27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35"/>
            <p:cNvSpPr/>
            <p:nvPr/>
          </p:nvSpPr>
          <p:spPr>
            <a:xfrm>
              <a:off x="6498562" y="-1515111"/>
              <a:ext cx="592" cy="27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35"/>
            <p:cNvSpPr/>
            <p:nvPr/>
          </p:nvSpPr>
          <p:spPr>
            <a:xfrm>
              <a:off x="6497404" y="-1515111"/>
              <a:ext cx="592" cy="27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35"/>
            <p:cNvSpPr/>
            <p:nvPr/>
          </p:nvSpPr>
          <p:spPr>
            <a:xfrm>
              <a:off x="6496812" y="-1515111"/>
              <a:ext cx="619" cy="27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35"/>
            <p:cNvSpPr/>
            <p:nvPr/>
          </p:nvSpPr>
          <p:spPr>
            <a:xfrm>
              <a:off x="6496246" y="-1515677"/>
              <a:ext cx="592" cy="592"/>
            </a:xfrm>
            <a:custGeom>
              <a:rect b="b" l="l" r="r" t="t"/>
              <a:pathLst>
                <a:path extrusionOk="0" fill="none" h="22" w="22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35"/>
            <p:cNvSpPr/>
            <p:nvPr/>
          </p:nvSpPr>
          <p:spPr>
            <a:xfrm>
              <a:off x="6495089" y="-1515677"/>
              <a:ext cx="1184" cy="27"/>
            </a:xfrm>
            <a:custGeom>
              <a:rect b="b" l="l" r="r" t="t"/>
              <a:pathLst>
                <a:path extrusionOk="0" fill="none" h="1" w="44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35"/>
            <p:cNvSpPr/>
            <p:nvPr/>
          </p:nvSpPr>
          <p:spPr>
            <a:xfrm>
              <a:off x="6506665" y="-1590918"/>
              <a:ext cx="657413" cy="105930"/>
            </a:xfrm>
            <a:custGeom>
              <a:rect b="b" l="l" r="r" t="t"/>
              <a:pathLst>
                <a:path extrusionOk="0" fill="none" h="3935" w="24421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35"/>
            <p:cNvSpPr/>
            <p:nvPr/>
          </p:nvSpPr>
          <p:spPr>
            <a:xfrm>
              <a:off x="5248585" y="-1938132"/>
              <a:ext cx="23178" cy="20271"/>
            </a:xfrm>
            <a:custGeom>
              <a:rect b="b" l="l" r="r" t="t"/>
              <a:pathLst>
                <a:path extrusionOk="0" h="753" w="861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35"/>
            <p:cNvSpPr/>
            <p:nvPr/>
          </p:nvSpPr>
          <p:spPr>
            <a:xfrm>
              <a:off x="5248585" y="-1938132"/>
              <a:ext cx="23178" cy="20271"/>
            </a:xfrm>
            <a:custGeom>
              <a:rect b="b" l="l" r="r" t="t"/>
              <a:pathLst>
                <a:path extrusionOk="0" fill="none" h="753" w="861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35"/>
            <p:cNvSpPr/>
            <p:nvPr/>
          </p:nvSpPr>
          <p:spPr>
            <a:xfrm>
              <a:off x="5404264" y="-1884319"/>
              <a:ext cx="23151" cy="18548"/>
            </a:xfrm>
            <a:custGeom>
              <a:rect b="b" l="l" r="r" t="t"/>
              <a:pathLst>
                <a:path extrusionOk="0" h="689" w="86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35"/>
            <p:cNvSpPr/>
            <p:nvPr/>
          </p:nvSpPr>
          <p:spPr>
            <a:xfrm>
              <a:off x="5404264" y="-1884319"/>
              <a:ext cx="23151" cy="18548"/>
            </a:xfrm>
            <a:custGeom>
              <a:rect b="b" l="l" r="r" t="t"/>
              <a:pathLst>
                <a:path extrusionOk="0" fill="none" h="689" w="86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35"/>
            <p:cNvSpPr/>
            <p:nvPr/>
          </p:nvSpPr>
          <p:spPr>
            <a:xfrm>
              <a:off x="5434925" y="-1873901"/>
              <a:ext cx="23178" cy="20298"/>
            </a:xfrm>
            <a:custGeom>
              <a:rect b="b" l="l" r="r" t="t"/>
              <a:pathLst>
                <a:path extrusionOk="0" h="754" w="861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35"/>
            <p:cNvSpPr/>
            <p:nvPr/>
          </p:nvSpPr>
          <p:spPr>
            <a:xfrm>
              <a:off x="5434925" y="-1873901"/>
              <a:ext cx="23178" cy="20298"/>
            </a:xfrm>
            <a:custGeom>
              <a:rect b="b" l="l" r="r" t="t"/>
              <a:pathLst>
                <a:path extrusionOk="0" fill="none" h="754" w="861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35"/>
            <p:cNvSpPr/>
            <p:nvPr/>
          </p:nvSpPr>
          <p:spPr>
            <a:xfrm>
              <a:off x="5465587" y="-1863483"/>
              <a:ext cx="23178" cy="21455"/>
            </a:xfrm>
            <a:custGeom>
              <a:rect b="b" l="l" r="r" t="t"/>
              <a:pathLst>
                <a:path extrusionOk="0" h="797" w="861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35"/>
            <p:cNvSpPr/>
            <p:nvPr/>
          </p:nvSpPr>
          <p:spPr>
            <a:xfrm>
              <a:off x="5465587" y="-1863483"/>
              <a:ext cx="23178" cy="21455"/>
            </a:xfrm>
            <a:custGeom>
              <a:rect b="b" l="l" r="r" t="t"/>
              <a:pathLst>
                <a:path extrusionOk="0" fill="none" h="797" w="861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35"/>
            <p:cNvSpPr/>
            <p:nvPr/>
          </p:nvSpPr>
          <p:spPr>
            <a:xfrm>
              <a:off x="5496276" y="-1853065"/>
              <a:ext cx="23151" cy="22586"/>
            </a:xfrm>
            <a:custGeom>
              <a:rect b="b" l="l" r="r" t="t"/>
              <a:pathLst>
                <a:path extrusionOk="0" h="839" w="86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35"/>
            <p:cNvSpPr/>
            <p:nvPr/>
          </p:nvSpPr>
          <p:spPr>
            <a:xfrm>
              <a:off x="5496276" y="-1853065"/>
              <a:ext cx="23151" cy="22586"/>
            </a:xfrm>
            <a:custGeom>
              <a:rect b="b" l="l" r="r" t="t"/>
              <a:pathLst>
                <a:path extrusionOk="0" fill="none" h="839" w="86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35"/>
            <p:cNvSpPr/>
            <p:nvPr/>
          </p:nvSpPr>
          <p:spPr>
            <a:xfrm>
              <a:off x="5526346" y="-1842055"/>
              <a:ext cx="24336" cy="23743"/>
            </a:xfrm>
            <a:custGeom>
              <a:rect b="b" l="l" r="r" t="t"/>
              <a:pathLst>
                <a:path extrusionOk="0" h="882" w="904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35"/>
            <p:cNvSpPr/>
            <p:nvPr/>
          </p:nvSpPr>
          <p:spPr>
            <a:xfrm>
              <a:off x="5526346" y="-1842055"/>
              <a:ext cx="24336" cy="23743"/>
            </a:xfrm>
            <a:custGeom>
              <a:rect b="b" l="l" r="r" t="t"/>
              <a:pathLst>
                <a:path extrusionOk="0" fill="none" h="882" w="904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35"/>
            <p:cNvSpPr/>
            <p:nvPr/>
          </p:nvSpPr>
          <p:spPr>
            <a:xfrm>
              <a:off x="5557035" y="-1831637"/>
              <a:ext cx="24336" cy="24901"/>
            </a:xfrm>
            <a:custGeom>
              <a:rect b="b" l="l" r="r" t="t"/>
              <a:pathLst>
                <a:path extrusionOk="0" h="925" w="904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35"/>
            <p:cNvSpPr/>
            <p:nvPr/>
          </p:nvSpPr>
          <p:spPr>
            <a:xfrm>
              <a:off x="5557035" y="-1831637"/>
              <a:ext cx="24336" cy="24901"/>
            </a:xfrm>
            <a:custGeom>
              <a:rect b="b" l="l" r="r" t="t"/>
              <a:pathLst>
                <a:path extrusionOk="0" fill="none" h="925" w="904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35"/>
            <p:cNvSpPr/>
            <p:nvPr/>
          </p:nvSpPr>
          <p:spPr>
            <a:xfrm>
              <a:off x="5587696" y="-1821246"/>
              <a:ext cx="24336" cy="26651"/>
            </a:xfrm>
            <a:custGeom>
              <a:rect b="b" l="l" r="r" t="t"/>
              <a:pathLst>
                <a:path extrusionOk="0" h="990" w="904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35"/>
            <p:cNvSpPr/>
            <p:nvPr/>
          </p:nvSpPr>
          <p:spPr>
            <a:xfrm>
              <a:off x="5587696" y="-1821246"/>
              <a:ext cx="24336" cy="26651"/>
            </a:xfrm>
            <a:custGeom>
              <a:rect b="b" l="l" r="r" t="t"/>
              <a:pathLst>
                <a:path extrusionOk="0" fill="none" h="990" w="904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35"/>
            <p:cNvSpPr/>
            <p:nvPr/>
          </p:nvSpPr>
          <p:spPr>
            <a:xfrm>
              <a:off x="5618358" y="-1810235"/>
              <a:ext cx="24336" cy="27216"/>
            </a:xfrm>
            <a:custGeom>
              <a:rect b="b" l="l" r="r" t="t"/>
              <a:pathLst>
                <a:path extrusionOk="0" h="1011" w="904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35"/>
            <p:cNvSpPr/>
            <p:nvPr/>
          </p:nvSpPr>
          <p:spPr>
            <a:xfrm>
              <a:off x="5618358" y="-1810235"/>
              <a:ext cx="24336" cy="27216"/>
            </a:xfrm>
            <a:custGeom>
              <a:rect b="b" l="l" r="r" t="t"/>
              <a:pathLst>
                <a:path extrusionOk="0" fill="none" h="1011" w="904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35"/>
            <p:cNvSpPr/>
            <p:nvPr/>
          </p:nvSpPr>
          <p:spPr>
            <a:xfrm>
              <a:off x="5649047" y="-1799252"/>
              <a:ext cx="24336" cy="28401"/>
            </a:xfrm>
            <a:custGeom>
              <a:rect b="b" l="l" r="r" t="t"/>
              <a:pathLst>
                <a:path extrusionOk="0" h="1055" w="904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35"/>
            <p:cNvSpPr/>
            <p:nvPr/>
          </p:nvSpPr>
          <p:spPr>
            <a:xfrm>
              <a:off x="5649047" y="-1799252"/>
              <a:ext cx="24336" cy="28401"/>
            </a:xfrm>
            <a:custGeom>
              <a:rect b="b" l="l" r="r" t="t"/>
              <a:pathLst>
                <a:path extrusionOk="0" fill="none" h="1055" w="904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35"/>
            <p:cNvSpPr/>
            <p:nvPr/>
          </p:nvSpPr>
          <p:spPr>
            <a:xfrm>
              <a:off x="5679709" y="-1788242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35"/>
            <p:cNvSpPr/>
            <p:nvPr/>
          </p:nvSpPr>
          <p:spPr>
            <a:xfrm>
              <a:off x="5679709" y="-1788242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35"/>
            <p:cNvSpPr/>
            <p:nvPr/>
          </p:nvSpPr>
          <p:spPr>
            <a:xfrm>
              <a:off x="5710371" y="-1776666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35"/>
            <p:cNvSpPr/>
            <p:nvPr/>
          </p:nvSpPr>
          <p:spPr>
            <a:xfrm>
              <a:off x="5710371" y="-1776666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35"/>
            <p:cNvSpPr/>
            <p:nvPr/>
          </p:nvSpPr>
          <p:spPr>
            <a:xfrm>
              <a:off x="5741060" y="-1765091"/>
              <a:ext cx="24309" cy="29531"/>
            </a:xfrm>
            <a:custGeom>
              <a:rect b="b" l="l" r="r" t="t"/>
              <a:pathLst>
                <a:path extrusionOk="0" h="1097" w="903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35"/>
            <p:cNvSpPr/>
            <p:nvPr/>
          </p:nvSpPr>
          <p:spPr>
            <a:xfrm>
              <a:off x="5741060" y="-1765091"/>
              <a:ext cx="24309" cy="29531"/>
            </a:xfrm>
            <a:custGeom>
              <a:rect b="b" l="l" r="r" t="t"/>
              <a:pathLst>
                <a:path extrusionOk="0" fill="none" h="1097" w="903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35"/>
            <p:cNvSpPr/>
            <p:nvPr/>
          </p:nvSpPr>
          <p:spPr>
            <a:xfrm>
              <a:off x="5771722" y="-1752950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35"/>
            <p:cNvSpPr/>
            <p:nvPr/>
          </p:nvSpPr>
          <p:spPr>
            <a:xfrm>
              <a:off x="5771722" y="-1752950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35"/>
            <p:cNvSpPr/>
            <p:nvPr/>
          </p:nvSpPr>
          <p:spPr>
            <a:xfrm>
              <a:off x="5348701" y="-1903998"/>
              <a:ext cx="2342" cy="619"/>
            </a:xfrm>
            <a:custGeom>
              <a:rect b="b" l="l" r="r" t="t"/>
              <a:pathLst>
                <a:path extrusionOk="0" h="23" w="8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35"/>
            <p:cNvSpPr/>
            <p:nvPr/>
          </p:nvSpPr>
          <p:spPr>
            <a:xfrm>
              <a:off x="5348701" y="-1903998"/>
              <a:ext cx="2342" cy="619"/>
            </a:xfrm>
            <a:custGeom>
              <a:rect b="b" l="l" r="r" t="t"/>
              <a:pathLst>
                <a:path extrusionOk="0" fill="none" h="23" w="8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35"/>
            <p:cNvSpPr/>
            <p:nvPr/>
          </p:nvSpPr>
          <p:spPr>
            <a:xfrm>
              <a:off x="6201123" y="-1637786"/>
              <a:ext cx="479176" cy="127332"/>
            </a:xfrm>
            <a:custGeom>
              <a:rect b="b" l="l" r="r" t="t"/>
              <a:pathLst>
                <a:path extrusionOk="0" h="4730" w="1780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35"/>
            <p:cNvSpPr/>
            <p:nvPr/>
          </p:nvSpPr>
          <p:spPr>
            <a:xfrm>
              <a:off x="6201123" y="-1637786"/>
              <a:ext cx="479176" cy="127332"/>
            </a:xfrm>
            <a:custGeom>
              <a:rect b="b" l="l" r="r" t="t"/>
              <a:pathLst>
                <a:path extrusionOk="0" fill="none" h="4730" w="1780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35"/>
            <p:cNvSpPr/>
            <p:nvPr/>
          </p:nvSpPr>
          <p:spPr>
            <a:xfrm>
              <a:off x="4748600" y="-2040563"/>
              <a:ext cx="792256" cy="877915"/>
            </a:xfrm>
            <a:custGeom>
              <a:rect b="b" l="l" r="r" t="t"/>
              <a:pathLst>
                <a:path extrusionOk="0" h="32612" w="2943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35"/>
            <p:cNvSpPr/>
            <p:nvPr/>
          </p:nvSpPr>
          <p:spPr>
            <a:xfrm>
              <a:off x="6585944" y="-1608282"/>
              <a:ext cx="424771" cy="335665"/>
            </a:xfrm>
            <a:custGeom>
              <a:rect b="b" l="l" r="r" t="t"/>
              <a:pathLst>
                <a:path extrusionOk="0" h="12469" w="15779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35"/>
            <p:cNvSpPr/>
            <p:nvPr/>
          </p:nvSpPr>
          <p:spPr>
            <a:xfrm>
              <a:off x="4876497" y="-2033618"/>
              <a:ext cx="664359" cy="837966"/>
            </a:xfrm>
            <a:custGeom>
              <a:rect b="b" l="l" r="r" t="t"/>
              <a:pathLst>
                <a:path extrusionOk="0" h="31128" w="24679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35"/>
            <p:cNvSpPr/>
            <p:nvPr/>
          </p:nvSpPr>
          <p:spPr>
            <a:xfrm>
              <a:off x="5422758" y="-2454431"/>
              <a:ext cx="1784150" cy="497105"/>
            </a:xfrm>
            <a:custGeom>
              <a:rect b="b" l="l" r="r" t="t"/>
              <a:pathLst>
                <a:path extrusionOk="0" h="18466" w="66276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35"/>
            <p:cNvSpPr/>
            <p:nvPr/>
          </p:nvSpPr>
          <p:spPr>
            <a:xfrm>
              <a:off x="6425635" y="-1879097"/>
              <a:ext cx="149325" cy="112283"/>
            </a:xfrm>
            <a:custGeom>
              <a:rect b="b" l="l" r="r" t="t"/>
              <a:pathLst>
                <a:path extrusionOk="0" h="4171" w="5547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35"/>
            <p:cNvSpPr/>
            <p:nvPr/>
          </p:nvSpPr>
          <p:spPr>
            <a:xfrm>
              <a:off x="6425635" y="-1879097"/>
              <a:ext cx="149325" cy="112283"/>
            </a:xfrm>
            <a:custGeom>
              <a:rect b="b" l="l" r="r" t="t"/>
              <a:pathLst>
                <a:path extrusionOk="0" fill="none" h="4171" w="5547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35"/>
            <p:cNvSpPr/>
            <p:nvPr/>
          </p:nvSpPr>
          <p:spPr>
            <a:xfrm>
              <a:off x="6440684" y="-1860010"/>
              <a:ext cx="159178" cy="67165"/>
            </a:xfrm>
            <a:custGeom>
              <a:rect b="b" l="l" r="r" t="t"/>
              <a:pathLst>
                <a:path extrusionOk="0" h="2495" w="5913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35"/>
            <p:cNvSpPr/>
            <p:nvPr/>
          </p:nvSpPr>
          <p:spPr>
            <a:xfrm>
              <a:off x="6974830" y="-1636063"/>
              <a:ext cx="50933" cy="24336"/>
            </a:xfrm>
            <a:custGeom>
              <a:rect b="b" l="l" r="r" t="t"/>
              <a:pathLst>
                <a:path extrusionOk="0" h="904" w="1892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35"/>
            <p:cNvSpPr/>
            <p:nvPr/>
          </p:nvSpPr>
          <p:spPr>
            <a:xfrm>
              <a:off x="6974830" y="-1636063"/>
              <a:ext cx="50933" cy="24336"/>
            </a:xfrm>
            <a:custGeom>
              <a:rect b="b" l="l" r="r" t="t"/>
              <a:pathLst>
                <a:path extrusionOk="0" fill="none" h="904" w="1892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35"/>
            <p:cNvSpPr/>
            <p:nvPr/>
          </p:nvSpPr>
          <p:spPr>
            <a:xfrm>
              <a:off x="6779795" y="-1685246"/>
              <a:ext cx="245968" cy="73519"/>
            </a:xfrm>
            <a:custGeom>
              <a:rect b="b" l="l" r="r" t="t"/>
              <a:pathLst>
                <a:path extrusionOk="0" h="2731" w="9137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35"/>
            <p:cNvSpPr/>
            <p:nvPr/>
          </p:nvSpPr>
          <p:spPr>
            <a:xfrm>
              <a:off x="6779795" y="-1685246"/>
              <a:ext cx="245968" cy="73519"/>
            </a:xfrm>
            <a:custGeom>
              <a:rect b="b" l="l" r="r" t="t"/>
              <a:pathLst>
                <a:path extrusionOk="0" fill="none" h="2731" w="9137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35"/>
            <p:cNvSpPr/>
            <p:nvPr/>
          </p:nvSpPr>
          <p:spPr>
            <a:xfrm>
              <a:off x="6824347" y="-1698544"/>
              <a:ext cx="150510" cy="68296"/>
            </a:xfrm>
            <a:custGeom>
              <a:rect b="b" l="l" r="r" t="t"/>
              <a:pathLst>
                <a:path extrusionOk="0" h="2537" w="5591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35"/>
            <p:cNvSpPr/>
            <p:nvPr/>
          </p:nvSpPr>
          <p:spPr>
            <a:xfrm>
              <a:off x="6533288" y="-1808512"/>
              <a:ext cx="311357" cy="152825"/>
            </a:xfrm>
            <a:custGeom>
              <a:rect b="b" l="l" r="r" t="t"/>
              <a:pathLst>
                <a:path extrusionOk="0" h="5677" w="11566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35"/>
            <p:cNvSpPr/>
            <p:nvPr/>
          </p:nvSpPr>
          <p:spPr>
            <a:xfrm>
              <a:off x="6533288" y="-1808512"/>
              <a:ext cx="311357" cy="152825"/>
            </a:xfrm>
            <a:custGeom>
              <a:rect b="b" l="l" r="r" t="t"/>
              <a:pathLst>
                <a:path extrusionOk="0" fill="none" h="5677" w="11566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11" name="Google Shape;3511;p35"/>
          <p:cNvGrpSpPr/>
          <p:nvPr/>
        </p:nvGrpSpPr>
        <p:grpSpPr>
          <a:xfrm flipH="1">
            <a:off x="6365673" y="3938138"/>
            <a:ext cx="811246" cy="1205364"/>
            <a:chOff x="8044750" y="-1789024"/>
            <a:chExt cx="811246" cy="1205364"/>
          </a:xfrm>
        </p:grpSpPr>
        <p:sp>
          <p:nvSpPr>
            <p:cNvPr id="3512" name="Google Shape;3512;p35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35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35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35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35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35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35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35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35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35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35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35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35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35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35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35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35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35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35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35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32" name="Google Shape;3532;p35"/>
          <p:cNvSpPr txBox="1"/>
          <p:nvPr>
            <p:ph idx="1" type="subTitle"/>
          </p:nvPr>
        </p:nvSpPr>
        <p:spPr>
          <a:xfrm>
            <a:off x="744225" y="3823600"/>
            <a:ext cx="1722300" cy="3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4/28/2026</a:t>
            </a:r>
            <a:endParaRPr/>
          </a:p>
        </p:txBody>
      </p:sp>
      <p:sp>
        <p:nvSpPr>
          <p:cNvPr id="3533" name="Google Shape;3533;p35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1</a:t>
            </a:r>
            <a:endParaRPr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3534" name="Google Shape;3534;p35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1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8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p36"/>
          <p:cNvSpPr txBox="1"/>
          <p:nvPr>
            <p:ph type="title"/>
          </p:nvPr>
        </p:nvSpPr>
        <p:spPr>
          <a:xfrm>
            <a:off x="2903824" y="2776655"/>
            <a:ext cx="425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Southwest Holiday Meltdown</a:t>
            </a:r>
            <a:endParaRPr/>
          </a:p>
        </p:txBody>
      </p:sp>
      <p:sp>
        <p:nvSpPr>
          <p:cNvPr id="3540" name="Google Shape;3540;p36"/>
          <p:cNvSpPr txBox="1"/>
          <p:nvPr>
            <p:ph idx="4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Information</a:t>
            </a:r>
            <a:endParaRPr/>
          </a:p>
        </p:txBody>
      </p:sp>
      <p:sp>
        <p:nvSpPr>
          <p:cNvPr id="3541" name="Google Shape;3541;p36"/>
          <p:cNvSpPr txBox="1"/>
          <p:nvPr>
            <p:ph idx="2" type="title"/>
          </p:nvPr>
        </p:nvSpPr>
        <p:spPr>
          <a:xfrm>
            <a:off x="2904274" y="1450845"/>
            <a:ext cx="425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Hub and Spoke Model</a:t>
            </a:r>
            <a:endParaRPr/>
          </a:p>
        </p:txBody>
      </p:sp>
      <p:sp>
        <p:nvSpPr>
          <p:cNvPr id="3542" name="Google Shape;3542;p36"/>
          <p:cNvSpPr txBox="1"/>
          <p:nvPr>
            <p:ph idx="1" type="subTitle"/>
          </p:nvPr>
        </p:nvSpPr>
        <p:spPr>
          <a:xfrm>
            <a:off x="2904274" y="1667472"/>
            <a:ext cx="42564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Airline n</a:t>
            </a:r>
            <a:r>
              <a:rPr lang="en"/>
              <a:t>etwork where passengers are routed through a central "hub" airport to connect to various "spoke" destinations.</a:t>
            </a:r>
            <a:endParaRPr/>
          </a:p>
        </p:txBody>
      </p:sp>
      <p:sp>
        <p:nvSpPr>
          <p:cNvPr id="3543" name="Google Shape;3543;p36"/>
          <p:cNvSpPr txBox="1"/>
          <p:nvPr>
            <p:ph idx="3" type="subTitle"/>
          </p:nvPr>
        </p:nvSpPr>
        <p:spPr>
          <a:xfrm>
            <a:off x="2903824" y="2993281"/>
            <a:ext cx="42573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Massive operational failure </a:t>
            </a:r>
            <a:r>
              <a:rPr lang="en"/>
              <a:t>exacerbated</a:t>
            </a:r>
            <a:r>
              <a:rPr lang="en"/>
              <a:t> by crew scheduling technology, staffing issues, and point-to-point network.</a:t>
            </a:r>
            <a:endParaRPr/>
          </a:p>
        </p:txBody>
      </p:sp>
      <p:sp>
        <p:nvSpPr>
          <p:cNvPr id="3544" name="Google Shape;3544;p36"/>
          <p:cNvSpPr/>
          <p:nvPr/>
        </p:nvSpPr>
        <p:spPr>
          <a:xfrm>
            <a:off x="1982876" y="1450845"/>
            <a:ext cx="759000" cy="759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5" name="Google Shape;3545;p36"/>
          <p:cNvSpPr/>
          <p:nvPr/>
        </p:nvSpPr>
        <p:spPr>
          <a:xfrm>
            <a:off x="1982876" y="2776655"/>
            <a:ext cx="759000" cy="759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46" name="Google Shape;3546;p36"/>
          <p:cNvGrpSpPr/>
          <p:nvPr/>
        </p:nvGrpSpPr>
        <p:grpSpPr>
          <a:xfrm>
            <a:off x="143768" y="1409607"/>
            <a:ext cx="1537580" cy="406948"/>
            <a:chOff x="2199025" y="-704725"/>
            <a:chExt cx="2325438" cy="615468"/>
          </a:xfrm>
        </p:grpSpPr>
        <p:sp>
          <p:nvSpPr>
            <p:cNvPr id="3547" name="Google Shape;3547;p36"/>
            <p:cNvSpPr/>
            <p:nvPr/>
          </p:nvSpPr>
          <p:spPr>
            <a:xfrm>
              <a:off x="3316458" y="-704725"/>
              <a:ext cx="98389" cy="207003"/>
            </a:xfrm>
            <a:custGeom>
              <a:rect b="b" l="l" r="r" t="t"/>
              <a:pathLst>
                <a:path extrusionOk="0" h="6670" w="3170">
                  <a:moveTo>
                    <a:pt x="1517" y="1"/>
                  </a:moveTo>
                  <a:lnTo>
                    <a:pt x="1459" y="40"/>
                  </a:lnTo>
                  <a:lnTo>
                    <a:pt x="1420" y="79"/>
                  </a:lnTo>
                  <a:lnTo>
                    <a:pt x="1381" y="156"/>
                  </a:lnTo>
                  <a:lnTo>
                    <a:pt x="1" y="6669"/>
                  </a:lnTo>
                  <a:lnTo>
                    <a:pt x="3170" y="6669"/>
                  </a:lnTo>
                  <a:lnTo>
                    <a:pt x="1789" y="156"/>
                  </a:lnTo>
                  <a:lnTo>
                    <a:pt x="1770" y="79"/>
                  </a:lnTo>
                  <a:lnTo>
                    <a:pt x="1712" y="40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36"/>
            <p:cNvSpPr/>
            <p:nvPr/>
          </p:nvSpPr>
          <p:spPr>
            <a:xfrm>
              <a:off x="3316458" y="-539396"/>
              <a:ext cx="98389" cy="41680"/>
            </a:xfrm>
            <a:custGeom>
              <a:rect b="b" l="l" r="r" t="t"/>
              <a:pathLst>
                <a:path extrusionOk="0" h="1343" w="3170">
                  <a:moveTo>
                    <a:pt x="740" y="1"/>
                  </a:moveTo>
                  <a:lnTo>
                    <a:pt x="293" y="20"/>
                  </a:lnTo>
                  <a:lnTo>
                    <a:pt x="1" y="1342"/>
                  </a:lnTo>
                  <a:lnTo>
                    <a:pt x="3170" y="1342"/>
                  </a:lnTo>
                  <a:lnTo>
                    <a:pt x="2975" y="428"/>
                  </a:lnTo>
                  <a:lnTo>
                    <a:pt x="2723" y="331"/>
                  </a:lnTo>
                  <a:lnTo>
                    <a:pt x="2450" y="253"/>
                  </a:lnTo>
                  <a:lnTo>
                    <a:pt x="2178" y="176"/>
                  </a:lnTo>
                  <a:lnTo>
                    <a:pt x="1887" y="117"/>
                  </a:lnTo>
                  <a:lnTo>
                    <a:pt x="1614" y="59"/>
                  </a:lnTo>
                  <a:lnTo>
                    <a:pt x="1323" y="40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36"/>
            <p:cNvSpPr/>
            <p:nvPr/>
          </p:nvSpPr>
          <p:spPr>
            <a:xfrm>
              <a:off x="2199025" y="-377699"/>
              <a:ext cx="1056579" cy="182238"/>
            </a:xfrm>
            <a:custGeom>
              <a:rect b="b" l="l" r="r" t="t"/>
              <a:pathLst>
                <a:path extrusionOk="0" h="5872" w="34042">
                  <a:moveTo>
                    <a:pt x="468" y="1"/>
                  </a:moveTo>
                  <a:lnTo>
                    <a:pt x="390" y="20"/>
                  </a:lnTo>
                  <a:lnTo>
                    <a:pt x="254" y="59"/>
                  </a:lnTo>
                  <a:lnTo>
                    <a:pt x="137" y="156"/>
                  </a:lnTo>
                  <a:lnTo>
                    <a:pt x="79" y="195"/>
                  </a:lnTo>
                  <a:lnTo>
                    <a:pt x="59" y="273"/>
                  </a:lnTo>
                  <a:lnTo>
                    <a:pt x="20" y="331"/>
                  </a:lnTo>
                  <a:lnTo>
                    <a:pt x="1" y="409"/>
                  </a:lnTo>
                  <a:lnTo>
                    <a:pt x="1" y="506"/>
                  </a:lnTo>
                  <a:lnTo>
                    <a:pt x="20" y="584"/>
                  </a:lnTo>
                  <a:lnTo>
                    <a:pt x="59" y="720"/>
                  </a:lnTo>
                  <a:lnTo>
                    <a:pt x="98" y="856"/>
                  </a:lnTo>
                  <a:lnTo>
                    <a:pt x="156" y="1012"/>
                  </a:lnTo>
                  <a:lnTo>
                    <a:pt x="293" y="1284"/>
                  </a:lnTo>
                  <a:lnTo>
                    <a:pt x="468" y="1537"/>
                  </a:lnTo>
                  <a:lnTo>
                    <a:pt x="681" y="1750"/>
                  </a:lnTo>
                  <a:lnTo>
                    <a:pt x="934" y="1925"/>
                  </a:lnTo>
                  <a:lnTo>
                    <a:pt x="1187" y="2081"/>
                  </a:lnTo>
                  <a:lnTo>
                    <a:pt x="1478" y="2178"/>
                  </a:lnTo>
                  <a:lnTo>
                    <a:pt x="1634" y="2217"/>
                  </a:lnTo>
                  <a:lnTo>
                    <a:pt x="1790" y="2236"/>
                  </a:lnTo>
                  <a:lnTo>
                    <a:pt x="7641" y="2995"/>
                  </a:lnTo>
                  <a:lnTo>
                    <a:pt x="11743" y="3500"/>
                  </a:lnTo>
                  <a:lnTo>
                    <a:pt x="16292" y="4044"/>
                  </a:lnTo>
                  <a:lnTo>
                    <a:pt x="21055" y="4589"/>
                  </a:lnTo>
                  <a:lnTo>
                    <a:pt x="25760" y="5094"/>
                  </a:lnTo>
                  <a:lnTo>
                    <a:pt x="28015" y="5327"/>
                  </a:lnTo>
                  <a:lnTo>
                    <a:pt x="30173" y="5541"/>
                  </a:lnTo>
                  <a:lnTo>
                    <a:pt x="32175" y="5736"/>
                  </a:lnTo>
                  <a:lnTo>
                    <a:pt x="34041" y="5872"/>
                  </a:lnTo>
                  <a:lnTo>
                    <a:pt x="33419" y="1848"/>
                  </a:lnTo>
                  <a:lnTo>
                    <a:pt x="2703" y="1031"/>
                  </a:lnTo>
                  <a:lnTo>
                    <a:pt x="2431" y="1012"/>
                  </a:lnTo>
                  <a:lnTo>
                    <a:pt x="2159" y="973"/>
                  </a:lnTo>
                  <a:lnTo>
                    <a:pt x="1906" y="895"/>
                  </a:lnTo>
                  <a:lnTo>
                    <a:pt x="1673" y="798"/>
                  </a:lnTo>
                  <a:lnTo>
                    <a:pt x="1440" y="662"/>
                  </a:lnTo>
                  <a:lnTo>
                    <a:pt x="1206" y="526"/>
                  </a:lnTo>
                  <a:lnTo>
                    <a:pt x="1012" y="351"/>
                  </a:lnTo>
                  <a:lnTo>
                    <a:pt x="817" y="156"/>
                  </a:lnTo>
                  <a:lnTo>
                    <a:pt x="759" y="98"/>
                  </a:lnTo>
                  <a:lnTo>
                    <a:pt x="681" y="59"/>
                  </a:lnTo>
                  <a:lnTo>
                    <a:pt x="604" y="20"/>
                  </a:lnTo>
                  <a:lnTo>
                    <a:pt x="5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36"/>
            <p:cNvSpPr/>
            <p:nvPr/>
          </p:nvSpPr>
          <p:spPr>
            <a:xfrm>
              <a:off x="2199025" y="-377699"/>
              <a:ext cx="1056579" cy="182238"/>
            </a:xfrm>
            <a:custGeom>
              <a:rect b="b" l="l" r="r" t="t"/>
              <a:pathLst>
                <a:path extrusionOk="0" fill="none" h="5872" w="34042">
                  <a:moveTo>
                    <a:pt x="33419" y="1848"/>
                  </a:moveTo>
                  <a:lnTo>
                    <a:pt x="2703" y="1031"/>
                  </a:lnTo>
                  <a:lnTo>
                    <a:pt x="2703" y="1031"/>
                  </a:lnTo>
                  <a:lnTo>
                    <a:pt x="2431" y="1012"/>
                  </a:lnTo>
                  <a:lnTo>
                    <a:pt x="2159" y="973"/>
                  </a:lnTo>
                  <a:lnTo>
                    <a:pt x="1906" y="895"/>
                  </a:lnTo>
                  <a:lnTo>
                    <a:pt x="1673" y="798"/>
                  </a:lnTo>
                  <a:lnTo>
                    <a:pt x="1440" y="662"/>
                  </a:lnTo>
                  <a:lnTo>
                    <a:pt x="1206" y="526"/>
                  </a:lnTo>
                  <a:lnTo>
                    <a:pt x="1012" y="351"/>
                  </a:lnTo>
                  <a:lnTo>
                    <a:pt x="817" y="156"/>
                  </a:lnTo>
                  <a:lnTo>
                    <a:pt x="817" y="156"/>
                  </a:lnTo>
                  <a:lnTo>
                    <a:pt x="759" y="98"/>
                  </a:lnTo>
                  <a:lnTo>
                    <a:pt x="681" y="59"/>
                  </a:lnTo>
                  <a:lnTo>
                    <a:pt x="604" y="20"/>
                  </a:lnTo>
                  <a:lnTo>
                    <a:pt x="545" y="1"/>
                  </a:lnTo>
                  <a:lnTo>
                    <a:pt x="468" y="1"/>
                  </a:lnTo>
                  <a:lnTo>
                    <a:pt x="390" y="20"/>
                  </a:lnTo>
                  <a:lnTo>
                    <a:pt x="254" y="59"/>
                  </a:lnTo>
                  <a:lnTo>
                    <a:pt x="137" y="156"/>
                  </a:lnTo>
                  <a:lnTo>
                    <a:pt x="79" y="195"/>
                  </a:lnTo>
                  <a:lnTo>
                    <a:pt x="59" y="273"/>
                  </a:lnTo>
                  <a:lnTo>
                    <a:pt x="20" y="331"/>
                  </a:lnTo>
                  <a:lnTo>
                    <a:pt x="1" y="409"/>
                  </a:lnTo>
                  <a:lnTo>
                    <a:pt x="1" y="506"/>
                  </a:lnTo>
                  <a:lnTo>
                    <a:pt x="20" y="584"/>
                  </a:lnTo>
                  <a:lnTo>
                    <a:pt x="59" y="720"/>
                  </a:lnTo>
                  <a:lnTo>
                    <a:pt x="59" y="720"/>
                  </a:lnTo>
                  <a:lnTo>
                    <a:pt x="98" y="856"/>
                  </a:lnTo>
                  <a:lnTo>
                    <a:pt x="156" y="1012"/>
                  </a:lnTo>
                  <a:lnTo>
                    <a:pt x="293" y="1284"/>
                  </a:lnTo>
                  <a:lnTo>
                    <a:pt x="468" y="1537"/>
                  </a:lnTo>
                  <a:lnTo>
                    <a:pt x="681" y="1750"/>
                  </a:lnTo>
                  <a:lnTo>
                    <a:pt x="934" y="1925"/>
                  </a:lnTo>
                  <a:lnTo>
                    <a:pt x="1187" y="2081"/>
                  </a:lnTo>
                  <a:lnTo>
                    <a:pt x="1478" y="2178"/>
                  </a:lnTo>
                  <a:lnTo>
                    <a:pt x="1634" y="2217"/>
                  </a:lnTo>
                  <a:lnTo>
                    <a:pt x="1790" y="2236"/>
                  </a:lnTo>
                  <a:lnTo>
                    <a:pt x="1790" y="2236"/>
                  </a:lnTo>
                  <a:lnTo>
                    <a:pt x="7641" y="2995"/>
                  </a:lnTo>
                  <a:lnTo>
                    <a:pt x="11743" y="3500"/>
                  </a:lnTo>
                  <a:lnTo>
                    <a:pt x="16292" y="4044"/>
                  </a:lnTo>
                  <a:lnTo>
                    <a:pt x="21055" y="4589"/>
                  </a:lnTo>
                  <a:lnTo>
                    <a:pt x="25760" y="5094"/>
                  </a:lnTo>
                  <a:lnTo>
                    <a:pt x="28015" y="5327"/>
                  </a:lnTo>
                  <a:lnTo>
                    <a:pt x="30173" y="5541"/>
                  </a:lnTo>
                  <a:lnTo>
                    <a:pt x="32175" y="5736"/>
                  </a:lnTo>
                  <a:lnTo>
                    <a:pt x="34041" y="5872"/>
                  </a:lnTo>
                  <a:lnTo>
                    <a:pt x="33419" y="184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36"/>
            <p:cNvSpPr/>
            <p:nvPr/>
          </p:nvSpPr>
          <p:spPr>
            <a:xfrm>
              <a:off x="2396944" y="-342690"/>
              <a:ext cx="858652" cy="147230"/>
            </a:xfrm>
            <a:custGeom>
              <a:rect b="b" l="l" r="r" t="t"/>
              <a:pathLst>
                <a:path extrusionOk="0" h="4744" w="27665">
                  <a:moveTo>
                    <a:pt x="0" y="0"/>
                  </a:moveTo>
                  <a:lnTo>
                    <a:pt x="27042" y="1925"/>
                  </a:lnTo>
                  <a:lnTo>
                    <a:pt x="27334" y="4724"/>
                  </a:lnTo>
                  <a:lnTo>
                    <a:pt x="27664" y="4744"/>
                  </a:lnTo>
                  <a:lnTo>
                    <a:pt x="27042" y="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36"/>
            <p:cNvSpPr/>
            <p:nvPr/>
          </p:nvSpPr>
          <p:spPr>
            <a:xfrm>
              <a:off x="2396944" y="-342690"/>
              <a:ext cx="858652" cy="147230"/>
            </a:xfrm>
            <a:custGeom>
              <a:rect b="b" l="l" r="r" t="t"/>
              <a:pathLst>
                <a:path extrusionOk="0" fill="none" h="4744" w="27665">
                  <a:moveTo>
                    <a:pt x="27334" y="4724"/>
                  </a:moveTo>
                  <a:lnTo>
                    <a:pt x="27334" y="4724"/>
                  </a:lnTo>
                  <a:lnTo>
                    <a:pt x="27664" y="4744"/>
                  </a:lnTo>
                  <a:lnTo>
                    <a:pt x="27042" y="720"/>
                  </a:lnTo>
                  <a:lnTo>
                    <a:pt x="0" y="0"/>
                  </a:lnTo>
                  <a:lnTo>
                    <a:pt x="27042" y="1925"/>
                  </a:lnTo>
                  <a:lnTo>
                    <a:pt x="27334" y="472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36"/>
            <p:cNvSpPr/>
            <p:nvPr/>
          </p:nvSpPr>
          <p:spPr>
            <a:xfrm>
              <a:off x="3132444" y="-290208"/>
              <a:ext cx="70641" cy="90529"/>
            </a:xfrm>
            <a:custGeom>
              <a:rect b="b" l="l" r="r" t="t"/>
              <a:pathLst>
                <a:path extrusionOk="0" h="2917" w="2276">
                  <a:moveTo>
                    <a:pt x="1" y="1"/>
                  </a:moveTo>
                  <a:lnTo>
                    <a:pt x="78" y="370"/>
                  </a:lnTo>
                  <a:lnTo>
                    <a:pt x="156" y="739"/>
                  </a:lnTo>
                  <a:lnTo>
                    <a:pt x="253" y="1109"/>
                  </a:lnTo>
                  <a:lnTo>
                    <a:pt x="370" y="1459"/>
                  </a:lnTo>
                  <a:lnTo>
                    <a:pt x="487" y="1809"/>
                  </a:lnTo>
                  <a:lnTo>
                    <a:pt x="642" y="2159"/>
                  </a:lnTo>
                  <a:lnTo>
                    <a:pt x="798" y="2489"/>
                  </a:lnTo>
                  <a:lnTo>
                    <a:pt x="992" y="2800"/>
                  </a:lnTo>
                  <a:lnTo>
                    <a:pt x="2275" y="2917"/>
                  </a:lnTo>
                  <a:lnTo>
                    <a:pt x="2100" y="2625"/>
                  </a:lnTo>
                  <a:lnTo>
                    <a:pt x="1945" y="2295"/>
                  </a:lnTo>
                  <a:lnTo>
                    <a:pt x="1789" y="1984"/>
                  </a:lnTo>
                  <a:lnTo>
                    <a:pt x="1653" y="1653"/>
                  </a:lnTo>
                  <a:lnTo>
                    <a:pt x="1536" y="1303"/>
                  </a:lnTo>
                  <a:lnTo>
                    <a:pt x="1439" y="973"/>
                  </a:lnTo>
                  <a:lnTo>
                    <a:pt x="1342" y="623"/>
                  </a:lnTo>
                  <a:lnTo>
                    <a:pt x="1284" y="273"/>
                  </a:lnTo>
                  <a:lnTo>
                    <a:pt x="1245" y="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36"/>
            <p:cNvSpPr/>
            <p:nvPr/>
          </p:nvSpPr>
          <p:spPr>
            <a:xfrm>
              <a:off x="3132444" y="-290208"/>
              <a:ext cx="70641" cy="90529"/>
            </a:xfrm>
            <a:custGeom>
              <a:rect b="b" l="l" r="r" t="t"/>
              <a:pathLst>
                <a:path extrusionOk="0" fill="none" h="2917" w="2276">
                  <a:moveTo>
                    <a:pt x="1" y="1"/>
                  </a:moveTo>
                  <a:lnTo>
                    <a:pt x="1" y="1"/>
                  </a:lnTo>
                  <a:lnTo>
                    <a:pt x="78" y="370"/>
                  </a:lnTo>
                  <a:lnTo>
                    <a:pt x="156" y="739"/>
                  </a:lnTo>
                  <a:lnTo>
                    <a:pt x="253" y="1109"/>
                  </a:lnTo>
                  <a:lnTo>
                    <a:pt x="370" y="1459"/>
                  </a:lnTo>
                  <a:lnTo>
                    <a:pt x="487" y="1809"/>
                  </a:lnTo>
                  <a:lnTo>
                    <a:pt x="642" y="2159"/>
                  </a:lnTo>
                  <a:lnTo>
                    <a:pt x="798" y="2489"/>
                  </a:lnTo>
                  <a:lnTo>
                    <a:pt x="992" y="2800"/>
                  </a:lnTo>
                  <a:lnTo>
                    <a:pt x="992" y="2800"/>
                  </a:lnTo>
                  <a:lnTo>
                    <a:pt x="2275" y="2917"/>
                  </a:lnTo>
                  <a:lnTo>
                    <a:pt x="2275" y="2917"/>
                  </a:lnTo>
                  <a:lnTo>
                    <a:pt x="2100" y="2625"/>
                  </a:lnTo>
                  <a:lnTo>
                    <a:pt x="1945" y="2295"/>
                  </a:lnTo>
                  <a:lnTo>
                    <a:pt x="1789" y="1984"/>
                  </a:lnTo>
                  <a:lnTo>
                    <a:pt x="1653" y="1653"/>
                  </a:lnTo>
                  <a:lnTo>
                    <a:pt x="1536" y="1303"/>
                  </a:lnTo>
                  <a:lnTo>
                    <a:pt x="1439" y="973"/>
                  </a:lnTo>
                  <a:lnTo>
                    <a:pt x="1342" y="623"/>
                  </a:lnTo>
                  <a:lnTo>
                    <a:pt x="1284" y="273"/>
                  </a:lnTo>
                  <a:lnTo>
                    <a:pt x="1284" y="273"/>
                  </a:lnTo>
                  <a:lnTo>
                    <a:pt x="1245" y="98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36"/>
            <p:cNvSpPr/>
            <p:nvPr/>
          </p:nvSpPr>
          <p:spPr>
            <a:xfrm>
              <a:off x="3130644" y="-323386"/>
              <a:ext cx="40442" cy="36218"/>
            </a:xfrm>
            <a:custGeom>
              <a:rect b="b" l="l" r="r" t="t"/>
              <a:pathLst>
                <a:path extrusionOk="0" h="1167" w="1303">
                  <a:moveTo>
                    <a:pt x="0" y="0"/>
                  </a:moveTo>
                  <a:lnTo>
                    <a:pt x="0" y="39"/>
                  </a:lnTo>
                  <a:lnTo>
                    <a:pt x="20" y="545"/>
                  </a:lnTo>
                  <a:lnTo>
                    <a:pt x="59" y="1070"/>
                  </a:lnTo>
                  <a:lnTo>
                    <a:pt x="1303" y="1167"/>
                  </a:lnTo>
                  <a:lnTo>
                    <a:pt x="1244" y="603"/>
                  </a:lnTo>
                  <a:lnTo>
                    <a:pt x="1225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36"/>
            <p:cNvSpPr/>
            <p:nvPr/>
          </p:nvSpPr>
          <p:spPr>
            <a:xfrm>
              <a:off x="3130644" y="-323386"/>
              <a:ext cx="40442" cy="36218"/>
            </a:xfrm>
            <a:custGeom>
              <a:rect b="b" l="l" r="r" t="t"/>
              <a:pathLst>
                <a:path extrusionOk="0" fill="none" h="1167" w="1303">
                  <a:moveTo>
                    <a:pt x="0" y="0"/>
                  </a:moveTo>
                  <a:lnTo>
                    <a:pt x="0" y="0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20" y="545"/>
                  </a:lnTo>
                  <a:lnTo>
                    <a:pt x="59" y="1070"/>
                  </a:lnTo>
                  <a:lnTo>
                    <a:pt x="1303" y="1167"/>
                  </a:lnTo>
                  <a:lnTo>
                    <a:pt x="1303" y="1167"/>
                  </a:lnTo>
                  <a:lnTo>
                    <a:pt x="1244" y="603"/>
                  </a:lnTo>
                  <a:lnTo>
                    <a:pt x="1225" y="3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36"/>
            <p:cNvSpPr/>
            <p:nvPr/>
          </p:nvSpPr>
          <p:spPr>
            <a:xfrm>
              <a:off x="2980986" y="-301071"/>
              <a:ext cx="110462" cy="91150"/>
            </a:xfrm>
            <a:custGeom>
              <a:rect b="b" l="l" r="r" t="t"/>
              <a:pathLst>
                <a:path extrusionOk="0" h="2937" w="3559">
                  <a:moveTo>
                    <a:pt x="1" y="1"/>
                  </a:moveTo>
                  <a:lnTo>
                    <a:pt x="293" y="40"/>
                  </a:lnTo>
                  <a:lnTo>
                    <a:pt x="565" y="98"/>
                  </a:lnTo>
                  <a:lnTo>
                    <a:pt x="837" y="195"/>
                  </a:lnTo>
                  <a:lnTo>
                    <a:pt x="1109" y="292"/>
                  </a:lnTo>
                  <a:lnTo>
                    <a:pt x="1362" y="428"/>
                  </a:lnTo>
                  <a:lnTo>
                    <a:pt x="1595" y="564"/>
                  </a:lnTo>
                  <a:lnTo>
                    <a:pt x="1828" y="739"/>
                  </a:lnTo>
                  <a:lnTo>
                    <a:pt x="2042" y="914"/>
                  </a:lnTo>
                  <a:lnTo>
                    <a:pt x="2237" y="1128"/>
                  </a:lnTo>
                  <a:lnTo>
                    <a:pt x="2412" y="1342"/>
                  </a:lnTo>
                  <a:lnTo>
                    <a:pt x="2567" y="1556"/>
                  </a:lnTo>
                  <a:lnTo>
                    <a:pt x="2703" y="1809"/>
                  </a:lnTo>
                  <a:lnTo>
                    <a:pt x="2839" y="2061"/>
                  </a:lnTo>
                  <a:lnTo>
                    <a:pt x="2936" y="2334"/>
                  </a:lnTo>
                  <a:lnTo>
                    <a:pt x="3014" y="2606"/>
                  </a:lnTo>
                  <a:lnTo>
                    <a:pt x="3073" y="2897"/>
                  </a:lnTo>
                  <a:lnTo>
                    <a:pt x="3559" y="2936"/>
                  </a:lnTo>
                  <a:lnTo>
                    <a:pt x="3481" y="2664"/>
                  </a:lnTo>
                  <a:lnTo>
                    <a:pt x="3384" y="2392"/>
                  </a:lnTo>
                  <a:lnTo>
                    <a:pt x="3286" y="2139"/>
                  </a:lnTo>
                  <a:lnTo>
                    <a:pt x="3150" y="1886"/>
                  </a:lnTo>
                  <a:lnTo>
                    <a:pt x="3014" y="1653"/>
                  </a:lnTo>
                  <a:lnTo>
                    <a:pt x="2839" y="1439"/>
                  </a:lnTo>
                  <a:lnTo>
                    <a:pt x="2664" y="1225"/>
                  </a:lnTo>
                  <a:lnTo>
                    <a:pt x="2470" y="1031"/>
                  </a:lnTo>
                  <a:lnTo>
                    <a:pt x="2275" y="837"/>
                  </a:lnTo>
                  <a:lnTo>
                    <a:pt x="2042" y="681"/>
                  </a:lnTo>
                  <a:lnTo>
                    <a:pt x="1809" y="526"/>
                  </a:lnTo>
                  <a:lnTo>
                    <a:pt x="1576" y="390"/>
                  </a:lnTo>
                  <a:lnTo>
                    <a:pt x="1323" y="273"/>
                  </a:lnTo>
                  <a:lnTo>
                    <a:pt x="1051" y="176"/>
                  </a:lnTo>
                  <a:lnTo>
                    <a:pt x="779" y="98"/>
                  </a:lnTo>
                  <a:lnTo>
                    <a:pt x="506" y="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36"/>
            <p:cNvSpPr/>
            <p:nvPr/>
          </p:nvSpPr>
          <p:spPr>
            <a:xfrm>
              <a:off x="2980986" y="-301071"/>
              <a:ext cx="110462" cy="91150"/>
            </a:xfrm>
            <a:custGeom>
              <a:rect b="b" l="l" r="r" t="t"/>
              <a:pathLst>
                <a:path extrusionOk="0" fill="none" h="2937" w="3559">
                  <a:moveTo>
                    <a:pt x="1" y="1"/>
                  </a:moveTo>
                  <a:lnTo>
                    <a:pt x="1" y="1"/>
                  </a:lnTo>
                  <a:lnTo>
                    <a:pt x="293" y="40"/>
                  </a:lnTo>
                  <a:lnTo>
                    <a:pt x="565" y="98"/>
                  </a:lnTo>
                  <a:lnTo>
                    <a:pt x="837" y="195"/>
                  </a:lnTo>
                  <a:lnTo>
                    <a:pt x="1109" y="292"/>
                  </a:lnTo>
                  <a:lnTo>
                    <a:pt x="1362" y="428"/>
                  </a:lnTo>
                  <a:lnTo>
                    <a:pt x="1595" y="564"/>
                  </a:lnTo>
                  <a:lnTo>
                    <a:pt x="1828" y="739"/>
                  </a:lnTo>
                  <a:lnTo>
                    <a:pt x="2042" y="914"/>
                  </a:lnTo>
                  <a:lnTo>
                    <a:pt x="2237" y="1128"/>
                  </a:lnTo>
                  <a:lnTo>
                    <a:pt x="2412" y="1342"/>
                  </a:lnTo>
                  <a:lnTo>
                    <a:pt x="2567" y="1556"/>
                  </a:lnTo>
                  <a:lnTo>
                    <a:pt x="2703" y="1809"/>
                  </a:lnTo>
                  <a:lnTo>
                    <a:pt x="2839" y="2061"/>
                  </a:lnTo>
                  <a:lnTo>
                    <a:pt x="2936" y="2334"/>
                  </a:lnTo>
                  <a:lnTo>
                    <a:pt x="3014" y="2606"/>
                  </a:lnTo>
                  <a:lnTo>
                    <a:pt x="3073" y="2897"/>
                  </a:lnTo>
                  <a:lnTo>
                    <a:pt x="3073" y="2897"/>
                  </a:lnTo>
                  <a:lnTo>
                    <a:pt x="3559" y="2936"/>
                  </a:lnTo>
                  <a:lnTo>
                    <a:pt x="3559" y="2936"/>
                  </a:lnTo>
                  <a:lnTo>
                    <a:pt x="3481" y="2664"/>
                  </a:lnTo>
                  <a:lnTo>
                    <a:pt x="3384" y="2392"/>
                  </a:lnTo>
                  <a:lnTo>
                    <a:pt x="3286" y="2139"/>
                  </a:lnTo>
                  <a:lnTo>
                    <a:pt x="3150" y="1886"/>
                  </a:lnTo>
                  <a:lnTo>
                    <a:pt x="3014" y="1653"/>
                  </a:lnTo>
                  <a:lnTo>
                    <a:pt x="2839" y="1439"/>
                  </a:lnTo>
                  <a:lnTo>
                    <a:pt x="2664" y="1225"/>
                  </a:lnTo>
                  <a:lnTo>
                    <a:pt x="2470" y="1031"/>
                  </a:lnTo>
                  <a:lnTo>
                    <a:pt x="2275" y="837"/>
                  </a:lnTo>
                  <a:lnTo>
                    <a:pt x="2042" y="681"/>
                  </a:lnTo>
                  <a:lnTo>
                    <a:pt x="1809" y="526"/>
                  </a:lnTo>
                  <a:lnTo>
                    <a:pt x="1576" y="390"/>
                  </a:lnTo>
                  <a:lnTo>
                    <a:pt x="1323" y="273"/>
                  </a:lnTo>
                  <a:lnTo>
                    <a:pt x="1051" y="176"/>
                  </a:lnTo>
                  <a:lnTo>
                    <a:pt x="779" y="98"/>
                  </a:lnTo>
                  <a:lnTo>
                    <a:pt x="506" y="40"/>
                  </a:lnTo>
                  <a:lnTo>
                    <a:pt x="1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36"/>
            <p:cNvSpPr/>
            <p:nvPr/>
          </p:nvSpPr>
          <p:spPr>
            <a:xfrm>
              <a:off x="2974376" y="-301071"/>
              <a:ext cx="3042" cy="31"/>
            </a:xfrm>
            <a:custGeom>
              <a:rect b="b" l="l" r="r" t="t"/>
              <a:pathLst>
                <a:path extrusionOk="0" fill="none" h="1" w="98">
                  <a:moveTo>
                    <a:pt x="39" y="1"/>
                  </a:moveTo>
                  <a:lnTo>
                    <a:pt x="39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97" y="1"/>
                  </a:lnTo>
                  <a:lnTo>
                    <a:pt x="3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36"/>
            <p:cNvSpPr/>
            <p:nvPr/>
          </p:nvSpPr>
          <p:spPr>
            <a:xfrm>
              <a:off x="2975555" y="-301660"/>
              <a:ext cx="21168" cy="1831"/>
            </a:xfrm>
            <a:custGeom>
              <a:rect b="b" l="l" r="r" t="t"/>
              <a:pathLst>
                <a:path extrusionOk="0" h="59" w="682">
                  <a:moveTo>
                    <a:pt x="59" y="0"/>
                  </a:moveTo>
                  <a:lnTo>
                    <a:pt x="1" y="20"/>
                  </a:lnTo>
                  <a:lnTo>
                    <a:pt x="176" y="20"/>
                  </a:lnTo>
                  <a:lnTo>
                    <a:pt x="681" y="59"/>
                  </a:lnTo>
                  <a:lnTo>
                    <a:pt x="370" y="2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AFC6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36"/>
            <p:cNvSpPr/>
            <p:nvPr/>
          </p:nvSpPr>
          <p:spPr>
            <a:xfrm>
              <a:off x="2975555" y="-301660"/>
              <a:ext cx="21168" cy="1831"/>
            </a:xfrm>
            <a:custGeom>
              <a:rect b="b" l="l" r="r" t="t"/>
              <a:pathLst>
                <a:path extrusionOk="0" fill="none" h="59" w="682">
                  <a:moveTo>
                    <a:pt x="59" y="0"/>
                  </a:moveTo>
                  <a:lnTo>
                    <a:pt x="59" y="0"/>
                  </a:lnTo>
                  <a:lnTo>
                    <a:pt x="1" y="20"/>
                  </a:lnTo>
                  <a:lnTo>
                    <a:pt x="59" y="20"/>
                  </a:lnTo>
                  <a:lnTo>
                    <a:pt x="59" y="20"/>
                  </a:lnTo>
                  <a:lnTo>
                    <a:pt x="176" y="20"/>
                  </a:lnTo>
                  <a:lnTo>
                    <a:pt x="681" y="59"/>
                  </a:lnTo>
                  <a:lnTo>
                    <a:pt x="681" y="59"/>
                  </a:lnTo>
                  <a:lnTo>
                    <a:pt x="370" y="20"/>
                  </a:lnTo>
                  <a:lnTo>
                    <a:pt x="5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36"/>
            <p:cNvSpPr/>
            <p:nvPr/>
          </p:nvSpPr>
          <p:spPr>
            <a:xfrm>
              <a:off x="2871800" y="-237726"/>
              <a:ext cx="2421" cy="4872"/>
            </a:xfrm>
            <a:custGeom>
              <a:rect b="b" l="l" r="r" t="t"/>
              <a:pathLst>
                <a:path extrusionOk="0" h="157" w="78">
                  <a:moveTo>
                    <a:pt x="78" y="1"/>
                  </a:moveTo>
                  <a:lnTo>
                    <a:pt x="0" y="157"/>
                  </a:lnTo>
                  <a:lnTo>
                    <a:pt x="20" y="15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9BB9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36"/>
            <p:cNvSpPr/>
            <p:nvPr/>
          </p:nvSpPr>
          <p:spPr>
            <a:xfrm>
              <a:off x="2871800" y="-237726"/>
              <a:ext cx="2421" cy="4872"/>
            </a:xfrm>
            <a:custGeom>
              <a:rect b="b" l="l" r="r" t="t"/>
              <a:pathLst>
                <a:path extrusionOk="0" fill="none" h="157" w="78">
                  <a:moveTo>
                    <a:pt x="78" y="1"/>
                  </a:moveTo>
                  <a:lnTo>
                    <a:pt x="78" y="1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0" y="157"/>
                  </a:lnTo>
                  <a:lnTo>
                    <a:pt x="20" y="157"/>
                  </a:lnTo>
                  <a:lnTo>
                    <a:pt x="7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36"/>
            <p:cNvSpPr/>
            <p:nvPr/>
          </p:nvSpPr>
          <p:spPr>
            <a:xfrm>
              <a:off x="2865159" y="-301660"/>
              <a:ext cx="212421" cy="212404"/>
            </a:xfrm>
            <a:custGeom>
              <a:rect b="b" l="l" r="r" t="t"/>
              <a:pathLst>
                <a:path extrusionOk="0" h="6844" w="6844">
                  <a:moveTo>
                    <a:pt x="3422" y="0"/>
                  </a:moveTo>
                  <a:lnTo>
                    <a:pt x="3072" y="20"/>
                  </a:lnTo>
                  <a:lnTo>
                    <a:pt x="2741" y="78"/>
                  </a:lnTo>
                  <a:lnTo>
                    <a:pt x="2411" y="156"/>
                  </a:lnTo>
                  <a:lnTo>
                    <a:pt x="2080" y="272"/>
                  </a:lnTo>
                  <a:lnTo>
                    <a:pt x="1789" y="428"/>
                  </a:lnTo>
                  <a:lnTo>
                    <a:pt x="1517" y="603"/>
                  </a:lnTo>
                  <a:lnTo>
                    <a:pt x="1245" y="797"/>
                  </a:lnTo>
                  <a:lnTo>
                    <a:pt x="1011" y="1011"/>
                  </a:lnTo>
                  <a:lnTo>
                    <a:pt x="778" y="1264"/>
                  </a:lnTo>
                  <a:lnTo>
                    <a:pt x="584" y="1517"/>
                  </a:lnTo>
                  <a:lnTo>
                    <a:pt x="409" y="1808"/>
                  </a:lnTo>
                  <a:lnTo>
                    <a:pt x="273" y="2100"/>
                  </a:lnTo>
                  <a:lnTo>
                    <a:pt x="156" y="2411"/>
                  </a:lnTo>
                  <a:lnTo>
                    <a:pt x="78" y="2741"/>
                  </a:lnTo>
                  <a:lnTo>
                    <a:pt x="20" y="3072"/>
                  </a:lnTo>
                  <a:lnTo>
                    <a:pt x="0" y="3422"/>
                  </a:lnTo>
                  <a:lnTo>
                    <a:pt x="20" y="3772"/>
                  </a:lnTo>
                  <a:lnTo>
                    <a:pt x="78" y="4122"/>
                  </a:lnTo>
                  <a:lnTo>
                    <a:pt x="156" y="4452"/>
                  </a:lnTo>
                  <a:lnTo>
                    <a:pt x="273" y="4763"/>
                  </a:lnTo>
                  <a:lnTo>
                    <a:pt x="409" y="5055"/>
                  </a:lnTo>
                  <a:lnTo>
                    <a:pt x="584" y="5346"/>
                  </a:lnTo>
                  <a:lnTo>
                    <a:pt x="778" y="5599"/>
                  </a:lnTo>
                  <a:lnTo>
                    <a:pt x="1011" y="5852"/>
                  </a:lnTo>
                  <a:lnTo>
                    <a:pt x="1245" y="6066"/>
                  </a:lnTo>
                  <a:lnTo>
                    <a:pt x="1517" y="6260"/>
                  </a:lnTo>
                  <a:lnTo>
                    <a:pt x="1789" y="6435"/>
                  </a:lnTo>
                  <a:lnTo>
                    <a:pt x="2080" y="6591"/>
                  </a:lnTo>
                  <a:lnTo>
                    <a:pt x="2411" y="6707"/>
                  </a:lnTo>
                  <a:lnTo>
                    <a:pt x="2741" y="6785"/>
                  </a:lnTo>
                  <a:lnTo>
                    <a:pt x="3072" y="6843"/>
                  </a:lnTo>
                  <a:lnTo>
                    <a:pt x="3772" y="6843"/>
                  </a:lnTo>
                  <a:lnTo>
                    <a:pt x="4102" y="6785"/>
                  </a:lnTo>
                  <a:lnTo>
                    <a:pt x="4433" y="6707"/>
                  </a:lnTo>
                  <a:lnTo>
                    <a:pt x="4763" y="6591"/>
                  </a:lnTo>
                  <a:lnTo>
                    <a:pt x="5055" y="6435"/>
                  </a:lnTo>
                  <a:lnTo>
                    <a:pt x="5327" y="6260"/>
                  </a:lnTo>
                  <a:lnTo>
                    <a:pt x="5599" y="6066"/>
                  </a:lnTo>
                  <a:lnTo>
                    <a:pt x="5833" y="5852"/>
                  </a:lnTo>
                  <a:lnTo>
                    <a:pt x="6066" y="5599"/>
                  </a:lnTo>
                  <a:lnTo>
                    <a:pt x="6260" y="5346"/>
                  </a:lnTo>
                  <a:lnTo>
                    <a:pt x="6435" y="5055"/>
                  </a:lnTo>
                  <a:lnTo>
                    <a:pt x="6571" y="4763"/>
                  </a:lnTo>
                  <a:lnTo>
                    <a:pt x="6688" y="4452"/>
                  </a:lnTo>
                  <a:lnTo>
                    <a:pt x="6766" y="4122"/>
                  </a:lnTo>
                  <a:lnTo>
                    <a:pt x="6824" y="3772"/>
                  </a:lnTo>
                  <a:lnTo>
                    <a:pt x="6843" y="3422"/>
                  </a:lnTo>
                  <a:lnTo>
                    <a:pt x="6824" y="3072"/>
                  </a:lnTo>
                  <a:lnTo>
                    <a:pt x="6766" y="2741"/>
                  </a:lnTo>
                  <a:lnTo>
                    <a:pt x="6688" y="2411"/>
                  </a:lnTo>
                  <a:lnTo>
                    <a:pt x="6571" y="2100"/>
                  </a:lnTo>
                  <a:lnTo>
                    <a:pt x="6435" y="1808"/>
                  </a:lnTo>
                  <a:lnTo>
                    <a:pt x="6260" y="1517"/>
                  </a:lnTo>
                  <a:lnTo>
                    <a:pt x="6066" y="1264"/>
                  </a:lnTo>
                  <a:lnTo>
                    <a:pt x="5833" y="1011"/>
                  </a:lnTo>
                  <a:lnTo>
                    <a:pt x="5599" y="797"/>
                  </a:lnTo>
                  <a:lnTo>
                    <a:pt x="5327" y="603"/>
                  </a:lnTo>
                  <a:lnTo>
                    <a:pt x="5055" y="428"/>
                  </a:lnTo>
                  <a:lnTo>
                    <a:pt x="4763" y="272"/>
                  </a:lnTo>
                  <a:lnTo>
                    <a:pt x="4433" y="156"/>
                  </a:lnTo>
                  <a:lnTo>
                    <a:pt x="4102" y="78"/>
                  </a:lnTo>
                  <a:lnTo>
                    <a:pt x="3772" y="20"/>
                  </a:lnTo>
                  <a:lnTo>
                    <a:pt x="342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36"/>
            <p:cNvSpPr/>
            <p:nvPr/>
          </p:nvSpPr>
          <p:spPr>
            <a:xfrm>
              <a:off x="2865159" y="-301660"/>
              <a:ext cx="212421" cy="212404"/>
            </a:xfrm>
            <a:custGeom>
              <a:rect b="b" l="l" r="r" t="t"/>
              <a:pathLst>
                <a:path extrusionOk="0" fill="none" h="6844" w="6844">
                  <a:moveTo>
                    <a:pt x="6843" y="3422"/>
                  </a:moveTo>
                  <a:lnTo>
                    <a:pt x="6843" y="3422"/>
                  </a:lnTo>
                  <a:lnTo>
                    <a:pt x="6824" y="3772"/>
                  </a:lnTo>
                  <a:lnTo>
                    <a:pt x="6766" y="4122"/>
                  </a:lnTo>
                  <a:lnTo>
                    <a:pt x="6688" y="4452"/>
                  </a:lnTo>
                  <a:lnTo>
                    <a:pt x="6571" y="4763"/>
                  </a:lnTo>
                  <a:lnTo>
                    <a:pt x="6435" y="5055"/>
                  </a:lnTo>
                  <a:lnTo>
                    <a:pt x="6260" y="5346"/>
                  </a:lnTo>
                  <a:lnTo>
                    <a:pt x="6066" y="5599"/>
                  </a:lnTo>
                  <a:lnTo>
                    <a:pt x="5833" y="5852"/>
                  </a:lnTo>
                  <a:lnTo>
                    <a:pt x="5599" y="6066"/>
                  </a:lnTo>
                  <a:lnTo>
                    <a:pt x="5327" y="6260"/>
                  </a:lnTo>
                  <a:lnTo>
                    <a:pt x="5055" y="6435"/>
                  </a:lnTo>
                  <a:lnTo>
                    <a:pt x="4763" y="6591"/>
                  </a:lnTo>
                  <a:lnTo>
                    <a:pt x="4433" y="6707"/>
                  </a:lnTo>
                  <a:lnTo>
                    <a:pt x="4102" y="6785"/>
                  </a:lnTo>
                  <a:lnTo>
                    <a:pt x="3772" y="6843"/>
                  </a:lnTo>
                  <a:lnTo>
                    <a:pt x="3422" y="6843"/>
                  </a:lnTo>
                  <a:lnTo>
                    <a:pt x="3422" y="6843"/>
                  </a:lnTo>
                  <a:lnTo>
                    <a:pt x="3072" y="6843"/>
                  </a:lnTo>
                  <a:lnTo>
                    <a:pt x="2741" y="6785"/>
                  </a:lnTo>
                  <a:lnTo>
                    <a:pt x="2411" y="6707"/>
                  </a:lnTo>
                  <a:lnTo>
                    <a:pt x="2080" y="6591"/>
                  </a:lnTo>
                  <a:lnTo>
                    <a:pt x="1789" y="6435"/>
                  </a:lnTo>
                  <a:lnTo>
                    <a:pt x="1517" y="6260"/>
                  </a:lnTo>
                  <a:lnTo>
                    <a:pt x="1245" y="6066"/>
                  </a:lnTo>
                  <a:lnTo>
                    <a:pt x="1011" y="5852"/>
                  </a:lnTo>
                  <a:lnTo>
                    <a:pt x="778" y="5599"/>
                  </a:lnTo>
                  <a:lnTo>
                    <a:pt x="584" y="5346"/>
                  </a:lnTo>
                  <a:lnTo>
                    <a:pt x="409" y="5055"/>
                  </a:lnTo>
                  <a:lnTo>
                    <a:pt x="273" y="4763"/>
                  </a:lnTo>
                  <a:lnTo>
                    <a:pt x="156" y="4452"/>
                  </a:lnTo>
                  <a:lnTo>
                    <a:pt x="78" y="4122"/>
                  </a:lnTo>
                  <a:lnTo>
                    <a:pt x="20" y="3772"/>
                  </a:lnTo>
                  <a:lnTo>
                    <a:pt x="0" y="3422"/>
                  </a:lnTo>
                  <a:lnTo>
                    <a:pt x="0" y="3422"/>
                  </a:lnTo>
                  <a:lnTo>
                    <a:pt x="20" y="3072"/>
                  </a:lnTo>
                  <a:lnTo>
                    <a:pt x="78" y="2741"/>
                  </a:lnTo>
                  <a:lnTo>
                    <a:pt x="156" y="2411"/>
                  </a:lnTo>
                  <a:lnTo>
                    <a:pt x="273" y="2100"/>
                  </a:lnTo>
                  <a:lnTo>
                    <a:pt x="409" y="1808"/>
                  </a:lnTo>
                  <a:lnTo>
                    <a:pt x="584" y="1517"/>
                  </a:lnTo>
                  <a:lnTo>
                    <a:pt x="778" y="1264"/>
                  </a:lnTo>
                  <a:lnTo>
                    <a:pt x="1011" y="1011"/>
                  </a:lnTo>
                  <a:lnTo>
                    <a:pt x="1245" y="797"/>
                  </a:lnTo>
                  <a:lnTo>
                    <a:pt x="1517" y="603"/>
                  </a:lnTo>
                  <a:lnTo>
                    <a:pt x="1789" y="428"/>
                  </a:lnTo>
                  <a:lnTo>
                    <a:pt x="2080" y="272"/>
                  </a:lnTo>
                  <a:lnTo>
                    <a:pt x="2411" y="156"/>
                  </a:lnTo>
                  <a:lnTo>
                    <a:pt x="2741" y="78"/>
                  </a:lnTo>
                  <a:lnTo>
                    <a:pt x="3072" y="20"/>
                  </a:lnTo>
                  <a:lnTo>
                    <a:pt x="3422" y="0"/>
                  </a:lnTo>
                  <a:lnTo>
                    <a:pt x="3422" y="0"/>
                  </a:lnTo>
                  <a:lnTo>
                    <a:pt x="3772" y="20"/>
                  </a:lnTo>
                  <a:lnTo>
                    <a:pt x="4102" y="78"/>
                  </a:lnTo>
                  <a:lnTo>
                    <a:pt x="4433" y="156"/>
                  </a:lnTo>
                  <a:lnTo>
                    <a:pt x="4763" y="272"/>
                  </a:lnTo>
                  <a:lnTo>
                    <a:pt x="5055" y="428"/>
                  </a:lnTo>
                  <a:lnTo>
                    <a:pt x="5327" y="603"/>
                  </a:lnTo>
                  <a:lnTo>
                    <a:pt x="5599" y="797"/>
                  </a:lnTo>
                  <a:lnTo>
                    <a:pt x="5833" y="1011"/>
                  </a:lnTo>
                  <a:lnTo>
                    <a:pt x="6066" y="1264"/>
                  </a:lnTo>
                  <a:lnTo>
                    <a:pt x="6260" y="1517"/>
                  </a:lnTo>
                  <a:lnTo>
                    <a:pt x="6435" y="1808"/>
                  </a:lnTo>
                  <a:lnTo>
                    <a:pt x="6571" y="2100"/>
                  </a:lnTo>
                  <a:lnTo>
                    <a:pt x="6688" y="2411"/>
                  </a:lnTo>
                  <a:lnTo>
                    <a:pt x="6766" y="2741"/>
                  </a:lnTo>
                  <a:lnTo>
                    <a:pt x="6824" y="3072"/>
                  </a:lnTo>
                  <a:lnTo>
                    <a:pt x="6843" y="342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36"/>
            <p:cNvSpPr/>
            <p:nvPr/>
          </p:nvSpPr>
          <p:spPr>
            <a:xfrm>
              <a:off x="2889274" y="-277545"/>
              <a:ext cx="164157" cy="164765"/>
            </a:xfrm>
            <a:custGeom>
              <a:rect b="b" l="l" r="r" t="t"/>
              <a:pathLst>
                <a:path extrusionOk="0" h="5309" w="5289">
                  <a:moveTo>
                    <a:pt x="2645" y="1"/>
                  </a:moveTo>
                  <a:lnTo>
                    <a:pt x="2373" y="20"/>
                  </a:lnTo>
                  <a:lnTo>
                    <a:pt x="2120" y="59"/>
                  </a:lnTo>
                  <a:lnTo>
                    <a:pt x="1848" y="118"/>
                  </a:lnTo>
                  <a:lnTo>
                    <a:pt x="1615" y="215"/>
                  </a:lnTo>
                  <a:lnTo>
                    <a:pt x="1381" y="331"/>
                  </a:lnTo>
                  <a:lnTo>
                    <a:pt x="1167" y="448"/>
                  </a:lnTo>
                  <a:lnTo>
                    <a:pt x="954" y="604"/>
                  </a:lnTo>
                  <a:lnTo>
                    <a:pt x="779" y="779"/>
                  </a:lnTo>
                  <a:lnTo>
                    <a:pt x="604" y="973"/>
                  </a:lnTo>
                  <a:lnTo>
                    <a:pt x="448" y="1167"/>
                  </a:lnTo>
                  <a:lnTo>
                    <a:pt x="312" y="1401"/>
                  </a:lnTo>
                  <a:lnTo>
                    <a:pt x="195" y="1614"/>
                  </a:lnTo>
                  <a:lnTo>
                    <a:pt x="118" y="1867"/>
                  </a:lnTo>
                  <a:lnTo>
                    <a:pt x="40" y="2120"/>
                  </a:lnTo>
                  <a:lnTo>
                    <a:pt x="1" y="2392"/>
                  </a:lnTo>
                  <a:lnTo>
                    <a:pt x="1" y="2645"/>
                  </a:lnTo>
                  <a:lnTo>
                    <a:pt x="1" y="2917"/>
                  </a:lnTo>
                  <a:lnTo>
                    <a:pt x="40" y="3189"/>
                  </a:lnTo>
                  <a:lnTo>
                    <a:pt x="118" y="3442"/>
                  </a:lnTo>
                  <a:lnTo>
                    <a:pt x="195" y="3695"/>
                  </a:lnTo>
                  <a:lnTo>
                    <a:pt x="312" y="3908"/>
                  </a:lnTo>
                  <a:lnTo>
                    <a:pt x="448" y="4142"/>
                  </a:lnTo>
                  <a:lnTo>
                    <a:pt x="604" y="4336"/>
                  </a:lnTo>
                  <a:lnTo>
                    <a:pt x="779" y="4531"/>
                  </a:lnTo>
                  <a:lnTo>
                    <a:pt x="954" y="4706"/>
                  </a:lnTo>
                  <a:lnTo>
                    <a:pt x="1167" y="4861"/>
                  </a:lnTo>
                  <a:lnTo>
                    <a:pt x="1381" y="4978"/>
                  </a:lnTo>
                  <a:lnTo>
                    <a:pt x="1615" y="5094"/>
                  </a:lnTo>
                  <a:lnTo>
                    <a:pt x="1848" y="5192"/>
                  </a:lnTo>
                  <a:lnTo>
                    <a:pt x="2120" y="5250"/>
                  </a:lnTo>
                  <a:lnTo>
                    <a:pt x="2373" y="5289"/>
                  </a:lnTo>
                  <a:lnTo>
                    <a:pt x="2645" y="5308"/>
                  </a:lnTo>
                  <a:lnTo>
                    <a:pt x="2917" y="5289"/>
                  </a:lnTo>
                  <a:lnTo>
                    <a:pt x="3170" y="5250"/>
                  </a:lnTo>
                  <a:lnTo>
                    <a:pt x="3442" y="5192"/>
                  </a:lnTo>
                  <a:lnTo>
                    <a:pt x="3675" y="5094"/>
                  </a:lnTo>
                  <a:lnTo>
                    <a:pt x="3909" y="4978"/>
                  </a:lnTo>
                  <a:lnTo>
                    <a:pt x="4122" y="4861"/>
                  </a:lnTo>
                  <a:lnTo>
                    <a:pt x="4336" y="4706"/>
                  </a:lnTo>
                  <a:lnTo>
                    <a:pt x="4511" y="4531"/>
                  </a:lnTo>
                  <a:lnTo>
                    <a:pt x="4686" y="4336"/>
                  </a:lnTo>
                  <a:lnTo>
                    <a:pt x="4842" y="4142"/>
                  </a:lnTo>
                  <a:lnTo>
                    <a:pt x="4978" y="3908"/>
                  </a:lnTo>
                  <a:lnTo>
                    <a:pt x="5094" y="3695"/>
                  </a:lnTo>
                  <a:lnTo>
                    <a:pt x="5172" y="3442"/>
                  </a:lnTo>
                  <a:lnTo>
                    <a:pt x="5250" y="3189"/>
                  </a:lnTo>
                  <a:lnTo>
                    <a:pt x="5289" y="2917"/>
                  </a:lnTo>
                  <a:lnTo>
                    <a:pt x="5289" y="2645"/>
                  </a:lnTo>
                  <a:lnTo>
                    <a:pt x="5289" y="2392"/>
                  </a:lnTo>
                  <a:lnTo>
                    <a:pt x="5250" y="2120"/>
                  </a:lnTo>
                  <a:lnTo>
                    <a:pt x="5172" y="1867"/>
                  </a:lnTo>
                  <a:lnTo>
                    <a:pt x="5094" y="1614"/>
                  </a:lnTo>
                  <a:lnTo>
                    <a:pt x="4978" y="1401"/>
                  </a:lnTo>
                  <a:lnTo>
                    <a:pt x="4842" y="1167"/>
                  </a:lnTo>
                  <a:lnTo>
                    <a:pt x="4686" y="973"/>
                  </a:lnTo>
                  <a:lnTo>
                    <a:pt x="4511" y="779"/>
                  </a:lnTo>
                  <a:lnTo>
                    <a:pt x="4336" y="604"/>
                  </a:lnTo>
                  <a:lnTo>
                    <a:pt x="4122" y="448"/>
                  </a:lnTo>
                  <a:lnTo>
                    <a:pt x="3909" y="331"/>
                  </a:lnTo>
                  <a:lnTo>
                    <a:pt x="3675" y="215"/>
                  </a:lnTo>
                  <a:lnTo>
                    <a:pt x="3442" y="118"/>
                  </a:lnTo>
                  <a:lnTo>
                    <a:pt x="3170" y="59"/>
                  </a:lnTo>
                  <a:lnTo>
                    <a:pt x="2917" y="20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36"/>
            <p:cNvSpPr/>
            <p:nvPr/>
          </p:nvSpPr>
          <p:spPr>
            <a:xfrm>
              <a:off x="2889274" y="-277545"/>
              <a:ext cx="164157" cy="164765"/>
            </a:xfrm>
            <a:custGeom>
              <a:rect b="b" l="l" r="r" t="t"/>
              <a:pathLst>
                <a:path extrusionOk="0" fill="none" h="5309" w="5289">
                  <a:moveTo>
                    <a:pt x="5289" y="2645"/>
                  </a:moveTo>
                  <a:lnTo>
                    <a:pt x="5289" y="2645"/>
                  </a:lnTo>
                  <a:lnTo>
                    <a:pt x="5289" y="2917"/>
                  </a:lnTo>
                  <a:lnTo>
                    <a:pt x="5250" y="3189"/>
                  </a:lnTo>
                  <a:lnTo>
                    <a:pt x="5172" y="3442"/>
                  </a:lnTo>
                  <a:lnTo>
                    <a:pt x="5094" y="3695"/>
                  </a:lnTo>
                  <a:lnTo>
                    <a:pt x="4978" y="3908"/>
                  </a:lnTo>
                  <a:lnTo>
                    <a:pt x="4842" y="4142"/>
                  </a:lnTo>
                  <a:lnTo>
                    <a:pt x="4686" y="4336"/>
                  </a:lnTo>
                  <a:lnTo>
                    <a:pt x="4511" y="4531"/>
                  </a:lnTo>
                  <a:lnTo>
                    <a:pt x="4336" y="4706"/>
                  </a:lnTo>
                  <a:lnTo>
                    <a:pt x="4122" y="4861"/>
                  </a:lnTo>
                  <a:lnTo>
                    <a:pt x="3909" y="4978"/>
                  </a:lnTo>
                  <a:lnTo>
                    <a:pt x="3675" y="5094"/>
                  </a:lnTo>
                  <a:lnTo>
                    <a:pt x="3442" y="5192"/>
                  </a:lnTo>
                  <a:lnTo>
                    <a:pt x="3170" y="5250"/>
                  </a:lnTo>
                  <a:lnTo>
                    <a:pt x="2917" y="5289"/>
                  </a:lnTo>
                  <a:lnTo>
                    <a:pt x="2645" y="5308"/>
                  </a:lnTo>
                  <a:lnTo>
                    <a:pt x="2645" y="5308"/>
                  </a:lnTo>
                  <a:lnTo>
                    <a:pt x="2373" y="5289"/>
                  </a:lnTo>
                  <a:lnTo>
                    <a:pt x="2120" y="5250"/>
                  </a:lnTo>
                  <a:lnTo>
                    <a:pt x="1848" y="5192"/>
                  </a:lnTo>
                  <a:lnTo>
                    <a:pt x="1615" y="5094"/>
                  </a:lnTo>
                  <a:lnTo>
                    <a:pt x="1381" y="4978"/>
                  </a:lnTo>
                  <a:lnTo>
                    <a:pt x="1167" y="4861"/>
                  </a:lnTo>
                  <a:lnTo>
                    <a:pt x="954" y="4706"/>
                  </a:lnTo>
                  <a:lnTo>
                    <a:pt x="779" y="4531"/>
                  </a:lnTo>
                  <a:lnTo>
                    <a:pt x="604" y="4336"/>
                  </a:lnTo>
                  <a:lnTo>
                    <a:pt x="448" y="4142"/>
                  </a:lnTo>
                  <a:lnTo>
                    <a:pt x="312" y="3908"/>
                  </a:lnTo>
                  <a:lnTo>
                    <a:pt x="195" y="3695"/>
                  </a:lnTo>
                  <a:lnTo>
                    <a:pt x="118" y="3442"/>
                  </a:lnTo>
                  <a:lnTo>
                    <a:pt x="40" y="3189"/>
                  </a:lnTo>
                  <a:lnTo>
                    <a:pt x="1" y="2917"/>
                  </a:lnTo>
                  <a:lnTo>
                    <a:pt x="1" y="2645"/>
                  </a:lnTo>
                  <a:lnTo>
                    <a:pt x="1" y="2645"/>
                  </a:lnTo>
                  <a:lnTo>
                    <a:pt x="1" y="2392"/>
                  </a:lnTo>
                  <a:lnTo>
                    <a:pt x="40" y="2120"/>
                  </a:lnTo>
                  <a:lnTo>
                    <a:pt x="118" y="1867"/>
                  </a:lnTo>
                  <a:lnTo>
                    <a:pt x="195" y="1614"/>
                  </a:lnTo>
                  <a:lnTo>
                    <a:pt x="312" y="1401"/>
                  </a:lnTo>
                  <a:lnTo>
                    <a:pt x="448" y="1167"/>
                  </a:lnTo>
                  <a:lnTo>
                    <a:pt x="604" y="973"/>
                  </a:lnTo>
                  <a:lnTo>
                    <a:pt x="779" y="779"/>
                  </a:lnTo>
                  <a:lnTo>
                    <a:pt x="954" y="604"/>
                  </a:lnTo>
                  <a:lnTo>
                    <a:pt x="1167" y="448"/>
                  </a:lnTo>
                  <a:lnTo>
                    <a:pt x="1381" y="331"/>
                  </a:lnTo>
                  <a:lnTo>
                    <a:pt x="1615" y="215"/>
                  </a:lnTo>
                  <a:lnTo>
                    <a:pt x="1848" y="118"/>
                  </a:lnTo>
                  <a:lnTo>
                    <a:pt x="2120" y="59"/>
                  </a:lnTo>
                  <a:lnTo>
                    <a:pt x="2373" y="20"/>
                  </a:lnTo>
                  <a:lnTo>
                    <a:pt x="2645" y="1"/>
                  </a:lnTo>
                  <a:lnTo>
                    <a:pt x="2645" y="1"/>
                  </a:lnTo>
                  <a:lnTo>
                    <a:pt x="2917" y="20"/>
                  </a:lnTo>
                  <a:lnTo>
                    <a:pt x="3170" y="59"/>
                  </a:lnTo>
                  <a:lnTo>
                    <a:pt x="3442" y="118"/>
                  </a:lnTo>
                  <a:lnTo>
                    <a:pt x="3675" y="215"/>
                  </a:lnTo>
                  <a:lnTo>
                    <a:pt x="3909" y="331"/>
                  </a:lnTo>
                  <a:lnTo>
                    <a:pt x="4122" y="448"/>
                  </a:lnTo>
                  <a:lnTo>
                    <a:pt x="4336" y="604"/>
                  </a:lnTo>
                  <a:lnTo>
                    <a:pt x="4511" y="779"/>
                  </a:lnTo>
                  <a:lnTo>
                    <a:pt x="4686" y="973"/>
                  </a:lnTo>
                  <a:lnTo>
                    <a:pt x="4842" y="1167"/>
                  </a:lnTo>
                  <a:lnTo>
                    <a:pt x="4978" y="1401"/>
                  </a:lnTo>
                  <a:lnTo>
                    <a:pt x="5094" y="1614"/>
                  </a:lnTo>
                  <a:lnTo>
                    <a:pt x="5172" y="1867"/>
                  </a:lnTo>
                  <a:lnTo>
                    <a:pt x="5250" y="2120"/>
                  </a:lnTo>
                  <a:lnTo>
                    <a:pt x="5289" y="2392"/>
                  </a:lnTo>
                  <a:lnTo>
                    <a:pt x="5289" y="26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36"/>
            <p:cNvSpPr/>
            <p:nvPr/>
          </p:nvSpPr>
          <p:spPr>
            <a:xfrm>
              <a:off x="2922483" y="-243747"/>
              <a:ext cx="97768" cy="97171"/>
            </a:xfrm>
            <a:custGeom>
              <a:rect b="b" l="l" r="r" t="t"/>
              <a:pathLst>
                <a:path extrusionOk="0" h="3131" w="3150">
                  <a:moveTo>
                    <a:pt x="1419" y="1"/>
                  </a:moveTo>
                  <a:lnTo>
                    <a:pt x="1264" y="39"/>
                  </a:lnTo>
                  <a:lnTo>
                    <a:pt x="1108" y="78"/>
                  </a:lnTo>
                  <a:lnTo>
                    <a:pt x="972" y="117"/>
                  </a:lnTo>
                  <a:lnTo>
                    <a:pt x="836" y="195"/>
                  </a:lnTo>
                  <a:lnTo>
                    <a:pt x="700" y="273"/>
                  </a:lnTo>
                  <a:lnTo>
                    <a:pt x="583" y="351"/>
                  </a:lnTo>
                  <a:lnTo>
                    <a:pt x="467" y="467"/>
                  </a:lnTo>
                  <a:lnTo>
                    <a:pt x="370" y="564"/>
                  </a:lnTo>
                  <a:lnTo>
                    <a:pt x="272" y="681"/>
                  </a:lnTo>
                  <a:lnTo>
                    <a:pt x="195" y="817"/>
                  </a:lnTo>
                  <a:lnTo>
                    <a:pt x="136" y="953"/>
                  </a:lnTo>
                  <a:lnTo>
                    <a:pt x="78" y="1109"/>
                  </a:lnTo>
                  <a:lnTo>
                    <a:pt x="39" y="1245"/>
                  </a:lnTo>
                  <a:lnTo>
                    <a:pt x="20" y="1400"/>
                  </a:lnTo>
                  <a:lnTo>
                    <a:pt x="0" y="1556"/>
                  </a:lnTo>
                  <a:lnTo>
                    <a:pt x="20" y="1731"/>
                  </a:lnTo>
                  <a:lnTo>
                    <a:pt x="39" y="1886"/>
                  </a:lnTo>
                  <a:lnTo>
                    <a:pt x="78" y="2022"/>
                  </a:lnTo>
                  <a:lnTo>
                    <a:pt x="136" y="2178"/>
                  </a:lnTo>
                  <a:lnTo>
                    <a:pt x="195" y="2314"/>
                  </a:lnTo>
                  <a:lnTo>
                    <a:pt x="272" y="2450"/>
                  </a:lnTo>
                  <a:lnTo>
                    <a:pt x="370" y="2567"/>
                  </a:lnTo>
                  <a:lnTo>
                    <a:pt x="467" y="2664"/>
                  </a:lnTo>
                  <a:lnTo>
                    <a:pt x="583" y="2781"/>
                  </a:lnTo>
                  <a:lnTo>
                    <a:pt x="700" y="2858"/>
                  </a:lnTo>
                  <a:lnTo>
                    <a:pt x="836" y="2936"/>
                  </a:lnTo>
                  <a:lnTo>
                    <a:pt x="972" y="3014"/>
                  </a:lnTo>
                  <a:lnTo>
                    <a:pt x="1108" y="3053"/>
                  </a:lnTo>
                  <a:lnTo>
                    <a:pt x="1264" y="3092"/>
                  </a:lnTo>
                  <a:lnTo>
                    <a:pt x="1419" y="3131"/>
                  </a:lnTo>
                  <a:lnTo>
                    <a:pt x="1730" y="3131"/>
                  </a:lnTo>
                  <a:lnTo>
                    <a:pt x="1886" y="3092"/>
                  </a:lnTo>
                  <a:lnTo>
                    <a:pt x="2041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6" y="2781"/>
                  </a:lnTo>
                  <a:lnTo>
                    <a:pt x="2683" y="2664"/>
                  </a:lnTo>
                  <a:lnTo>
                    <a:pt x="2780" y="2567"/>
                  </a:lnTo>
                  <a:lnTo>
                    <a:pt x="2877" y="2450"/>
                  </a:lnTo>
                  <a:lnTo>
                    <a:pt x="2955" y="2314"/>
                  </a:lnTo>
                  <a:lnTo>
                    <a:pt x="3013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0" y="1731"/>
                  </a:lnTo>
                  <a:lnTo>
                    <a:pt x="3150" y="1556"/>
                  </a:lnTo>
                  <a:lnTo>
                    <a:pt x="3130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3" y="953"/>
                  </a:lnTo>
                  <a:lnTo>
                    <a:pt x="2955" y="817"/>
                  </a:lnTo>
                  <a:lnTo>
                    <a:pt x="2877" y="681"/>
                  </a:lnTo>
                  <a:lnTo>
                    <a:pt x="2780" y="564"/>
                  </a:lnTo>
                  <a:lnTo>
                    <a:pt x="2683" y="467"/>
                  </a:lnTo>
                  <a:lnTo>
                    <a:pt x="2566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1" y="78"/>
                  </a:lnTo>
                  <a:lnTo>
                    <a:pt x="1886" y="39"/>
                  </a:lnTo>
                  <a:lnTo>
                    <a:pt x="1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36"/>
            <p:cNvSpPr/>
            <p:nvPr/>
          </p:nvSpPr>
          <p:spPr>
            <a:xfrm>
              <a:off x="2922483" y="-243747"/>
              <a:ext cx="97768" cy="97171"/>
            </a:xfrm>
            <a:custGeom>
              <a:rect b="b" l="l" r="r" t="t"/>
              <a:pathLst>
                <a:path extrusionOk="0" fill="none" h="3131" w="3150">
                  <a:moveTo>
                    <a:pt x="1575" y="1"/>
                  </a:moveTo>
                  <a:lnTo>
                    <a:pt x="1575" y="1"/>
                  </a:lnTo>
                  <a:lnTo>
                    <a:pt x="1419" y="1"/>
                  </a:lnTo>
                  <a:lnTo>
                    <a:pt x="1264" y="39"/>
                  </a:lnTo>
                  <a:lnTo>
                    <a:pt x="1108" y="78"/>
                  </a:lnTo>
                  <a:lnTo>
                    <a:pt x="972" y="117"/>
                  </a:lnTo>
                  <a:lnTo>
                    <a:pt x="836" y="195"/>
                  </a:lnTo>
                  <a:lnTo>
                    <a:pt x="700" y="273"/>
                  </a:lnTo>
                  <a:lnTo>
                    <a:pt x="583" y="351"/>
                  </a:lnTo>
                  <a:lnTo>
                    <a:pt x="467" y="467"/>
                  </a:lnTo>
                  <a:lnTo>
                    <a:pt x="370" y="564"/>
                  </a:lnTo>
                  <a:lnTo>
                    <a:pt x="272" y="681"/>
                  </a:lnTo>
                  <a:lnTo>
                    <a:pt x="195" y="817"/>
                  </a:lnTo>
                  <a:lnTo>
                    <a:pt x="136" y="953"/>
                  </a:lnTo>
                  <a:lnTo>
                    <a:pt x="78" y="1109"/>
                  </a:lnTo>
                  <a:lnTo>
                    <a:pt x="39" y="1245"/>
                  </a:lnTo>
                  <a:lnTo>
                    <a:pt x="20" y="1400"/>
                  </a:lnTo>
                  <a:lnTo>
                    <a:pt x="0" y="1556"/>
                  </a:lnTo>
                  <a:lnTo>
                    <a:pt x="0" y="1556"/>
                  </a:lnTo>
                  <a:lnTo>
                    <a:pt x="20" y="1731"/>
                  </a:lnTo>
                  <a:lnTo>
                    <a:pt x="39" y="1886"/>
                  </a:lnTo>
                  <a:lnTo>
                    <a:pt x="78" y="2022"/>
                  </a:lnTo>
                  <a:lnTo>
                    <a:pt x="136" y="2178"/>
                  </a:lnTo>
                  <a:lnTo>
                    <a:pt x="195" y="2314"/>
                  </a:lnTo>
                  <a:lnTo>
                    <a:pt x="272" y="2450"/>
                  </a:lnTo>
                  <a:lnTo>
                    <a:pt x="370" y="2567"/>
                  </a:lnTo>
                  <a:lnTo>
                    <a:pt x="467" y="2664"/>
                  </a:lnTo>
                  <a:lnTo>
                    <a:pt x="583" y="2781"/>
                  </a:lnTo>
                  <a:lnTo>
                    <a:pt x="700" y="2858"/>
                  </a:lnTo>
                  <a:lnTo>
                    <a:pt x="836" y="2936"/>
                  </a:lnTo>
                  <a:lnTo>
                    <a:pt x="972" y="3014"/>
                  </a:lnTo>
                  <a:lnTo>
                    <a:pt x="1108" y="3053"/>
                  </a:lnTo>
                  <a:lnTo>
                    <a:pt x="1264" y="3092"/>
                  </a:lnTo>
                  <a:lnTo>
                    <a:pt x="1419" y="3131"/>
                  </a:lnTo>
                  <a:lnTo>
                    <a:pt x="1575" y="3131"/>
                  </a:lnTo>
                  <a:lnTo>
                    <a:pt x="1575" y="3131"/>
                  </a:lnTo>
                  <a:lnTo>
                    <a:pt x="1730" y="3131"/>
                  </a:lnTo>
                  <a:lnTo>
                    <a:pt x="1886" y="3092"/>
                  </a:lnTo>
                  <a:lnTo>
                    <a:pt x="2041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6" y="2781"/>
                  </a:lnTo>
                  <a:lnTo>
                    <a:pt x="2683" y="2664"/>
                  </a:lnTo>
                  <a:lnTo>
                    <a:pt x="2780" y="2567"/>
                  </a:lnTo>
                  <a:lnTo>
                    <a:pt x="2877" y="2450"/>
                  </a:lnTo>
                  <a:lnTo>
                    <a:pt x="2955" y="2314"/>
                  </a:lnTo>
                  <a:lnTo>
                    <a:pt x="3013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0" y="1731"/>
                  </a:lnTo>
                  <a:lnTo>
                    <a:pt x="3150" y="1556"/>
                  </a:lnTo>
                  <a:lnTo>
                    <a:pt x="3150" y="1556"/>
                  </a:lnTo>
                  <a:lnTo>
                    <a:pt x="3130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3" y="953"/>
                  </a:lnTo>
                  <a:lnTo>
                    <a:pt x="2955" y="817"/>
                  </a:lnTo>
                  <a:lnTo>
                    <a:pt x="2877" y="681"/>
                  </a:lnTo>
                  <a:lnTo>
                    <a:pt x="2780" y="564"/>
                  </a:lnTo>
                  <a:lnTo>
                    <a:pt x="2683" y="467"/>
                  </a:lnTo>
                  <a:lnTo>
                    <a:pt x="2566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1" y="78"/>
                  </a:lnTo>
                  <a:lnTo>
                    <a:pt x="1886" y="39"/>
                  </a:lnTo>
                  <a:lnTo>
                    <a:pt x="1730" y="1"/>
                  </a:lnTo>
                  <a:lnTo>
                    <a:pt x="157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36"/>
            <p:cNvSpPr/>
            <p:nvPr/>
          </p:nvSpPr>
          <p:spPr>
            <a:xfrm>
              <a:off x="2626210" y="-301660"/>
              <a:ext cx="84515" cy="50090"/>
            </a:xfrm>
            <a:custGeom>
              <a:rect b="b" l="l" r="r" t="t"/>
              <a:pathLst>
                <a:path extrusionOk="0" h="1614" w="2723">
                  <a:moveTo>
                    <a:pt x="176" y="0"/>
                  </a:moveTo>
                  <a:lnTo>
                    <a:pt x="1" y="20"/>
                  </a:lnTo>
                  <a:lnTo>
                    <a:pt x="176" y="39"/>
                  </a:lnTo>
                  <a:lnTo>
                    <a:pt x="351" y="59"/>
                  </a:lnTo>
                  <a:lnTo>
                    <a:pt x="526" y="97"/>
                  </a:lnTo>
                  <a:lnTo>
                    <a:pt x="681" y="156"/>
                  </a:lnTo>
                  <a:lnTo>
                    <a:pt x="856" y="234"/>
                  </a:lnTo>
                  <a:lnTo>
                    <a:pt x="1012" y="292"/>
                  </a:lnTo>
                  <a:lnTo>
                    <a:pt x="1148" y="389"/>
                  </a:lnTo>
                  <a:lnTo>
                    <a:pt x="1303" y="486"/>
                  </a:lnTo>
                  <a:lnTo>
                    <a:pt x="1556" y="700"/>
                  </a:lnTo>
                  <a:lnTo>
                    <a:pt x="1789" y="953"/>
                  </a:lnTo>
                  <a:lnTo>
                    <a:pt x="1887" y="1089"/>
                  </a:lnTo>
                  <a:lnTo>
                    <a:pt x="1984" y="1225"/>
                  </a:lnTo>
                  <a:lnTo>
                    <a:pt x="2062" y="1381"/>
                  </a:lnTo>
                  <a:lnTo>
                    <a:pt x="2139" y="1536"/>
                  </a:lnTo>
                  <a:lnTo>
                    <a:pt x="2723" y="1614"/>
                  </a:lnTo>
                  <a:lnTo>
                    <a:pt x="2625" y="1439"/>
                  </a:lnTo>
                  <a:lnTo>
                    <a:pt x="2528" y="1264"/>
                  </a:lnTo>
                  <a:lnTo>
                    <a:pt x="2412" y="1108"/>
                  </a:lnTo>
                  <a:lnTo>
                    <a:pt x="2275" y="953"/>
                  </a:lnTo>
                  <a:lnTo>
                    <a:pt x="2159" y="817"/>
                  </a:lnTo>
                  <a:lnTo>
                    <a:pt x="2003" y="681"/>
                  </a:lnTo>
                  <a:lnTo>
                    <a:pt x="1848" y="564"/>
                  </a:lnTo>
                  <a:lnTo>
                    <a:pt x="1692" y="447"/>
                  </a:lnTo>
                  <a:lnTo>
                    <a:pt x="1517" y="350"/>
                  </a:lnTo>
                  <a:lnTo>
                    <a:pt x="1342" y="272"/>
                  </a:lnTo>
                  <a:lnTo>
                    <a:pt x="1167" y="195"/>
                  </a:lnTo>
                  <a:lnTo>
                    <a:pt x="973" y="117"/>
                  </a:lnTo>
                  <a:lnTo>
                    <a:pt x="779" y="78"/>
                  </a:lnTo>
                  <a:lnTo>
                    <a:pt x="584" y="39"/>
                  </a:lnTo>
                  <a:lnTo>
                    <a:pt x="390" y="20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36"/>
            <p:cNvSpPr/>
            <p:nvPr/>
          </p:nvSpPr>
          <p:spPr>
            <a:xfrm>
              <a:off x="2543560" y="-301660"/>
              <a:ext cx="155094" cy="155082"/>
            </a:xfrm>
            <a:custGeom>
              <a:rect b="b" l="l" r="r" t="t"/>
              <a:pathLst>
                <a:path extrusionOk="0" h="4997" w="4997">
                  <a:moveTo>
                    <a:pt x="2489" y="0"/>
                  </a:moveTo>
                  <a:lnTo>
                    <a:pt x="2236" y="20"/>
                  </a:lnTo>
                  <a:lnTo>
                    <a:pt x="2003" y="59"/>
                  </a:lnTo>
                  <a:lnTo>
                    <a:pt x="1750" y="117"/>
                  </a:lnTo>
                  <a:lnTo>
                    <a:pt x="1536" y="214"/>
                  </a:lnTo>
                  <a:lnTo>
                    <a:pt x="1303" y="311"/>
                  </a:lnTo>
                  <a:lnTo>
                    <a:pt x="1109" y="428"/>
                  </a:lnTo>
                  <a:lnTo>
                    <a:pt x="914" y="583"/>
                  </a:lnTo>
                  <a:lnTo>
                    <a:pt x="739" y="739"/>
                  </a:lnTo>
                  <a:lnTo>
                    <a:pt x="584" y="914"/>
                  </a:lnTo>
                  <a:lnTo>
                    <a:pt x="428" y="1108"/>
                  </a:lnTo>
                  <a:lnTo>
                    <a:pt x="312" y="1322"/>
                  </a:lnTo>
                  <a:lnTo>
                    <a:pt x="195" y="1536"/>
                  </a:lnTo>
                  <a:lnTo>
                    <a:pt x="117" y="1769"/>
                  </a:lnTo>
                  <a:lnTo>
                    <a:pt x="59" y="2003"/>
                  </a:lnTo>
                  <a:lnTo>
                    <a:pt x="20" y="2255"/>
                  </a:lnTo>
                  <a:lnTo>
                    <a:pt x="1" y="2508"/>
                  </a:lnTo>
                  <a:lnTo>
                    <a:pt x="20" y="2761"/>
                  </a:lnTo>
                  <a:lnTo>
                    <a:pt x="59" y="3014"/>
                  </a:lnTo>
                  <a:lnTo>
                    <a:pt x="117" y="3247"/>
                  </a:lnTo>
                  <a:lnTo>
                    <a:pt x="195" y="3480"/>
                  </a:lnTo>
                  <a:lnTo>
                    <a:pt x="312" y="3694"/>
                  </a:lnTo>
                  <a:lnTo>
                    <a:pt x="428" y="3888"/>
                  </a:lnTo>
                  <a:lnTo>
                    <a:pt x="584" y="4083"/>
                  </a:lnTo>
                  <a:lnTo>
                    <a:pt x="739" y="4258"/>
                  </a:lnTo>
                  <a:lnTo>
                    <a:pt x="914" y="4433"/>
                  </a:lnTo>
                  <a:lnTo>
                    <a:pt x="1109" y="4569"/>
                  </a:lnTo>
                  <a:lnTo>
                    <a:pt x="1303" y="4705"/>
                  </a:lnTo>
                  <a:lnTo>
                    <a:pt x="1536" y="4802"/>
                  </a:lnTo>
                  <a:lnTo>
                    <a:pt x="1750" y="4880"/>
                  </a:lnTo>
                  <a:lnTo>
                    <a:pt x="2003" y="4938"/>
                  </a:lnTo>
                  <a:lnTo>
                    <a:pt x="2236" y="4977"/>
                  </a:lnTo>
                  <a:lnTo>
                    <a:pt x="2489" y="4997"/>
                  </a:lnTo>
                  <a:lnTo>
                    <a:pt x="2761" y="4977"/>
                  </a:lnTo>
                  <a:lnTo>
                    <a:pt x="2994" y="4938"/>
                  </a:lnTo>
                  <a:lnTo>
                    <a:pt x="3247" y="4880"/>
                  </a:lnTo>
                  <a:lnTo>
                    <a:pt x="3461" y="4802"/>
                  </a:lnTo>
                  <a:lnTo>
                    <a:pt x="3694" y="4705"/>
                  </a:lnTo>
                  <a:lnTo>
                    <a:pt x="3889" y="4569"/>
                  </a:lnTo>
                  <a:lnTo>
                    <a:pt x="4083" y="4433"/>
                  </a:lnTo>
                  <a:lnTo>
                    <a:pt x="4258" y="4258"/>
                  </a:lnTo>
                  <a:lnTo>
                    <a:pt x="4414" y="4083"/>
                  </a:lnTo>
                  <a:lnTo>
                    <a:pt x="4569" y="3888"/>
                  </a:lnTo>
                  <a:lnTo>
                    <a:pt x="4686" y="3694"/>
                  </a:lnTo>
                  <a:lnTo>
                    <a:pt x="4802" y="3480"/>
                  </a:lnTo>
                  <a:lnTo>
                    <a:pt x="4880" y="3247"/>
                  </a:lnTo>
                  <a:lnTo>
                    <a:pt x="4938" y="3014"/>
                  </a:lnTo>
                  <a:lnTo>
                    <a:pt x="4977" y="2761"/>
                  </a:lnTo>
                  <a:lnTo>
                    <a:pt x="4997" y="2508"/>
                  </a:lnTo>
                  <a:lnTo>
                    <a:pt x="4977" y="2255"/>
                  </a:lnTo>
                  <a:lnTo>
                    <a:pt x="4938" y="2003"/>
                  </a:lnTo>
                  <a:lnTo>
                    <a:pt x="4880" y="1769"/>
                  </a:lnTo>
                  <a:lnTo>
                    <a:pt x="4802" y="1536"/>
                  </a:lnTo>
                  <a:lnTo>
                    <a:pt x="4686" y="1322"/>
                  </a:lnTo>
                  <a:lnTo>
                    <a:pt x="4569" y="1108"/>
                  </a:lnTo>
                  <a:lnTo>
                    <a:pt x="4414" y="914"/>
                  </a:lnTo>
                  <a:lnTo>
                    <a:pt x="4258" y="739"/>
                  </a:lnTo>
                  <a:lnTo>
                    <a:pt x="4083" y="583"/>
                  </a:lnTo>
                  <a:lnTo>
                    <a:pt x="3889" y="428"/>
                  </a:lnTo>
                  <a:lnTo>
                    <a:pt x="3694" y="311"/>
                  </a:lnTo>
                  <a:lnTo>
                    <a:pt x="3461" y="214"/>
                  </a:lnTo>
                  <a:lnTo>
                    <a:pt x="3247" y="117"/>
                  </a:lnTo>
                  <a:lnTo>
                    <a:pt x="2994" y="59"/>
                  </a:lnTo>
                  <a:lnTo>
                    <a:pt x="2761" y="2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36"/>
            <p:cNvSpPr/>
            <p:nvPr/>
          </p:nvSpPr>
          <p:spPr>
            <a:xfrm>
              <a:off x="2543560" y="-301660"/>
              <a:ext cx="155094" cy="155082"/>
            </a:xfrm>
            <a:custGeom>
              <a:rect b="b" l="l" r="r" t="t"/>
              <a:pathLst>
                <a:path extrusionOk="0" fill="none" h="4997" w="4997">
                  <a:moveTo>
                    <a:pt x="4997" y="2508"/>
                  </a:moveTo>
                  <a:lnTo>
                    <a:pt x="4997" y="2508"/>
                  </a:lnTo>
                  <a:lnTo>
                    <a:pt x="4977" y="2761"/>
                  </a:lnTo>
                  <a:lnTo>
                    <a:pt x="4938" y="3014"/>
                  </a:lnTo>
                  <a:lnTo>
                    <a:pt x="4880" y="3247"/>
                  </a:lnTo>
                  <a:lnTo>
                    <a:pt x="4802" y="3480"/>
                  </a:lnTo>
                  <a:lnTo>
                    <a:pt x="4686" y="3694"/>
                  </a:lnTo>
                  <a:lnTo>
                    <a:pt x="4569" y="3888"/>
                  </a:lnTo>
                  <a:lnTo>
                    <a:pt x="4414" y="4083"/>
                  </a:lnTo>
                  <a:lnTo>
                    <a:pt x="4258" y="4258"/>
                  </a:lnTo>
                  <a:lnTo>
                    <a:pt x="4083" y="4433"/>
                  </a:lnTo>
                  <a:lnTo>
                    <a:pt x="3889" y="4569"/>
                  </a:lnTo>
                  <a:lnTo>
                    <a:pt x="3694" y="4705"/>
                  </a:lnTo>
                  <a:lnTo>
                    <a:pt x="3461" y="4802"/>
                  </a:lnTo>
                  <a:lnTo>
                    <a:pt x="3247" y="4880"/>
                  </a:lnTo>
                  <a:lnTo>
                    <a:pt x="2994" y="4938"/>
                  </a:lnTo>
                  <a:lnTo>
                    <a:pt x="2761" y="4977"/>
                  </a:lnTo>
                  <a:lnTo>
                    <a:pt x="2489" y="4997"/>
                  </a:lnTo>
                  <a:lnTo>
                    <a:pt x="2489" y="4997"/>
                  </a:lnTo>
                  <a:lnTo>
                    <a:pt x="2236" y="4977"/>
                  </a:lnTo>
                  <a:lnTo>
                    <a:pt x="2003" y="4938"/>
                  </a:lnTo>
                  <a:lnTo>
                    <a:pt x="1750" y="4880"/>
                  </a:lnTo>
                  <a:lnTo>
                    <a:pt x="1536" y="4802"/>
                  </a:lnTo>
                  <a:lnTo>
                    <a:pt x="1303" y="4705"/>
                  </a:lnTo>
                  <a:lnTo>
                    <a:pt x="1109" y="4569"/>
                  </a:lnTo>
                  <a:lnTo>
                    <a:pt x="914" y="4433"/>
                  </a:lnTo>
                  <a:lnTo>
                    <a:pt x="739" y="4258"/>
                  </a:lnTo>
                  <a:lnTo>
                    <a:pt x="584" y="4083"/>
                  </a:lnTo>
                  <a:lnTo>
                    <a:pt x="428" y="3888"/>
                  </a:lnTo>
                  <a:lnTo>
                    <a:pt x="312" y="3694"/>
                  </a:lnTo>
                  <a:lnTo>
                    <a:pt x="195" y="3480"/>
                  </a:lnTo>
                  <a:lnTo>
                    <a:pt x="117" y="3247"/>
                  </a:lnTo>
                  <a:lnTo>
                    <a:pt x="59" y="3014"/>
                  </a:lnTo>
                  <a:lnTo>
                    <a:pt x="20" y="2761"/>
                  </a:lnTo>
                  <a:lnTo>
                    <a:pt x="1" y="2508"/>
                  </a:lnTo>
                  <a:lnTo>
                    <a:pt x="1" y="2508"/>
                  </a:lnTo>
                  <a:lnTo>
                    <a:pt x="20" y="2255"/>
                  </a:lnTo>
                  <a:lnTo>
                    <a:pt x="59" y="2003"/>
                  </a:lnTo>
                  <a:lnTo>
                    <a:pt x="117" y="1769"/>
                  </a:lnTo>
                  <a:lnTo>
                    <a:pt x="195" y="1536"/>
                  </a:lnTo>
                  <a:lnTo>
                    <a:pt x="312" y="1322"/>
                  </a:lnTo>
                  <a:lnTo>
                    <a:pt x="428" y="1108"/>
                  </a:lnTo>
                  <a:lnTo>
                    <a:pt x="584" y="914"/>
                  </a:lnTo>
                  <a:lnTo>
                    <a:pt x="739" y="739"/>
                  </a:lnTo>
                  <a:lnTo>
                    <a:pt x="914" y="583"/>
                  </a:lnTo>
                  <a:lnTo>
                    <a:pt x="1109" y="428"/>
                  </a:lnTo>
                  <a:lnTo>
                    <a:pt x="1303" y="311"/>
                  </a:lnTo>
                  <a:lnTo>
                    <a:pt x="1536" y="214"/>
                  </a:lnTo>
                  <a:lnTo>
                    <a:pt x="1750" y="117"/>
                  </a:lnTo>
                  <a:lnTo>
                    <a:pt x="2003" y="59"/>
                  </a:lnTo>
                  <a:lnTo>
                    <a:pt x="2236" y="20"/>
                  </a:lnTo>
                  <a:lnTo>
                    <a:pt x="2489" y="0"/>
                  </a:lnTo>
                  <a:lnTo>
                    <a:pt x="2489" y="0"/>
                  </a:lnTo>
                  <a:lnTo>
                    <a:pt x="2761" y="20"/>
                  </a:lnTo>
                  <a:lnTo>
                    <a:pt x="2994" y="59"/>
                  </a:lnTo>
                  <a:lnTo>
                    <a:pt x="3247" y="117"/>
                  </a:lnTo>
                  <a:lnTo>
                    <a:pt x="3461" y="214"/>
                  </a:lnTo>
                  <a:lnTo>
                    <a:pt x="3694" y="311"/>
                  </a:lnTo>
                  <a:lnTo>
                    <a:pt x="3889" y="428"/>
                  </a:lnTo>
                  <a:lnTo>
                    <a:pt x="4083" y="583"/>
                  </a:lnTo>
                  <a:lnTo>
                    <a:pt x="4258" y="739"/>
                  </a:lnTo>
                  <a:lnTo>
                    <a:pt x="4414" y="914"/>
                  </a:lnTo>
                  <a:lnTo>
                    <a:pt x="4569" y="1108"/>
                  </a:lnTo>
                  <a:lnTo>
                    <a:pt x="4686" y="1322"/>
                  </a:lnTo>
                  <a:lnTo>
                    <a:pt x="4802" y="1536"/>
                  </a:lnTo>
                  <a:lnTo>
                    <a:pt x="4880" y="1769"/>
                  </a:lnTo>
                  <a:lnTo>
                    <a:pt x="4938" y="2003"/>
                  </a:lnTo>
                  <a:lnTo>
                    <a:pt x="4977" y="2255"/>
                  </a:lnTo>
                  <a:lnTo>
                    <a:pt x="4997" y="25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36"/>
            <p:cNvSpPr/>
            <p:nvPr/>
          </p:nvSpPr>
          <p:spPr>
            <a:xfrm>
              <a:off x="2561064" y="-284156"/>
              <a:ext cx="120084" cy="120074"/>
            </a:xfrm>
            <a:custGeom>
              <a:rect b="b" l="l" r="r" t="t"/>
              <a:pathLst>
                <a:path extrusionOk="0" h="3869" w="3869">
                  <a:moveTo>
                    <a:pt x="1925" y="0"/>
                  </a:moveTo>
                  <a:lnTo>
                    <a:pt x="1731" y="19"/>
                  </a:lnTo>
                  <a:lnTo>
                    <a:pt x="1536" y="39"/>
                  </a:lnTo>
                  <a:lnTo>
                    <a:pt x="1361" y="97"/>
                  </a:lnTo>
                  <a:lnTo>
                    <a:pt x="1186" y="156"/>
                  </a:lnTo>
                  <a:lnTo>
                    <a:pt x="1011" y="233"/>
                  </a:lnTo>
                  <a:lnTo>
                    <a:pt x="856" y="331"/>
                  </a:lnTo>
                  <a:lnTo>
                    <a:pt x="700" y="447"/>
                  </a:lnTo>
                  <a:lnTo>
                    <a:pt x="564" y="583"/>
                  </a:lnTo>
                  <a:lnTo>
                    <a:pt x="447" y="719"/>
                  </a:lnTo>
                  <a:lnTo>
                    <a:pt x="331" y="855"/>
                  </a:lnTo>
                  <a:lnTo>
                    <a:pt x="234" y="1011"/>
                  </a:lnTo>
                  <a:lnTo>
                    <a:pt x="156" y="1186"/>
                  </a:lnTo>
                  <a:lnTo>
                    <a:pt x="98" y="1361"/>
                  </a:lnTo>
                  <a:lnTo>
                    <a:pt x="39" y="1555"/>
                  </a:lnTo>
                  <a:lnTo>
                    <a:pt x="20" y="1750"/>
                  </a:lnTo>
                  <a:lnTo>
                    <a:pt x="0" y="1944"/>
                  </a:lnTo>
                  <a:lnTo>
                    <a:pt x="20" y="2139"/>
                  </a:lnTo>
                  <a:lnTo>
                    <a:pt x="39" y="2333"/>
                  </a:lnTo>
                  <a:lnTo>
                    <a:pt x="98" y="2508"/>
                  </a:lnTo>
                  <a:lnTo>
                    <a:pt x="156" y="2683"/>
                  </a:lnTo>
                  <a:lnTo>
                    <a:pt x="234" y="2858"/>
                  </a:lnTo>
                  <a:lnTo>
                    <a:pt x="331" y="3013"/>
                  </a:lnTo>
                  <a:lnTo>
                    <a:pt x="447" y="3169"/>
                  </a:lnTo>
                  <a:lnTo>
                    <a:pt x="564" y="3305"/>
                  </a:lnTo>
                  <a:lnTo>
                    <a:pt x="700" y="3422"/>
                  </a:lnTo>
                  <a:lnTo>
                    <a:pt x="856" y="3538"/>
                  </a:lnTo>
                  <a:lnTo>
                    <a:pt x="1011" y="3635"/>
                  </a:lnTo>
                  <a:lnTo>
                    <a:pt x="1186" y="3713"/>
                  </a:lnTo>
                  <a:lnTo>
                    <a:pt x="1361" y="3791"/>
                  </a:lnTo>
                  <a:lnTo>
                    <a:pt x="1536" y="3830"/>
                  </a:lnTo>
                  <a:lnTo>
                    <a:pt x="1731" y="3869"/>
                  </a:lnTo>
                  <a:lnTo>
                    <a:pt x="2139" y="3869"/>
                  </a:lnTo>
                  <a:lnTo>
                    <a:pt x="2333" y="3830"/>
                  </a:lnTo>
                  <a:lnTo>
                    <a:pt x="2508" y="3791"/>
                  </a:lnTo>
                  <a:lnTo>
                    <a:pt x="2683" y="3713"/>
                  </a:lnTo>
                  <a:lnTo>
                    <a:pt x="2858" y="3635"/>
                  </a:lnTo>
                  <a:lnTo>
                    <a:pt x="3014" y="3538"/>
                  </a:lnTo>
                  <a:lnTo>
                    <a:pt x="3169" y="3422"/>
                  </a:lnTo>
                  <a:lnTo>
                    <a:pt x="3305" y="3305"/>
                  </a:lnTo>
                  <a:lnTo>
                    <a:pt x="3422" y="3169"/>
                  </a:lnTo>
                  <a:lnTo>
                    <a:pt x="3538" y="3013"/>
                  </a:lnTo>
                  <a:lnTo>
                    <a:pt x="3636" y="2858"/>
                  </a:lnTo>
                  <a:lnTo>
                    <a:pt x="3713" y="2683"/>
                  </a:lnTo>
                  <a:lnTo>
                    <a:pt x="3772" y="2508"/>
                  </a:lnTo>
                  <a:lnTo>
                    <a:pt x="3830" y="2333"/>
                  </a:lnTo>
                  <a:lnTo>
                    <a:pt x="3850" y="2139"/>
                  </a:lnTo>
                  <a:lnTo>
                    <a:pt x="3869" y="1944"/>
                  </a:lnTo>
                  <a:lnTo>
                    <a:pt x="3850" y="1750"/>
                  </a:lnTo>
                  <a:lnTo>
                    <a:pt x="3830" y="1555"/>
                  </a:lnTo>
                  <a:lnTo>
                    <a:pt x="3772" y="1361"/>
                  </a:lnTo>
                  <a:lnTo>
                    <a:pt x="3713" y="1186"/>
                  </a:lnTo>
                  <a:lnTo>
                    <a:pt x="3636" y="1011"/>
                  </a:lnTo>
                  <a:lnTo>
                    <a:pt x="3538" y="855"/>
                  </a:lnTo>
                  <a:lnTo>
                    <a:pt x="3422" y="719"/>
                  </a:lnTo>
                  <a:lnTo>
                    <a:pt x="3305" y="583"/>
                  </a:lnTo>
                  <a:lnTo>
                    <a:pt x="3169" y="447"/>
                  </a:lnTo>
                  <a:lnTo>
                    <a:pt x="3014" y="331"/>
                  </a:lnTo>
                  <a:lnTo>
                    <a:pt x="2858" y="233"/>
                  </a:lnTo>
                  <a:lnTo>
                    <a:pt x="2683" y="156"/>
                  </a:lnTo>
                  <a:lnTo>
                    <a:pt x="2508" y="97"/>
                  </a:lnTo>
                  <a:lnTo>
                    <a:pt x="2333" y="39"/>
                  </a:lnTo>
                  <a:lnTo>
                    <a:pt x="2139" y="19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36"/>
            <p:cNvSpPr/>
            <p:nvPr/>
          </p:nvSpPr>
          <p:spPr>
            <a:xfrm>
              <a:off x="2561064" y="-284156"/>
              <a:ext cx="120084" cy="120074"/>
            </a:xfrm>
            <a:custGeom>
              <a:rect b="b" l="l" r="r" t="t"/>
              <a:pathLst>
                <a:path extrusionOk="0" fill="none" h="3869" w="3869">
                  <a:moveTo>
                    <a:pt x="3869" y="1944"/>
                  </a:moveTo>
                  <a:lnTo>
                    <a:pt x="3869" y="1944"/>
                  </a:lnTo>
                  <a:lnTo>
                    <a:pt x="3850" y="2139"/>
                  </a:lnTo>
                  <a:lnTo>
                    <a:pt x="3830" y="2333"/>
                  </a:lnTo>
                  <a:lnTo>
                    <a:pt x="3772" y="2508"/>
                  </a:lnTo>
                  <a:lnTo>
                    <a:pt x="3713" y="2683"/>
                  </a:lnTo>
                  <a:lnTo>
                    <a:pt x="3636" y="2858"/>
                  </a:lnTo>
                  <a:lnTo>
                    <a:pt x="3538" y="3013"/>
                  </a:lnTo>
                  <a:lnTo>
                    <a:pt x="3422" y="3169"/>
                  </a:lnTo>
                  <a:lnTo>
                    <a:pt x="3305" y="3305"/>
                  </a:lnTo>
                  <a:lnTo>
                    <a:pt x="3169" y="3422"/>
                  </a:lnTo>
                  <a:lnTo>
                    <a:pt x="3014" y="3538"/>
                  </a:lnTo>
                  <a:lnTo>
                    <a:pt x="2858" y="3635"/>
                  </a:lnTo>
                  <a:lnTo>
                    <a:pt x="2683" y="3713"/>
                  </a:lnTo>
                  <a:lnTo>
                    <a:pt x="2508" y="3791"/>
                  </a:lnTo>
                  <a:lnTo>
                    <a:pt x="2333" y="3830"/>
                  </a:lnTo>
                  <a:lnTo>
                    <a:pt x="2139" y="3869"/>
                  </a:lnTo>
                  <a:lnTo>
                    <a:pt x="1925" y="3869"/>
                  </a:lnTo>
                  <a:lnTo>
                    <a:pt x="1925" y="3869"/>
                  </a:lnTo>
                  <a:lnTo>
                    <a:pt x="1731" y="3869"/>
                  </a:lnTo>
                  <a:lnTo>
                    <a:pt x="1536" y="3830"/>
                  </a:lnTo>
                  <a:lnTo>
                    <a:pt x="1361" y="3791"/>
                  </a:lnTo>
                  <a:lnTo>
                    <a:pt x="1186" y="3713"/>
                  </a:lnTo>
                  <a:lnTo>
                    <a:pt x="1011" y="3635"/>
                  </a:lnTo>
                  <a:lnTo>
                    <a:pt x="856" y="3538"/>
                  </a:lnTo>
                  <a:lnTo>
                    <a:pt x="700" y="3422"/>
                  </a:lnTo>
                  <a:lnTo>
                    <a:pt x="564" y="3305"/>
                  </a:lnTo>
                  <a:lnTo>
                    <a:pt x="447" y="3169"/>
                  </a:lnTo>
                  <a:lnTo>
                    <a:pt x="331" y="3013"/>
                  </a:lnTo>
                  <a:lnTo>
                    <a:pt x="234" y="2858"/>
                  </a:lnTo>
                  <a:lnTo>
                    <a:pt x="156" y="2683"/>
                  </a:lnTo>
                  <a:lnTo>
                    <a:pt x="98" y="2508"/>
                  </a:lnTo>
                  <a:lnTo>
                    <a:pt x="39" y="2333"/>
                  </a:lnTo>
                  <a:lnTo>
                    <a:pt x="20" y="2139"/>
                  </a:lnTo>
                  <a:lnTo>
                    <a:pt x="0" y="1944"/>
                  </a:lnTo>
                  <a:lnTo>
                    <a:pt x="0" y="1944"/>
                  </a:lnTo>
                  <a:lnTo>
                    <a:pt x="20" y="1750"/>
                  </a:lnTo>
                  <a:lnTo>
                    <a:pt x="39" y="1555"/>
                  </a:lnTo>
                  <a:lnTo>
                    <a:pt x="98" y="1361"/>
                  </a:lnTo>
                  <a:lnTo>
                    <a:pt x="156" y="1186"/>
                  </a:lnTo>
                  <a:lnTo>
                    <a:pt x="234" y="1011"/>
                  </a:lnTo>
                  <a:lnTo>
                    <a:pt x="331" y="855"/>
                  </a:lnTo>
                  <a:lnTo>
                    <a:pt x="447" y="719"/>
                  </a:lnTo>
                  <a:lnTo>
                    <a:pt x="564" y="583"/>
                  </a:lnTo>
                  <a:lnTo>
                    <a:pt x="700" y="447"/>
                  </a:lnTo>
                  <a:lnTo>
                    <a:pt x="856" y="331"/>
                  </a:lnTo>
                  <a:lnTo>
                    <a:pt x="1011" y="233"/>
                  </a:lnTo>
                  <a:lnTo>
                    <a:pt x="1186" y="156"/>
                  </a:lnTo>
                  <a:lnTo>
                    <a:pt x="1361" y="97"/>
                  </a:lnTo>
                  <a:lnTo>
                    <a:pt x="1536" y="39"/>
                  </a:lnTo>
                  <a:lnTo>
                    <a:pt x="1731" y="19"/>
                  </a:lnTo>
                  <a:lnTo>
                    <a:pt x="1925" y="0"/>
                  </a:lnTo>
                  <a:lnTo>
                    <a:pt x="1925" y="0"/>
                  </a:lnTo>
                  <a:lnTo>
                    <a:pt x="2139" y="19"/>
                  </a:lnTo>
                  <a:lnTo>
                    <a:pt x="2333" y="39"/>
                  </a:lnTo>
                  <a:lnTo>
                    <a:pt x="2508" y="97"/>
                  </a:lnTo>
                  <a:lnTo>
                    <a:pt x="2683" y="156"/>
                  </a:lnTo>
                  <a:lnTo>
                    <a:pt x="2858" y="233"/>
                  </a:lnTo>
                  <a:lnTo>
                    <a:pt x="3014" y="331"/>
                  </a:lnTo>
                  <a:lnTo>
                    <a:pt x="3169" y="447"/>
                  </a:lnTo>
                  <a:lnTo>
                    <a:pt x="3305" y="583"/>
                  </a:lnTo>
                  <a:lnTo>
                    <a:pt x="3422" y="719"/>
                  </a:lnTo>
                  <a:lnTo>
                    <a:pt x="3538" y="855"/>
                  </a:lnTo>
                  <a:lnTo>
                    <a:pt x="3636" y="1011"/>
                  </a:lnTo>
                  <a:lnTo>
                    <a:pt x="3713" y="1186"/>
                  </a:lnTo>
                  <a:lnTo>
                    <a:pt x="3772" y="1361"/>
                  </a:lnTo>
                  <a:lnTo>
                    <a:pt x="3830" y="1555"/>
                  </a:lnTo>
                  <a:lnTo>
                    <a:pt x="3850" y="1750"/>
                  </a:lnTo>
                  <a:lnTo>
                    <a:pt x="3869" y="19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36"/>
            <p:cNvSpPr/>
            <p:nvPr/>
          </p:nvSpPr>
          <p:spPr>
            <a:xfrm>
              <a:off x="2585800" y="-259420"/>
              <a:ext cx="70610" cy="70605"/>
            </a:xfrm>
            <a:custGeom>
              <a:rect b="b" l="l" r="r" t="t"/>
              <a:pathLst>
                <a:path extrusionOk="0" h="2275" w="2275">
                  <a:moveTo>
                    <a:pt x="1011" y="0"/>
                  </a:moveTo>
                  <a:lnTo>
                    <a:pt x="914" y="20"/>
                  </a:lnTo>
                  <a:lnTo>
                    <a:pt x="700" y="97"/>
                  </a:lnTo>
                  <a:lnTo>
                    <a:pt x="506" y="195"/>
                  </a:lnTo>
                  <a:lnTo>
                    <a:pt x="331" y="331"/>
                  </a:lnTo>
                  <a:lnTo>
                    <a:pt x="195" y="506"/>
                  </a:lnTo>
                  <a:lnTo>
                    <a:pt x="78" y="700"/>
                  </a:lnTo>
                  <a:lnTo>
                    <a:pt x="20" y="914"/>
                  </a:lnTo>
                  <a:lnTo>
                    <a:pt x="0" y="1030"/>
                  </a:lnTo>
                  <a:lnTo>
                    <a:pt x="0" y="1147"/>
                  </a:lnTo>
                  <a:lnTo>
                    <a:pt x="0" y="1264"/>
                  </a:lnTo>
                  <a:lnTo>
                    <a:pt x="20" y="1380"/>
                  </a:lnTo>
                  <a:lnTo>
                    <a:pt x="78" y="1594"/>
                  </a:lnTo>
                  <a:lnTo>
                    <a:pt x="195" y="1789"/>
                  </a:lnTo>
                  <a:lnTo>
                    <a:pt x="331" y="1944"/>
                  </a:lnTo>
                  <a:lnTo>
                    <a:pt x="506" y="2080"/>
                  </a:lnTo>
                  <a:lnTo>
                    <a:pt x="700" y="2197"/>
                  </a:lnTo>
                  <a:lnTo>
                    <a:pt x="914" y="2255"/>
                  </a:lnTo>
                  <a:lnTo>
                    <a:pt x="1011" y="2275"/>
                  </a:lnTo>
                  <a:lnTo>
                    <a:pt x="1245" y="2275"/>
                  </a:lnTo>
                  <a:lnTo>
                    <a:pt x="1361" y="2255"/>
                  </a:lnTo>
                  <a:lnTo>
                    <a:pt x="1575" y="2197"/>
                  </a:lnTo>
                  <a:lnTo>
                    <a:pt x="1769" y="2080"/>
                  </a:lnTo>
                  <a:lnTo>
                    <a:pt x="1944" y="1944"/>
                  </a:lnTo>
                  <a:lnTo>
                    <a:pt x="2081" y="1789"/>
                  </a:lnTo>
                  <a:lnTo>
                    <a:pt x="2197" y="1594"/>
                  </a:lnTo>
                  <a:lnTo>
                    <a:pt x="2255" y="1380"/>
                  </a:lnTo>
                  <a:lnTo>
                    <a:pt x="2275" y="1264"/>
                  </a:lnTo>
                  <a:lnTo>
                    <a:pt x="2275" y="1147"/>
                  </a:lnTo>
                  <a:lnTo>
                    <a:pt x="2275" y="1030"/>
                  </a:lnTo>
                  <a:lnTo>
                    <a:pt x="2255" y="914"/>
                  </a:lnTo>
                  <a:lnTo>
                    <a:pt x="2197" y="700"/>
                  </a:lnTo>
                  <a:lnTo>
                    <a:pt x="2081" y="506"/>
                  </a:lnTo>
                  <a:lnTo>
                    <a:pt x="1944" y="331"/>
                  </a:lnTo>
                  <a:lnTo>
                    <a:pt x="1769" y="195"/>
                  </a:lnTo>
                  <a:lnTo>
                    <a:pt x="1575" y="97"/>
                  </a:lnTo>
                  <a:lnTo>
                    <a:pt x="1361" y="20"/>
                  </a:lnTo>
                  <a:lnTo>
                    <a:pt x="1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36"/>
            <p:cNvSpPr/>
            <p:nvPr/>
          </p:nvSpPr>
          <p:spPr>
            <a:xfrm>
              <a:off x="2585800" y="-259420"/>
              <a:ext cx="70610" cy="70605"/>
            </a:xfrm>
            <a:custGeom>
              <a:rect b="b" l="l" r="r" t="t"/>
              <a:pathLst>
                <a:path extrusionOk="0" fill="none" h="2275" w="2275">
                  <a:moveTo>
                    <a:pt x="1128" y="0"/>
                  </a:moveTo>
                  <a:lnTo>
                    <a:pt x="1128" y="0"/>
                  </a:lnTo>
                  <a:lnTo>
                    <a:pt x="1011" y="0"/>
                  </a:lnTo>
                  <a:lnTo>
                    <a:pt x="914" y="20"/>
                  </a:lnTo>
                  <a:lnTo>
                    <a:pt x="700" y="97"/>
                  </a:lnTo>
                  <a:lnTo>
                    <a:pt x="506" y="195"/>
                  </a:lnTo>
                  <a:lnTo>
                    <a:pt x="331" y="331"/>
                  </a:lnTo>
                  <a:lnTo>
                    <a:pt x="195" y="506"/>
                  </a:lnTo>
                  <a:lnTo>
                    <a:pt x="78" y="700"/>
                  </a:lnTo>
                  <a:lnTo>
                    <a:pt x="20" y="914"/>
                  </a:lnTo>
                  <a:lnTo>
                    <a:pt x="0" y="1030"/>
                  </a:lnTo>
                  <a:lnTo>
                    <a:pt x="0" y="1147"/>
                  </a:lnTo>
                  <a:lnTo>
                    <a:pt x="0" y="1147"/>
                  </a:lnTo>
                  <a:lnTo>
                    <a:pt x="0" y="1264"/>
                  </a:lnTo>
                  <a:lnTo>
                    <a:pt x="20" y="1380"/>
                  </a:lnTo>
                  <a:lnTo>
                    <a:pt x="78" y="1594"/>
                  </a:lnTo>
                  <a:lnTo>
                    <a:pt x="195" y="1789"/>
                  </a:lnTo>
                  <a:lnTo>
                    <a:pt x="331" y="1944"/>
                  </a:lnTo>
                  <a:lnTo>
                    <a:pt x="506" y="2080"/>
                  </a:lnTo>
                  <a:lnTo>
                    <a:pt x="700" y="2197"/>
                  </a:lnTo>
                  <a:lnTo>
                    <a:pt x="914" y="2255"/>
                  </a:lnTo>
                  <a:lnTo>
                    <a:pt x="1011" y="2275"/>
                  </a:lnTo>
                  <a:lnTo>
                    <a:pt x="1128" y="2275"/>
                  </a:lnTo>
                  <a:lnTo>
                    <a:pt x="1128" y="2275"/>
                  </a:lnTo>
                  <a:lnTo>
                    <a:pt x="1245" y="2275"/>
                  </a:lnTo>
                  <a:lnTo>
                    <a:pt x="1361" y="2255"/>
                  </a:lnTo>
                  <a:lnTo>
                    <a:pt x="1575" y="2197"/>
                  </a:lnTo>
                  <a:lnTo>
                    <a:pt x="1769" y="2080"/>
                  </a:lnTo>
                  <a:lnTo>
                    <a:pt x="1944" y="1944"/>
                  </a:lnTo>
                  <a:lnTo>
                    <a:pt x="2081" y="1789"/>
                  </a:lnTo>
                  <a:lnTo>
                    <a:pt x="2197" y="1594"/>
                  </a:lnTo>
                  <a:lnTo>
                    <a:pt x="2255" y="1380"/>
                  </a:lnTo>
                  <a:lnTo>
                    <a:pt x="2275" y="1264"/>
                  </a:lnTo>
                  <a:lnTo>
                    <a:pt x="2275" y="1147"/>
                  </a:lnTo>
                  <a:lnTo>
                    <a:pt x="2275" y="1147"/>
                  </a:lnTo>
                  <a:lnTo>
                    <a:pt x="2275" y="1030"/>
                  </a:lnTo>
                  <a:lnTo>
                    <a:pt x="2255" y="914"/>
                  </a:lnTo>
                  <a:lnTo>
                    <a:pt x="2197" y="700"/>
                  </a:lnTo>
                  <a:lnTo>
                    <a:pt x="2081" y="506"/>
                  </a:lnTo>
                  <a:lnTo>
                    <a:pt x="1944" y="331"/>
                  </a:lnTo>
                  <a:lnTo>
                    <a:pt x="1769" y="195"/>
                  </a:lnTo>
                  <a:lnTo>
                    <a:pt x="1575" y="97"/>
                  </a:lnTo>
                  <a:lnTo>
                    <a:pt x="1361" y="20"/>
                  </a:lnTo>
                  <a:lnTo>
                    <a:pt x="1245" y="0"/>
                  </a:lnTo>
                  <a:lnTo>
                    <a:pt x="112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36"/>
            <p:cNvSpPr/>
            <p:nvPr/>
          </p:nvSpPr>
          <p:spPr>
            <a:xfrm>
              <a:off x="3468506" y="-377699"/>
              <a:ext cx="1055958" cy="182238"/>
            </a:xfrm>
            <a:custGeom>
              <a:rect b="b" l="l" r="r" t="t"/>
              <a:pathLst>
                <a:path extrusionOk="0" h="5872" w="34022">
                  <a:moveTo>
                    <a:pt x="33497" y="1"/>
                  </a:moveTo>
                  <a:lnTo>
                    <a:pt x="33419" y="20"/>
                  </a:lnTo>
                  <a:lnTo>
                    <a:pt x="33361" y="59"/>
                  </a:lnTo>
                  <a:lnTo>
                    <a:pt x="33283" y="98"/>
                  </a:lnTo>
                  <a:lnTo>
                    <a:pt x="33225" y="156"/>
                  </a:lnTo>
                  <a:lnTo>
                    <a:pt x="33030" y="351"/>
                  </a:lnTo>
                  <a:lnTo>
                    <a:pt x="32817" y="526"/>
                  </a:lnTo>
                  <a:lnTo>
                    <a:pt x="32603" y="662"/>
                  </a:lnTo>
                  <a:lnTo>
                    <a:pt x="32369" y="798"/>
                  </a:lnTo>
                  <a:lnTo>
                    <a:pt x="32117" y="895"/>
                  </a:lnTo>
                  <a:lnTo>
                    <a:pt x="31864" y="973"/>
                  </a:lnTo>
                  <a:lnTo>
                    <a:pt x="31611" y="1012"/>
                  </a:lnTo>
                  <a:lnTo>
                    <a:pt x="31339" y="1031"/>
                  </a:lnTo>
                  <a:lnTo>
                    <a:pt x="623" y="1848"/>
                  </a:lnTo>
                  <a:lnTo>
                    <a:pt x="1" y="5872"/>
                  </a:lnTo>
                  <a:lnTo>
                    <a:pt x="1" y="5872"/>
                  </a:lnTo>
                  <a:lnTo>
                    <a:pt x="1848" y="5736"/>
                  </a:lnTo>
                  <a:lnTo>
                    <a:pt x="3870" y="5541"/>
                  </a:lnTo>
                  <a:lnTo>
                    <a:pt x="6027" y="5327"/>
                  </a:lnTo>
                  <a:lnTo>
                    <a:pt x="8283" y="5094"/>
                  </a:lnTo>
                  <a:lnTo>
                    <a:pt x="12987" y="4589"/>
                  </a:lnTo>
                  <a:lnTo>
                    <a:pt x="17731" y="4044"/>
                  </a:lnTo>
                  <a:lnTo>
                    <a:pt x="22280" y="3500"/>
                  </a:lnTo>
                  <a:lnTo>
                    <a:pt x="26382" y="2995"/>
                  </a:lnTo>
                  <a:lnTo>
                    <a:pt x="32253" y="2236"/>
                  </a:lnTo>
                  <a:lnTo>
                    <a:pt x="32408" y="2217"/>
                  </a:lnTo>
                  <a:lnTo>
                    <a:pt x="32544" y="2178"/>
                  </a:lnTo>
                  <a:lnTo>
                    <a:pt x="32836" y="2081"/>
                  </a:lnTo>
                  <a:lnTo>
                    <a:pt x="33108" y="1925"/>
                  </a:lnTo>
                  <a:lnTo>
                    <a:pt x="33341" y="1750"/>
                  </a:lnTo>
                  <a:lnTo>
                    <a:pt x="33555" y="1537"/>
                  </a:lnTo>
                  <a:lnTo>
                    <a:pt x="33730" y="1284"/>
                  </a:lnTo>
                  <a:lnTo>
                    <a:pt x="33886" y="1012"/>
                  </a:lnTo>
                  <a:lnTo>
                    <a:pt x="33944" y="856"/>
                  </a:lnTo>
                  <a:lnTo>
                    <a:pt x="33983" y="720"/>
                  </a:lnTo>
                  <a:lnTo>
                    <a:pt x="34022" y="584"/>
                  </a:lnTo>
                  <a:lnTo>
                    <a:pt x="34022" y="506"/>
                  </a:lnTo>
                  <a:lnTo>
                    <a:pt x="34022" y="409"/>
                  </a:lnTo>
                  <a:lnTo>
                    <a:pt x="34002" y="331"/>
                  </a:lnTo>
                  <a:lnTo>
                    <a:pt x="33983" y="273"/>
                  </a:lnTo>
                  <a:lnTo>
                    <a:pt x="33944" y="195"/>
                  </a:lnTo>
                  <a:lnTo>
                    <a:pt x="33905" y="156"/>
                  </a:lnTo>
                  <a:lnTo>
                    <a:pt x="33789" y="59"/>
                  </a:lnTo>
                  <a:lnTo>
                    <a:pt x="33653" y="20"/>
                  </a:lnTo>
                  <a:lnTo>
                    <a:pt x="335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36"/>
            <p:cNvSpPr/>
            <p:nvPr/>
          </p:nvSpPr>
          <p:spPr>
            <a:xfrm>
              <a:off x="3468506" y="-377699"/>
              <a:ext cx="1055958" cy="182238"/>
            </a:xfrm>
            <a:custGeom>
              <a:rect b="b" l="l" r="r" t="t"/>
              <a:pathLst>
                <a:path extrusionOk="0" fill="none" h="5872" w="34022">
                  <a:moveTo>
                    <a:pt x="623" y="1848"/>
                  </a:moveTo>
                  <a:lnTo>
                    <a:pt x="31339" y="1031"/>
                  </a:lnTo>
                  <a:lnTo>
                    <a:pt x="31339" y="1031"/>
                  </a:lnTo>
                  <a:lnTo>
                    <a:pt x="31611" y="1012"/>
                  </a:lnTo>
                  <a:lnTo>
                    <a:pt x="31864" y="973"/>
                  </a:lnTo>
                  <a:lnTo>
                    <a:pt x="32117" y="895"/>
                  </a:lnTo>
                  <a:lnTo>
                    <a:pt x="32369" y="798"/>
                  </a:lnTo>
                  <a:lnTo>
                    <a:pt x="32603" y="662"/>
                  </a:lnTo>
                  <a:lnTo>
                    <a:pt x="32817" y="526"/>
                  </a:lnTo>
                  <a:lnTo>
                    <a:pt x="33030" y="351"/>
                  </a:lnTo>
                  <a:lnTo>
                    <a:pt x="33225" y="156"/>
                  </a:lnTo>
                  <a:lnTo>
                    <a:pt x="33225" y="156"/>
                  </a:lnTo>
                  <a:lnTo>
                    <a:pt x="33283" y="98"/>
                  </a:lnTo>
                  <a:lnTo>
                    <a:pt x="33361" y="59"/>
                  </a:lnTo>
                  <a:lnTo>
                    <a:pt x="33419" y="20"/>
                  </a:lnTo>
                  <a:lnTo>
                    <a:pt x="33497" y="1"/>
                  </a:lnTo>
                  <a:lnTo>
                    <a:pt x="33575" y="1"/>
                  </a:lnTo>
                  <a:lnTo>
                    <a:pt x="33653" y="20"/>
                  </a:lnTo>
                  <a:lnTo>
                    <a:pt x="33789" y="59"/>
                  </a:lnTo>
                  <a:lnTo>
                    <a:pt x="33905" y="156"/>
                  </a:lnTo>
                  <a:lnTo>
                    <a:pt x="33944" y="195"/>
                  </a:lnTo>
                  <a:lnTo>
                    <a:pt x="33983" y="273"/>
                  </a:lnTo>
                  <a:lnTo>
                    <a:pt x="34002" y="331"/>
                  </a:lnTo>
                  <a:lnTo>
                    <a:pt x="34022" y="409"/>
                  </a:lnTo>
                  <a:lnTo>
                    <a:pt x="34022" y="506"/>
                  </a:lnTo>
                  <a:lnTo>
                    <a:pt x="34022" y="584"/>
                  </a:lnTo>
                  <a:lnTo>
                    <a:pt x="33983" y="720"/>
                  </a:lnTo>
                  <a:lnTo>
                    <a:pt x="33983" y="720"/>
                  </a:lnTo>
                  <a:lnTo>
                    <a:pt x="33944" y="856"/>
                  </a:lnTo>
                  <a:lnTo>
                    <a:pt x="33886" y="1012"/>
                  </a:lnTo>
                  <a:lnTo>
                    <a:pt x="33730" y="1284"/>
                  </a:lnTo>
                  <a:lnTo>
                    <a:pt x="33555" y="1537"/>
                  </a:lnTo>
                  <a:lnTo>
                    <a:pt x="33341" y="1750"/>
                  </a:lnTo>
                  <a:lnTo>
                    <a:pt x="33108" y="1925"/>
                  </a:lnTo>
                  <a:lnTo>
                    <a:pt x="32836" y="2081"/>
                  </a:lnTo>
                  <a:lnTo>
                    <a:pt x="32544" y="2178"/>
                  </a:lnTo>
                  <a:lnTo>
                    <a:pt x="32408" y="2217"/>
                  </a:lnTo>
                  <a:lnTo>
                    <a:pt x="32253" y="2236"/>
                  </a:lnTo>
                  <a:lnTo>
                    <a:pt x="32253" y="2236"/>
                  </a:lnTo>
                  <a:lnTo>
                    <a:pt x="26382" y="2995"/>
                  </a:lnTo>
                  <a:lnTo>
                    <a:pt x="22280" y="3500"/>
                  </a:lnTo>
                  <a:lnTo>
                    <a:pt x="17731" y="4044"/>
                  </a:lnTo>
                  <a:lnTo>
                    <a:pt x="12987" y="4589"/>
                  </a:lnTo>
                  <a:lnTo>
                    <a:pt x="8283" y="5094"/>
                  </a:lnTo>
                  <a:lnTo>
                    <a:pt x="6027" y="5327"/>
                  </a:lnTo>
                  <a:lnTo>
                    <a:pt x="3870" y="5541"/>
                  </a:lnTo>
                  <a:lnTo>
                    <a:pt x="1848" y="5736"/>
                  </a:lnTo>
                  <a:lnTo>
                    <a:pt x="1" y="5872"/>
                  </a:lnTo>
                  <a:lnTo>
                    <a:pt x="623" y="184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36"/>
            <p:cNvSpPr/>
            <p:nvPr/>
          </p:nvSpPr>
          <p:spPr>
            <a:xfrm>
              <a:off x="3468506" y="-342690"/>
              <a:ext cx="858652" cy="147230"/>
            </a:xfrm>
            <a:custGeom>
              <a:rect b="b" l="l" r="r" t="t"/>
              <a:pathLst>
                <a:path extrusionOk="0" h="4744" w="27665">
                  <a:moveTo>
                    <a:pt x="27665" y="0"/>
                  </a:moveTo>
                  <a:lnTo>
                    <a:pt x="623" y="720"/>
                  </a:lnTo>
                  <a:lnTo>
                    <a:pt x="1" y="4744"/>
                  </a:lnTo>
                  <a:lnTo>
                    <a:pt x="1" y="4744"/>
                  </a:lnTo>
                  <a:lnTo>
                    <a:pt x="312" y="4724"/>
                  </a:lnTo>
                  <a:lnTo>
                    <a:pt x="623" y="1925"/>
                  </a:lnTo>
                  <a:lnTo>
                    <a:pt x="2766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36"/>
            <p:cNvSpPr/>
            <p:nvPr/>
          </p:nvSpPr>
          <p:spPr>
            <a:xfrm>
              <a:off x="3468506" y="-342690"/>
              <a:ext cx="858652" cy="147230"/>
            </a:xfrm>
            <a:custGeom>
              <a:rect b="b" l="l" r="r" t="t"/>
              <a:pathLst>
                <a:path extrusionOk="0" fill="none" h="4744" w="27665">
                  <a:moveTo>
                    <a:pt x="312" y="4724"/>
                  </a:moveTo>
                  <a:lnTo>
                    <a:pt x="312" y="4724"/>
                  </a:lnTo>
                  <a:lnTo>
                    <a:pt x="1" y="4744"/>
                  </a:lnTo>
                  <a:lnTo>
                    <a:pt x="623" y="720"/>
                  </a:lnTo>
                  <a:lnTo>
                    <a:pt x="27665" y="0"/>
                  </a:lnTo>
                  <a:lnTo>
                    <a:pt x="623" y="1925"/>
                  </a:lnTo>
                  <a:lnTo>
                    <a:pt x="312" y="472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36"/>
            <p:cNvSpPr/>
            <p:nvPr/>
          </p:nvSpPr>
          <p:spPr>
            <a:xfrm>
              <a:off x="3528840" y="-290208"/>
              <a:ext cx="62199" cy="89939"/>
            </a:xfrm>
            <a:custGeom>
              <a:rect b="b" l="l" r="r" t="t"/>
              <a:pathLst>
                <a:path extrusionOk="0" h="2898" w="2004">
                  <a:moveTo>
                    <a:pt x="2003" y="1"/>
                  </a:moveTo>
                  <a:lnTo>
                    <a:pt x="1012" y="78"/>
                  </a:lnTo>
                  <a:lnTo>
                    <a:pt x="954" y="448"/>
                  </a:lnTo>
                  <a:lnTo>
                    <a:pt x="876" y="817"/>
                  </a:lnTo>
                  <a:lnTo>
                    <a:pt x="759" y="1187"/>
                  </a:lnTo>
                  <a:lnTo>
                    <a:pt x="643" y="1536"/>
                  </a:lnTo>
                  <a:lnTo>
                    <a:pt x="506" y="1886"/>
                  </a:lnTo>
                  <a:lnTo>
                    <a:pt x="351" y="2236"/>
                  </a:lnTo>
                  <a:lnTo>
                    <a:pt x="195" y="2567"/>
                  </a:lnTo>
                  <a:lnTo>
                    <a:pt x="1" y="2897"/>
                  </a:lnTo>
                  <a:lnTo>
                    <a:pt x="1" y="2897"/>
                  </a:lnTo>
                  <a:lnTo>
                    <a:pt x="1031" y="2800"/>
                  </a:lnTo>
                  <a:lnTo>
                    <a:pt x="1206" y="2489"/>
                  </a:lnTo>
                  <a:lnTo>
                    <a:pt x="1381" y="2159"/>
                  </a:lnTo>
                  <a:lnTo>
                    <a:pt x="1517" y="1809"/>
                  </a:lnTo>
                  <a:lnTo>
                    <a:pt x="1653" y="1459"/>
                  </a:lnTo>
                  <a:lnTo>
                    <a:pt x="1770" y="1109"/>
                  </a:lnTo>
                  <a:lnTo>
                    <a:pt x="1867" y="739"/>
                  </a:lnTo>
                  <a:lnTo>
                    <a:pt x="1945" y="37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36"/>
            <p:cNvSpPr/>
            <p:nvPr/>
          </p:nvSpPr>
          <p:spPr>
            <a:xfrm>
              <a:off x="3528840" y="-290208"/>
              <a:ext cx="62199" cy="89939"/>
            </a:xfrm>
            <a:custGeom>
              <a:rect b="b" l="l" r="r" t="t"/>
              <a:pathLst>
                <a:path extrusionOk="0" fill="none" h="2898" w="2004">
                  <a:moveTo>
                    <a:pt x="2003" y="1"/>
                  </a:moveTo>
                  <a:lnTo>
                    <a:pt x="1012" y="78"/>
                  </a:lnTo>
                  <a:lnTo>
                    <a:pt x="1012" y="78"/>
                  </a:lnTo>
                  <a:lnTo>
                    <a:pt x="954" y="448"/>
                  </a:lnTo>
                  <a:lnTo>
                    <a:pt x="876" y="817"/>
                  </a:lnTo>
                  <a:lnTo>
                    <a:pt x="759" y="1187"/>
                  </a:lnTo>
                  <a:lnTo>
                    <a:pt x="643" y="1536"/>
                  </a:lnTo>
                  <a:lnTo>
                    <a:pt x="506" y="1886"/>
                  </a:lnTo>
                  <a:lnTo>
                    <a:pt x="351" y="2236"/>
                  </a:lnTo>
                  <a:lnTo>
                    <a:pt x="195" y="2567"/>
                  </a:lnTo>
                  <a:lnTo>
                    <a:pt x="1" y="2897"/>
                  </a:lnTo>
                  <a:lnTo>
                    <a:pt x="1" y="2897"/>
                  </a:lnTo>
                  <a:lnTo>
                    <a:pt x="1031" y="2800"/>
                  </a:lnTo>
                  <a:lnTo>
                    <a:pt x="1031" y="2800"/>
                  </a:lnTo>
                  <a:lnTo>
                    <a:pt x="1206" y="2489"/>
                  </a:lnTo>
                  <a:lnTo>
                    <a:pt x="1381" y="2159"/>
                  </a:lnTo>
                  <a:lnTo>
                    <a:pt x="1517" y="1809"/>
                  </a:lnTo>
                  <a:lnTo>
                    <a:pt x="1653" y="1459"/>
                  </a:lnTo>
                  <a:lnTo>
                    <a:pt x="1770" y="1109"/>
                  </a:lnTo>
                  <a:lnTo>
                    <a:pt x="1867" y="739"/>
                  </a:lnTo>
                  <a:lnTo>
                    <a:pt x="1945" y="370"/>
                  </a:lnTo>
                  <a:lnTo>
                    <a:pt x="200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36"/>
            <p:cNvSpPr/>
            <p:nvPr/>
          </p:nvSpPr>
          <p:spPr>
            <a:xfrm>
              <a:off x="3560218" y="-323386"/>
              <a:ext cx="33241" cy="35628"/>
            </a:xfrm>
            <a:custGeom>
              <a:rect b="b" l="l" r="r" t="t"/>
              <a:pathLst>
                <a:path extrusionOk="0" h="1148" w="1071">
                  <a:moveTo>
                    <a:pt x="1070" y="0"/>
                  </a:moveTo>
                  <a:lnTo>
                    <a:pt x="98" y="20"/>
                  </a:lnTo>
                  <a:lnTo>
                    <a:pt x="98" y="39"/>
                  </a:lnTo>
                  <a:lnTo>
                    <a:pt x="79" y="584"/>
                  </a:lnTo>
                  <a:lnTo>
                    <a:pt x="1" y="1147"/>
                  </a:lnTo>
                  <a:lnTo>
                    <a:pt x="992" y="1070"/>
                  </a:lnTo>
                  <a:lnTo>
                    <a:pt x="1051" y="545"/>
                  </a:lnTo>
                  <a:lnTo>
                    <a:pt x="1070" y="39"/>
                  </a:lnTo>
                  <a:lnTo>
                    <a:pt x="107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36"/>
            <p:cNvSpPr/>
            <p:nvPr/>
          </p:nvSpPr>
          <p:spPr>
            <a:xfrm>
              <a:off x="3560218" y="-323386"/>
              <a:ext cx="33241" cy="35628"/>
            </a:xfrm>
            <a:custGeom>
              <a:rect b="b" l="l" r="r" t="t"/>
              <a:pathLst>
                <a:path extrusionOk="0" fill="none" h="1148" w="1071">
                  <a:moveTo>
                    <a:pt x="1070" y="0"/>
                  </a:moveTo>
                  <a:lnTo>
                    <a:pt x="98" y="20"/>
                  </a:lnTo>
                  <a:lnTo>
                    <a:pt x="98" y="20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79" y="584"/>
                  </a:lnTo>
                  <a:lnTo>
                    <a:pt x="1" y="1147"/>
                  </a:lnTo>
                  <a:lnTo>
                    <a:pt x="992" y="1070"/>
                  </a:lnTo>
                  <a:lnTo>
                    <a:pt x="992" y="1070"/>
                  </a:lnTo>
                  <a:lnTo>
                    <a:pt x="1051" y="545"/>
                  </a:lnTo>
                  <a:lnTo>
                    <a:pt x="1070" y="39"/>
                  </a:lnTo>
                  <a:lnTo>
                    <a:pt x="1070" y="39"/>
                  </a:lnTo>
                  <a:lnTo>
                    <a:pt x="107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36"/>
            <p:cNvSpPr/>
            <p:nvPr/>
          </p:nvSpPr>
          <p:spPr>
            <a:xfrm>
              <a:off x="3632626" y="-301071"/>
              <a:ext cx="110462" cy="91150"/>
            </a:xfrm>
            <a:custGeom>
              <a:rect b="b" l="l" r="r" t="t"/>
              <a:pathLst>
                <a:path extrusionOk="0" h="2937" w="3559">
                  <a:moveTo>
                    <a:pt x="3558" y="1"/>
                  </a:moveTo>
                  <a:lnTo>
                    <a:pt x="3053" y="40"/>
                  </a:lnTo>
                  <a:lnTo>
                    <a:pt x="2761" y="98"/>
                  </a:lnTo>
                  <a:lnTo>
                    <a:pt x="2489" y="176"/>
                  </a:lnTo>
                  <a:lnTo>
                    <a:pt x="2236" y="273"/>
                  </a:lnTo>
                  <a:lnTo>
                    <a:pt x="1984" y="390"/>
                  </a:lnTo>
                  <a:lnTo>
                    <a:pt x="1731" y="526"/>
                  </a:lnTo>
                  <a:lnTo>
                    <a:pt x="1498" y="681"/>
                  </a:lnTo>
                  <a:lnTo>
                    <a:pt x="1284" y="837"/>
                  </a:lnTo>
                  <a:lnTo>
                    <a:pt x="1070" y="1031"/>
                  </a:lnTo>
                  <a:lnTo>
                    <a:pt x="876" y="1225"/>
                  </a:lnTo>
                  <a:lnTo>
                    <a:pt x="701" y="1439"/>
                  </a:lnTo>
                  <a:lnTo>
                    <a:pt x="545" y="1653"/>
                  </a:lnTo>
                  <a:lnTo>
                    <a:pt x="390" y="1886"/>
                  </a:lnTo>
                  <a:lnTo>
                    <a:pt x="273" y="2139"/>
                  </a:lnTo>
                  <a:lnTo>
                    <a:pt x="156" y="2392"/>
                  </a:lnTo>
                  <a:lnTo>
                    <a:pt x="79" y="2664"/>
                  </a:lnTo>
                  <a:lnTo>
                    <a:pt x="1" y="2936"/>
                  </a:lnTo>
                  <a:lnTo>
                    <a:pt x="487" y="2897"/>
                  </a:lnTo>
                  <a:lnTo>
                    <a:pt x="545" y="2606"/>
                  </a:lnTo>
                  <a:lnTo>
                    <a:pt x="623" y="2334"/>
                  </a:lnTo>
                  <a:lnTo>
                    <a:pt x="720" y="2061"/>
                  </a:lnTo>
                  <a:lnTo>
                    <a:pt x="837" y="1809"/>
                  </a:lnTo>
                  <a:lnTo>
                    <a:pt x="973" y="1556"/>
                  </a:lnTo>
                  <a:lnTo>
                    <a:pt x="1148" y="1342"/>
                  </a:lnTo>
                  <a:lnTo>
                    <a:pt x="1323" y="1128"/>
                  </a:lnTo>
                  <a:lnTo>
                    <a:pt x="1517" y="914"/>
                  </a:lnTo>
                  <a:lnTo>
                    <a:pt x="1731" y="739"/>
                  </a:lnTo>
                  <a:lnTo>
                    <a:pt x="1964" y="564"/>
                  </a:lnTo>
                  <a:lnTo>
                    <a:pt x="2198" y="428"/>
                  </a:lnTo>
                  <a:lnTo>
                    <a:pt x="2450" y="292"/>
                  </a:lnTo>
                  <a:lnTo>
                    <a:pt x="2703" y="195"/>
                  </a:lnTo>
                  <a:lnTo>
                    <a:pt x="2975" y="98"/>
                  </a:lnTo>
                  <a:lnTo>
                    <a:pt x="3267" y="40"/>
                  </a:lnTo>
                  <a:lnTo>
                    <a:pt x="3558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36"/>
            <p:cNvSpPr/>
            <p:nvPr/>
          </p:nvSpPr>
          <p:spPr>
            <a:xfrm>
              <a:off x="3632626" y="-301071"/>
              <a:ext cx="110462" cy="91150"/>
            </a:xfrm>
            <a:custGeom>
              <a:rect b="b" l="l" r="r" t="t"/>
              <a:pathLst>
                <a:path extrusionOk="0" fill="none" h="2937" w="3559">
                  <a:moveTo>
                    <a:pt x="3558" y="1"/>
                  </a:moveTo>
                  <a:lnTo>
                    <a:pt x="3053" y="40"/>
                  </a:lnTo>
                  <a:lnTo>
                    <a:pt x="3053" y="40"/>
                  </a:lnTo>
                  <a:lnTo>
                    <a:pt x="2761" y="98"/>
                  </a:lnTo>
                  <a:lnTo>
                    <a:pt x="2489" y="176"/>
                  </a:lnTo>
                  <a:lnTo>
                    <a:pt x="2236" y="273"/>
                  </a:lnTo>
                  <a:lnTo>
                    <a:pt x="1984" y="390"/>
                  </a:lnTo>
                  <a:lnTo>
                    <a:pt x="1731" y="526"/>
                  </a:lnTo>
                  <a:lnTo>
                    <a:pt x="1498" y="681"/>
                  </a:lnTo>
                  <a:lnTo>
                    <a:pt x="1284" y="837"/>
                  </a:lnTo>
                  <a:lnTo>
                    <a:pt x="1070" y="1031"/>
                  </a:lnTo>
                  <a:lnTo>
                    <a:pt x="876" y="1225"/>
                  </a:lnTo>
                  <a:lnTo>
                    <a:pt x="701" y="1439"/>
                  </a:lnTo>
                  <a:lnTo>
                    <a:pt x="545" y="1653"/>
                  </a:lnTo>
                  <a:lnTo>
                    <a:pt x="390" y="1886"/>
                  </a:lnTo>
                  <a:lnTo>
                    <a:pt x="273" y="2139"/>
                  </a:lnTo>
                  <a:lnTo>
                    <a:pt x="156" y="2392"/>
                  </a:lnTo>
                  <a:lnTo>
                    <a:pt x="79" y="2664"/>
                  </a:lnTo>
                  <a:lnTo>
                    <a:pt x="1" y="2936"/>
                  </a:lnTo>
                  <a:lnTo>
                    <a:pt x="1" y="2936"/>
                  </a:lnTo>
                  <a:lnTo>
                    <a:pt x="487" y="2897"/>
                  </a:lnTo>
                  <a:lnTo>
                    <a:pt x="487" y="2897"/>
                  </a:lnTo>
                  <a:lnTo>
                    <a:pt x="545" y="2606"/>
                  </a:lnTo>
                  <a:lnTo>
                    <a:pt x="623" y="2334"/>
                  </a:lnTo>
                  <a:lnTo>
                    <a:pt x="720" y="2061"/>
                  </a:lnTo>
                  <a:lnTo>
                    <a:pt x="837" y="1809"/>
                  </a:lnTo>
                  <a:lnTo>
                    <a:pt x="973" y="1556"/>
                  </a:lnTo>
                  <a:lnTo>
                    <a:pt x="1148" y="1342"/>
                  </a:lnTo>
                  <a:lnTo>
                    <a:pt x="1323" y="1128"/>
                  </a:lnTo>
                  <a:lnTo>
                    <a:pt x="1517" y="914"/>
                  </a:lnTo>
                  <a:lnTo>
                    <a:pt x="1731" y="739"/>
                  </a:lnTo>
                  <a:lnTo>
                    <a:pt x="1964" y="564"/>
                  </a:lnTo>
                  <a:lnTo>
                    <a:pt x="2198" y="428"/>
                  </a:lnTo>
                  <a:lnTo>
                    <a:pt x="2450" y="292"/>
                  </a:lnTo>
                  <a:lnTo>
                    <a:pt x="2703" y="195"/>
                  </a:lnTo>
                  <a:lnTo>
                    <a:pt x="2975" y="98"/>
                  </a:lnTo>
                  <a:lnTo>
                    <a:pt x="3267" y="40"/>
                  </a:lnTo>
                  <a:lnTo>
                    <a:pt x="355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36"/>
            <p:cNvSpPr/>
            <p:nvPr/>
          </p:nvSpPr>
          <p:spPr>
            <a:xfrm>
              <a:off x="3746685" y="-301071"/>
              <a:ext cx="3042" cy="31"/>
            </a:xfrm>
            <a:custGeom>
              <a:rect b="b" l="l" r="r" t="t"/>
              <a:pathLst>
                <a:path extrusionOk="0" fill="none" h="1" w="98">
                  <a:moveTo>
                    <a:pt x="58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97" y="1"/>
                  </a:lnTo>
                  <a:lnTo>
                    <a:pt x="97" y="1"/>
                  </a:lnTo>
                  <a:lnTo>
                    <a:pt x="5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36"/>
            <p:cNvSpPr/>
            <p:nvPr/>
          </p:nvSpPr>
          <p:spPr>
            <a:xfrm>
              <a:off x="3727349" y="-301660"/>
              <a:ext cx="21168" cy="1831"/>
            </a:xfrm>
            <a:custGeom>
              <a:rect b="b" l="l" r="r" t="t"/>
              <a:pathLst>
                <a:path extrusionOk="0" h="59" w="682">
                  <a:moveTo>
                    <a:pt x="604" y="0"/>
                  </a:moveTo>
                  <a:lnTo>
                    <a:pt x="293" y="20"/>
                  </a:lnTo>
                  <a:lnTo>
                    <a:pt x="1" y="59"/>
                  </a:lnTo>
                  <a:lnTo>
                    <a:pt x="506" y="20"/>
                  </a:lnTo>
                  <a:lnTo>
                    <a:pt x="681" y="20"/>
                  </a:lnTo>
                  <a:lnTo>
                    <a:pt x="604" y="0"/>
                  </a:lnTo>
                  <a:close/>
                </a:path>
              </a:pathLst>
            </a:custGeom>
            <a:solidFill>
              <a:srgbClr val="AFC6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36"/>
            <p:cNvSpPr/>
            <p:nvPr/>
          </p:nvSpPr>
          <p:spPr>
            <a:xfrm>
              <a:off x="3727349" y="-301660"/>
              <a:ext cx="21168" cy="1831"/>
            </a:xfrm>
            <a:custGeom>
              <a:rect b="b" l="l" r="r" t="t"/>
              <a:pathLst>
                <a:path extrusionOk="0" fill="none" h="59" w="682">
                  <a:moveTo>
                    <a:pt x="604" y="0"/>
                  </a:moveTo>
                  <a:lnTo>
                    <a:pt x="604" y="0"/>
                  </a:lnTo>
                  <a:lnTo>
                    <a:pt x="293" y="20"/>
                  </a:lnTo>
                  <a:lnTo>
                    <a:pt x="1" y="59"/>
                  </a:lnTo>
                  <a:lnTo>
                    <a:pt x="506" y="20"/>
                  </a:lnTo>
                  <a:lnTo>
                    <a:pt x="506" y="20"/>
                  </a:lnTo>
                  <a:lnTo>
                    <a:pt x="623" y="20"/>
                  </a:lnTo>
                  <a:lnTo>
                    <a:pt x="681" y="20"/>
                  </a:lnTo>
                  <a:lnTo>
                    <a:pt x="681" y="20"/>
                  </a:lnTo>
                  <a:lnTo>
                    <a:pt x="60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36"/>
            <p:cNvSpPr/>
            <p:nvPr/>
          </p:nvSpPr>
          <p:spPr>
            <a:xfrm>
              <a:off x="3849850" y="-237726"/>
              <a:ext cx="2452" cy="4872"/>
            </a:xfrm>
            <a:custGeom>
              <a:rect b="b" l="l" r="r" t="t"/>
              <a:pathLst>
                <a:path extrusionOk="0" h="157" w="79">
                  <a:moveTo>
                    <a:pt x="0" y="1"/>
                  </a:moveTo>
                  <a:lnTo>
                    <a:pt x="59" y="157"/>
                  </a:lnTo>
                  <a:lnTo>
                    <a:pt x="78" y="1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BB9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36"/>
            <p:cNvSpPr/>
            <p:nvPr/>
          </p:nvSpPr>
          <p:spPr>
            <a:xfrm>
              <a:off x="3849850" y="-237726"/>
              <a:ext cx="2452" cy="4872"/>
            </a:xfrm>
            <a:custGeom>
              <a:rect b="b" l="l" r="r" t="t"/>
              <a:pathLst>
                <a:path extrusionOk="0" fill="none" h="157" w="79">
                  <a:moveTo>
                    <a:pt x="0" y="1"/>
                  </a:moveTo>
                  <a:lnTo>
                    <a:pt x="0" y="1"/>
                  </a:lnTo>
                  <a:lnTo>
                    <a:pt x="59" y="157"/>
                  </a:lnTo>
                  <a:lnTo>
                    <a:pt x="59" y="157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36"/>
            <p:cNvSpPr/>
            <p:nvPr/>
          </p:nvSpPr>
          <p:spPr>
            <a:xfrm>
              <a:off x="3646499" y="-301660"/>
              <a:ext cx="212421" cy="212404"/>
            </a:xfrm>
            <a:custGeom>
              <a:rect b="b" l="l" r="r" t="t"/>
              <a:pathLst>
                <a:path extrusionOk="0" h="6844" w="6844">
                  <a:moveTo>
                    <a:pt x="3422" y="0"/>
                  </a:moveTo>
                  <a:lnTo>
                    <a:pt x="3072" y="20"/>
                  </a:lnTo>
                  <a:lnTo>
                    <a:pt x="2723" y="78"/>
                  </a:lnTo>
                  <a:lnTo>
                    <a:pt x="2392" y="156"/>
                  </a:lnTo>
                  <a:lnTo>
                    <a:pt x="2081" y="272"/>
                  </a:lnTo>
                  <a:lnTo>
                    <a:pt x="1789" y="428"/>
                  </a:lnTo>
                  <a:lnTo>
                    <a:pt x="1498" y="603"/>
                  </a:lnTo>
                  <a:lnTo>
                    <a:pt x="1245" y="797"/>
                  </a:lnTo>
                  <a:lnTo>
                    <a:pt x="992" y="1011"/>
                  </a:lnTo>
                  <a:lnTo>
                    <a:pt x="779" y="1264"/>
                  </a:lnTo>
                  <a:lnTo>
                    <a:pt x="584" y="1517"/>
                  </a:lnTo>
                  <a:lnTo>
                    <a:pt x="409" y="1808"/>
                  </a:lnTo>
                  <a:lnTo>
                    <a:pt x="254" y="2100"/>
                  </a:lnTo>
                  <a:lnTo>
                    <a:pt x="156" y="2411"/>
                  </a:lnTo>
                  <a:lnTo>
                    <a:pt x="59" y="2741"/>
                  </a:lnTo>
                  <a:lnTo>
                    <a:pt x="20" y="3072"/>
                  </a:lnTo>
                  <a:lnTo>
                    <a:pt x="1" y="3422"/>
                  </a:lnTo>
                  <a:lnTo>
                    <a:pt x="20" y="3772"/>
                  </a:lnTo>
                  <a:lnTo>
                    <a:pt x="59" y="4122"/>
                  </a:lnTo>
                  <a:lnTo>
                    <a:pt x="156" y="4452"/>
                  </a:lnTo>
                  <a:lnTo>
                    <a:pt x="254" y="4763"/>
                  </a:lnTo>
                  <a:lnTo>
                    <a:pt x="409" y="5055"/>
                  </a:lnTo>
                  <a:lnTo>
                    <a:pt x="584" y="5346"/>
                  </a:lnTo>
                  <a:lnTo>
                    <a:pt x="779" y="5599"/>
                  </a:lnTo>
                  <a:lnTo>
                    <a:pt x="992" y="5852"/>
                  </a:lnTo>
                  <a:lnTo>
                    <a:pt x="1245" y="6066"/>
                  </a:lnTo>
                  <a:lnTo>
                    <a:pt x="1498" y="6260"/>
                  </a:lnTo>
                  <a:lnTo>
                    <a:pt x="1789" y="6435"/>
                  </a:lnTo>
                  <a:lnTo>
                    <a:pt x="2081" y="6591"/>
                  </a:lnTo>
                  <a:lnTo>
                    <a:pt x="2392" y="6707"/>
                  </a:lnTo>
                  <a:lnTo>
                    <a:pt x="2723" y="6785"/>
                  </a:lnTo>
                  <a:lnTo>
                    <a:pt x="3072" y="6843"/>
                  </a:lnTo>
                  <a:lnTo>
                    <a:pt x="3772" y="6843"/>
                  </a:lnTo>
                  <a:lnTo>
                    <a:pt x="4103" y="6785"/>
                  </a:lnTo>
                  <a:lnTo>
                    <a:pt x="4433" y="6707"/>
                  </a:lnTo>
                  <a:lnTo>
                    <a:pt x="4744" y="6591"/>
                  </a:lnTo>
                  <a:lnTo>
                    <a:pt x="5055" y="6435"/>
                  </a:lnTo>
                  <a:lnTo>
                    <a:pt x="5328" y="6260"/>
                  </a:lnTo>
                  <a:lnTo>
                    <a:pt x="5600" y="6066"/>
                  </a:lnTo>
                  <a:lnTo>
                    <a:pt x="5833" y="5852"/>
                  </a:lnTo>
                  <a:lnTo>
                    <a:pt x="6047" y="5599"/>
                  </a:lnTo>
                  <a:lnTo>
                    <a:pt x="6261" y="5346"/>
                  </a:lnTo>
                  <a:lnTo>
                    <a:pt x="6416" y="5055"/>
                  </a:lnTo>
                  <a:lnTo>
                    <a:pt x="6572" y="4763"/>
                  </a:lnTo>
                  <a:lnTo>
                    <a:pt x="6688" y="4452"/>
                  </a:lnTo>
                  <a:lnTo>
                    <a:pt x="6766" y="4122"/>
                  </a:lnTo>
                  <a:lnTo>
                    <a:pt x="6825" y="3772"/>
                  </a:lnTo>
                  <a:lnTo>
                    <a:pt x="6844" y="3422"/>
                  </a:lnTo>
                  <a:lnTo>
                    <a:pt x="6825" y="3072"/>
                  </a:lnTo>
                  <a:lnTo>
                    <a:pt x="6766" y="2741"/>
                  </a:lnTo>
                  <a:lnTo>
                    <a:pt x="6688" y="2411"/>
                  </a:lnTo>
                  <a:lnTo>
                    <a:pt x="6572" y="2100"/>
                  </a:lnTo>
                  <a:lnTo>
                    <a:pt x="6416" y="1808"/>
                  </a:lnTo>
                  <a:lnTo>
                    <a:pt x="6261" y="1517"/>
                  </a:lnTo>
                  <a:lnTo>
                    <a:pt x="6047" y="1264"/>
                  </a:lnTo>
                  <a:lnTo>
                    <a:pt x="5833" y="1011"/>
                  </a:lnTo>
                  <a:lnTo>
                    <a:pt x="5600" y="797"/>
                  </a:lnTo>
                  <a:lnTo>
                    <a:pt x="5328" y="603"/>
                  </a:lnTo>
                  <a:lnTo>
                    <a:pt x="5055" y="428"/>
                  </a:lnTo>
                  <a:lnTo>
                    <a:pt x="4744" y="272"/>
                  </a:lnTo>
                  <a:lnTo>
                    <a:pt x="4433" y="156"/>
                  </a:lnTo>
                  <a:lnTo>
                    <a:pt x="4103" y="78"/>
                  </a:lnTo>
                  <a:lnTo>
                    <a:pt x="3772" y="20"/>
                  </a:lnTo>
                  <a:lnTo>
                    <a:pt x="342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36"/>
            <p:cNvSpPr/>
            <p:nvPr/>
          </p:nvSpPr>
          <p:spPr>
            <a:xfrm>
              <a:off x="3646499" y="-301660"/>
              <a:ext cx="212421" cy="212404"/>
            </a:xfrm>
            <a:custGeom>
              <a:rect b="b" l="l" r="r" t="t"/>
              <a:pathLst>
                <a:path extrusionOk="0" fill="none" h="6844" w="6844">
                  <a:moveTo>
                    <a:pt x="1" y="3422"/>
                  </a:moveTo>
                  <a:lnTo>
                    <a:pt x="1" y="3422"/>
                  </a:lnTo>
                  <a:lnTo>
                    <a:pt x="20" y="3772"/>
                  </a:lnTo>
                  <a:lnTo>
                    <a:pt x="59" y="4122"/>
                  </a:lnTo>
                  <a:lnTo>
                    <a:pt x="156" y="4452"/>
                  </a:lnTo>
                  <a:lnTo>
                    <a:pt x="254" y="4763"/>
                  </a:lnTo>
                  <a:lnTo>
                    <a:pt x="409" y="5055"/>
                  </a:lnTo>
                  <a:lnTo>
                    <a:pt x="584" y="5346"/>
                  </a:lnTo>
                  <a:lnTo>
                    <a:pt x="779" y="5599"/>
                  </a:lnTo>
                  <a:lnTo>
                    <a:pt x="992" y="5852"/>
                  </a:lnTo>
                  <a:lnTo>
                    <a:pt x="1245" y="6066"/>
                  </a:lnTo>
                  <a:lnTo>
                    <a:pt x="1498" y="6260"/>
                  </a:lnTo>
                  <a:lnTo>
                    <a:pt x="1789" y="6435"/>
                  </a:lnTo>
                  <a:lnTo>
                    <a:pt x="2081" y="6591"/>
                  </a:lnTo>
                  <a:lnTo>
                    <a:pt x="2392" y="6707"/>
                  </a:lnTo>
                  <a:lnTo>
                    <a:pt x="2723" y="6785"/>
                  </a:lnTo>
                  <a:lnTo>
                    <a:pt x="3072" y="6843"/>
                  </a:lnTo>
                  <a:lnTo>
                    <a:pt x="3422" y="6843"/>
                  </a:lnTo>
                  <a:lnTo>
                    <a:pt x="3422" y="6843"/>
                  </a:lnTo>
                  <a:lnTo>
                    <a:pt x="3772" y="6843"/>
                  </a:lnTo>
                  <a:lnTo>
                    <a:pt x="4103" y="6785"/>
                  </a:lnTo>
                  <a:lnTo>
                    <a:pt x="4433" y="6707"/>
                  </a:lnTo>
                  <a:lnTo>
                    <a:pt x="4744" y="6591"/>
                  </a:lnTo>
                  <a:lnTo>
                    <a:pt x="5055" y="6435"/>
                  </a:lnTo>
                  <a:lnTo>
                    <a:pt x="5328" y="6260"/>
                  </a:lnTo>
                  <a:lnTo>
                    <a:pt x="5600" y="6066"/>
                  </a:lnTo>
                  <a:lnTo>
                    <a:pt x="5833" y="5852"/>
                  </a:lnTo>
                  <a:lnTo>
                    <a:pt x="6047" y="5599"/>
                  </a:lnTo>
                  <a:lnTo>
                    <a:pt x="6261" y="5346"/>
                  </a:lnTo>
                  <a:lnTo>
                    <a:pt x="6416" y="5055"/>
                  </a:lnTo>
                  <a:lnTo>
                    <a:pt x="6572" y="4763"/>
                  </a:lnTo>
                  <a:lnTo>
                    <a:pt x="6688" y="4452"/>
                  </a:lnTo>
                  <a:lnTo>
                    <a:pt x="6766" y="4122"/>
                  </a:lnTo>
                  <a:lnTo>
                    <a:pt x="6825" y="3772"/>
                  </a:lnTo>
                  <a:lnTo>
                    <a:pt x="6844" y="3422"/>
                  </a:lnTo>
                  <a:lnTo>
                    <a:pt x="6844" y="3422"/>
                  </a:lnTo>
                  <a:lnTo>
                    <a:pt x="6825" y="3072"/>
                  </a:lnTo>
                  <a:lnTo>
                    <a:pt x="6766" y="2741"/>
                  </a:lnTo>
                  <a:lnTo>
                    <a:pt x="6688" y="2411"/>
                  </a:lnTo>
                  <a:lnTo>
                    <a:pt x="6572" y="2100"/>
                  </a:lnTo>
                  <a:lnTo>
                    <a:pt x="6416" y="1808"/>
                  </a:lnTo>
                  <a:lnTo>
                    <a:pt x="6261" y="1517"/>
                  </a:lnTo>
                  <a:lnTo>
                    <a:pt x="6047" y="1264"/>
                  </a:lnTo>
                  <a:lnTo>
                    <a:pt x="5833" y="1011"/>
                  </a:lnTo>
                  <a:lnTo>
                    <a:pt x="5600" y="797"/>
                  </a:lnTo>
                  <a:lnTo>
                    <a:pt x="5328" y="603"/>
                  </a:lnTo>
                  <a:lnTo>
                    <a:pt x="5055" y="428"/>
                  </a:lnTo>
                  <a:lnTo>
                    <a:pt x="4744" y="272"/>
                  </a:lnTo>
                  <a:lnTo>
                    <a:pt x="4433" y="156"/>
                  </a:lnTo>
                  <a:lnTo>
                    <a:pt x="4103" y="78"/>
                  </a:lnTo>
                  <a:lnTo>
                    <a:pt x="3772" y="20"/>
                  </a:lnTo>
                  <a:lnTo>
                    <a:pt x="3422" y="0"/>
                  </a:lnTo>
                  <a:lnTo>
                    <a:pt x="3422" y="0"/>
                  </a:lnTo>
                  <a:lnTo>
                    <a:pt x="3072" y="20"/>
                  </a:lnTo>
                  <a:lnTo>
                    <a:pt x="2723" y="78"/>
                  </a:lnTo>
                  <a:lnTo>
                    <a:pt x="2392" y="156"/>
                  </a:lnTo>
                  <a:lnTo>
                    <a:pt x="2081" y="272"/>
                  </a:lnTo>
                  <a:lnTo>
                    <a:pt x="1789" y="428"/>
                  </a:lnTo>
                  <a:lnTo>
                    <a:pt x="1498" y="603"/>
                  </a:lnTo>
                  <a:lnTo>
                    <a:pt x="1245" y="797"/>
                  </a:lnTo>
                  <a:lnTo>
                    <a:pt x="992" y="1011"/>
                  </a:lnTo>
                  <a:lnTo>
                    <a:pt x="779" y="1264"/>
                  </a:lnTo>
                  <a:lnTo>
                    <a:pt x="584" y="1517"/>
                  </a:lnTo>
                  <a:lnTo>
                    <a:pt x="409" y="1808"/>
                  </a:lnTo>
                  <a:lnTo>
                    <a:pt x="254" y="2100"/>
                  </a:lnTo>
                  <a:lnTo>
                    <a:pt x="156" y="2411"/>
                  </a:lnTo>
                  <a:lnTo>
                    <a:pt x="59" y="2741"/>
                  </a:lnTo>
                  <a:lnTo>
                    <a:pt x="20" y="3072"/>
                  </a:lnTo>
                  <a:lnTo>
                    <a:pt x="1" y="342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36"/>
            <p:cNvSpPr/>
            <p:nvPr/>
          </p:nvSpPr>
          <p:spPr>
            <a:xfrm>
              <a:off x="3670056" y="-277545"/>
              <a:ext cx="164747" cy="164765"/>
            </a:xfrm>
            <a:custGeom>
              <a:rect b="b" l="l" r="r" t="t"/>
              <a:pathLst>
                <a:path extrusionOk="0" h="5309" w="5308">
                  <a:moveTo>
                    <a:pt x="2663" y="1"/>
                  </a:moveTo>
                  <a:lnTo>
                    <a:pt x="2391" y="20"/>
                  </a:lnTo>
                  <a:lnTo>
                    <a:pt x="2119" y="59"/>
                  </a:lnTo>
                  <a:lnTo>
                    <a:pt x="1866" y="118"/>
                  </a:lnTo>
                  <a:lnTo>
                    <a:pt x="1633" y="215"/>
                  </a:lnTo>
                  <a:lnTo>
                    <a:pt x="1400" y="331"/>
                  </a:lnTo>
                  <a:lnTo>
                    <a:pt x="1166" y="448"/>
                  </a:lnTo>
                  <a:lnTo>
                    <a:pt x="972" y="604"/>
                  </a:lnTo>
                  <a:lnTo>
                    <a:pt x="778" y="779"/>
                  </a:lnTo>
                  <a:lnTo>
                    <a:pt x="603" y="973"/>
                  </a:lnTo>
                  <a:lnTo>
                    <a:pt x="467" y="1167"/>
                  </a:lnTo>
                  <a:lnTo>
                    <a:pt x="331" y="1401"/>
                  </a:lnTo>
                  <a:lnTo>
                    <a:pt x="214" y="1614"/>
                  </a:lnTo>
                  <a:lnTo>
                    <a:pt x="117" y="1867"/>
                  </a:lnTo>
                  <a:lnTo>
                    <a:pt x="58" y="2120"/>
                  </a:lnTo>
                  <a:lnTo>
                    <a:pt x="20" y="2392"/>
                  </a:lnTo>
                  <a:lnTo>
                    <a:pt x="0" y="2645"/>
                  </a:lnTo>
                  <a:lnTo>
                    <a:pt x="20" y="2917"/>
                  </a:lnTo>
                  <a:lnTo>
                    <a:pt x="58" y="3189"/>
                  </a:lnTo>
                  <a:lnTo>
                    <a:pt x="117" y="3442"/>
                  </a:lnTo>
                  <a:lnTo>
                    <a:pt x="214" y="3695"/>
                  </a:lnTo>
                  <a:lnTo>
                    <a:pt x="331" y="3908"/>
                  </a:lnTo>
                  <a:lnTo>
                    <a:pt x="467" y="4142"/>
                  </a:lnTo>
                  <a:lnTo>
                    <a:pt x="603" y="4336"/>
                  </a:lnTo>
                  <a:lnTo>
                    <a:pt x="778" y="4531"/>
                  </a:lnTo>
                  <a:lnTo>
                    <a:pt x="972" y="4706"/>
                  </a:lnTo>
                  <a:lnTo>
                    <a:pt x="1166" y="4861"/>
                  </a:lnTo>
                  <a:lnTo>
                    <a:pt x="1400" y="4978"/>
                  </a:lnTo>
                  <a:lnTo>
                    <a:pt x="1633" y="5094"/>
                  </a:lnTo>
                  <a:lnTo>
                    <a:pt x="1866" y="5192"/>
                  </a:lnTo>
                  <a:lnTo>
                    <a:pt x="2119" y="5250"/>
                  </a:lnTo>
                  <a:lnTo>
                    <a:pt x="2391" y="5289"/>
                  </a:lnTo>
                  <a:lnTo>
                    <a:pt x="2663" y="5308"/>
                  </a:lnTo>
                  <a:lnTo>
                    <a:pt x="2936" y="5289"/>
                  </a:lnTo>
                  <a:lnTo>
                    <a:pt x="3188" y="5250"/>
                  </a:lnTo>
                  <a:lnTo>
                    <a:pt x="3441" y="5192"/>
                  </a:lnTo>
                  <a:lnTo>
                    <a:pt x="3694" y="5094"/>
                  </a:lnTo>
                  <a:lnTo>
                    <a:pt x="3927" y="4978"/>
                  </a:lnTo>
                  <a:lnTo>
                    <a:pt x="4141" y="4861"/>
                  </a:lnTo>
                  <a:lnTo>
                    <a:pt x="4335" y="4706"/>
                  </a:lnTo>
                  <a:lnTo>
                    <a:pt x="4530" y="4531"/>
                  </a:lnTo>
                  <a:lnTo>
                    <a:pt x="4705" y="4336"/>
                  </a:lnTo>
                  <a:lnTo>
                    <a:pt x="4860" y="4142"/>
                  </a:lnTo>
                  <a:lnTo>
                    <a:pt x="4977" y="3908"/>
                  </a:lnTo>
                  <a:lnTo>
                    <a:pt x="5093" y="3695"/>
                  </a:lnTo>
                  <a:lnTo>
                    <a:pt x="5191" y="3442"/>
                  </a:lnTo>
                  <a:lnTo>
                    <a:pt x="5249" y="3189"/>
                  </a:lnTo>
                  <a:lnTo>
                    <a:pt x="5288" y="2917"/>
                  </a:lnTo>
                  <a:lnTo>
                    <a:pt x="5307" y="2645"/>
                  </a:lnTo>
                  <a:lnTo>
                    <a:pt x="5288" y="2392"/>
                  </a:lnTo>
                  <a:lnTo>
                    <a:pt x="5249" y="2120"/>
                  </a:lnTo>
                  <a:lnTo>
                    <a:pt x="5191" y="1867"/>
                  </a:lnTo>
                  <a:lnTo>
                    <a:pt x="5093" y="1614"/>
                  </a:lnTo>
                  <a:lnTo>
                    <a:pt x="4977" y="1401"/>
                  </a:lnTo>
                  <a:lnTo>
                    <a:pt x="4860" y="1167"/>
                  </a:lnTo>
                  <a:lnTo>
                    <a:pt x="4705" y="973"/>
                  </a:lnTo>
                  <a:lnTo>
                    <a:pt x="4530" y="779"/>
                  </a:lnTo>
                  <a:lnTo>
                    <a:pt x="4335" y="604"/>
                  </a:lnTo>
                  <a:lnTo>
                    <a:pt x="4141" y="448"/>
                  </a:lnTo>
                  <a:lnTo>
                    <a:pt x="3927" y="331"/>
                  </a:lnTo>
                  <a:lnTo>
                    <a:pt x="3694" y="215"/>
                  </a:lnTo>
                  <a:lnTo>
                    <a:pt x="3441" y="118"/>
                  </a:lnTo>
                  <a:lnTo>
                    <a:pt x="3188" y="59"/>
                  </a:lnTo>
                  <a:lnTo>
                    <a:pt x="2936" y="20"/>
                  </a:lnTo>
                  <a:lnTo>
                    <a:pt x="26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36"/>
            <p:cNvSpPr/>
            <p:nvPr/>
          </p:nvSpPr>
          <p:spPr>
            <a:xfrm>
              <a:off x="3670056" y="-277545"/>
              <a:ext cx="164747" cy="164765"/>
            </a:xfrm>
            <a:custGeom>
              <a:rect b="b" l="l" r="r" t="t"/>
              <a:pathLst>
                <a:path extrusionOk="0" fill="none" h="5309" w="5308">
                  <a:moveTo>
                    <a:pt x="0" y="2645"/>
                  </a:moveTo>
                  <a:lnTo>
                    <a:pt x="0" y="2645"/>
                  </a:lnTo>
                  <a:lnTo>
                    <a:pt x="20" y="2917"/>
                  </a:lnTo>
                  <a:lnTo>
                    <a:pt x="58" y="3189"/>
                  </a:lnTo>
                  <a:lnTo>
                    <a:pt x="117" y="3442"/>
                  </a:lnTo>
                  <a:lnTo>
                    <a:pt x="214" y="3695"/>
                  </a:lnTo>
                  <a:lnTo>
                    <a:pt x="331" y="3908"/>
                  </a:lnTo>
                  <a:lnTo>
                    <a:pt x="467" y="4142"/>
                  </a:lnTo>
                  <a:lnTo>
                    <a:pt x="603" y="4336"/>
                  </a:lnTo>
                  <a:lnTo>
                    <a:pt x="778" y="4531"/>
                  </a:lnTo>
                  <a:lnTo>
                    <a:pt x="972" y="4706"/>
                  </a:lnTo>
                  <a:lnTo>
                    <a:pt x="1166" y="4861"/>
                  </a:lnTo>
                  <a:lnTo>
                    <a:pt x="1400" y="4978"/>
                  </a:lnTo>
                  <a:lnTo>
                    <a:pt x="1633" y="5094"/>
                  </a:lnTo>
                  <a:lnTo>
                    <a:pt x="1866" y="5192"/>
                  </a:lnTo>
                  <a:lnTo>
                    <a:pt x="2119" y="5250"/>
                  </a:lnTo>
                  <a:lnTo>
                    <a:pt x="2391" y="5289"/>
                  </a:lnTo>
                  <a:lnTo>
                    <a:pt x="2663" y="5308"/>
                  </a:lnTo>
                  <a:lnTo>
                    <a:pt x="2663" y="5308"/>
                  </a:lnTo>
                  <a:lnTo>
                    <a:pt x="2936" y="5289"/>
                  </a:lnTo>
                  <a:lnTo>
                    <a:pt x="3188" y="5250"/>
                  </a:lnTo>
                  <a:lnTo>
                    <a:pt x="3441" y="5192"/>
                  </a:lnTo>
                  <a:lnTo>
                    <a:pt x="3694" y="5094"/>
                  </a:lnTo>
                  <a:lnTo>
                    <a:pt x="3927" y="4978"/>
                  </a:lnTo>
                  <a:lnTo>
                    <a:pt x="4141" y="4861"/>
                  </a:lnTo>
                  <a:lnTo>
                    <a:pt x="4335" y="4706"/>
                  </a:lnTo>
                  <a:lnTo>
                    <a:pt x="4530" y="4531"/>
                  </a:lnTo>
                  <a:lnTo>
                    <a:pt x="4705" y="4336"/>
                  </a:lnTo>
                  <a:lnTo>
                    <a:pt x="4860" y="4142"/>
                  </a:lnTo>
                  <a:lnTo>
                    <a:pt x="4977" y="3908"/>
                  </a:lnTo>
                  <a:lnTo>
                    <a:pt x="5093" y="3695"/>
                  </a:lnTo>
                  <a:lnTo>
                    <a:pt x="5191" y="3442"/>
                  </a:lnTo>
                  <a:lnTo>
                    <a:pt x="5249" y="3189"/>
                  </a:lnTo>
                  <a:lnTo>
                    <a:pt x="5288" y="2917"/>
                  </a:lnTo>
                  <a:lnTo>
                    <a:pt x="5307" y="2645"/>
                  </a:lnTo>
                  <a:lnTo>
                    <a:pt x="5307" y="2645"/>
                  </a:lnTo>
                  <a:lnTo>
                    <a:pt x="5288" y="2392"/>
                  </a:lnTo>
                  <a:lnTo>
                    <a:pt x="5249" y="2120"/>
                  </a:lnTo>
                  <a:lnTo>
                    <a:pt x="5191" y="1867"/>
                  </a:lnTo>
                  <a:lnTo>
                    <a:pt x="5093" y="1614"/>
                  </a:lnTo>
                  <a:lnTo>
                    <a:pt x="4977" y="1401"/>
                  </a:lnTo>
                  <a:lnTo>
                    <a:pt x="4860" y="1167"/>
                  </a:lnTo>
                  <a:lnTo>
                    <a:pt x="4705" y="973"/>
                  </a:lnTo>
                  <a:lnTo>
                    <a:pt x="4530" y="779"/>
                  </a:lnTo>
                  <a:lnTo>
                    <a:pt x="4335" y="604"/>
                  </a:lnTo>
                  <a:lnTo>
                    <a:pt x="4141" y="448"/>
                  </a:lnTo>
                  <a:lnTo>
                    <a:pt x="3927" y="331"/>
                  </a:lnTo>
                  <a:lnTo>
                    <a:pt x="3694" y="215"/>
                  </a:lnTo>
                  <a:lnTo>
                    <a:pt x="3441" y="118"/>
                  </a:lnTo>
                  <a:lnTo>
                    <a:pt x="3188" y="59"/>
                  </a:lnTo>
                  <a:lnTo>
                    <a:pt x="2936" y="20"/>
                  </a:lnTo>
                  <a:lnTo>
                    <a:pt x="2663" y="1"/>
                  </a:lnTo>
                  <a:lnTo>
                    <a:pt x="2663" y="1"/>
                  </a:lnTo>
                  <a:lnTo>
                    <a:pt x="2391" y="20"/>
                  </a:lnTo>
                  <a:lnTo>
                    <a:pt x="2119" y="59"/>
                  </a:lnTo>
                  <a:lnTo>
                    <a:pt x="1866" y="118"/>
                  </a:lnTo>
                  <a:lnTo>
                    <a:pt x="1633" y="215"/>
                  </a:lnTo>
                  <a:lnTo>
                    <a:pt x="1400" y="331"/>
                  </a:lnTo>
                  <a:lnTo>
                    <a:pt x="1166" y="448"/>
                  </a:lnTo>
                  <a:lnTo>
                    <a:pt x="972" y="604"/>
                  </a:lnTo>
                  <a:lnTo>
                    <a:pt x="778" y="779"/>
                  </a:lnTo>
                  <a:lnTo>
                    <a:pt x="603" y="973"/>
                  </a:lnTo>
                  <a:lnTo>
                    <a:pt x="467" y="1167"/>
                  </a:lnTo>
                  <a:lnTo>
                    <a:pt x="331" y="1401"/>
                  </a:lnTo>
                  <a:lnTo>
                    <a:pt x="214" y="1614"/>
                  </a:lnTo>
                  <a:lnTo>
                    <a:pt x="117" y="1867"/>
                  </a:lnTo>
                  <a:lnTo>
                    <a:pt x="58" y="2120"/>
                  </a:lnTo>
                  <a:lnTo>
                    <a:pt x="20" y="2392"/>
                  </a:lnTo>
                  <a:lnTo>
                    <a:pt x="0" y="26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36"/>
            <p:cNvSpPr/>
            <p:nvPr/>
          </p:nvSpPr>
          <p:spPr>
            <a:xfrm>
              <a:off x="3703823" y="-243747"/>
              <a:ext cx="97178" cy="97171"/>
            </a:xfrm>
            <a:custGeom>
              <a:rect b="b" l="l" r="r" t="t"/>
              <a:pathLst>
                <a:path extrusionOk="0" h="3131" w="3131">
                  <a:moveTo>
                    <a:pt x="1400" y="1"/>
                  </a:moveTo>
                  <a:lnTo>
                    <a:pt x="1245" y="39"/>
                  </a:lnTo>
                  <a:lnTo>
                    <a:pt x="1109" y="78"/>
                  </a:lnTo>
                  <a:lnTo>
                    <a:pt x="953" y="117"/>
                  </a:lnTo>
                  <a:lnTo>
                    <a:pt x="817" y="195"/>
                  </a:lnTo>
                  <a:lnTo>
                    <a:pt x="701" y="273"/>
                  </a:lnTo>
                  <a:lnTo>
                    <a:pt x="565" y="351"/>
                  </a:lnTo>
                  <a:lnTo>
                    <a:pt x="467" y="467"/>
                  </a:lnTo>
                  <a:lnTo>
                    <a:pt x="351" y="564"/>
                  </a:lnTo>
                  <a:lnTo>
                    <a:pt x="273" y="681"/>
                  </a:lnTo>
                  <a:lnTo>
                    <a:pt x="195" y="817"/>
                  </a:lnTo>
                  <a:lnTo>
                    <a:pt x="117" y="953"/>
                  </a:lnTo>
                  <a:lnTo>
                    <a:pt x="78" y="1109"/>
                  </a:lnTo>
                  <a:lnTo>
                    <a:pt x="40" y="1245"/>
                  </a:lnTo>
                  <a:lnTo>
                    <a:pt x="20" y="1400"/>
                  </a:lnTo>
                  <a:lnTo>
                    <a:pt x="1" y="1556"/>
                  </a:lnTo>
                  <a:lnTo>
                    <a:pt x="20" y="1731"/>
                  </a:lnTo>
                  <a:lnTo>
                    <a:pt x="40" y="1886"/>
                  </a:lnTo>
                  <a:lnTo>
                    <a:pt x="78" y="2022"/>
                  </a:lnTo>
                  <a:lnTo>
                    <a:pt x="117" y="2178"/>
                  </a:lnTo>
                  <a:lnTo>
                    <a:pt x="195" y="2314"/>
                  </a:lnTo>
                  <a:lnTo>
                    <a:pt x="273" y="2450"/>
                  </a:lnTo>
                  <a:lnTo>
                    <a:pt x="351" y="2567"/>
                  </a:lnTo>
                  <a:lnTo>
                    <a:pt x="467" y="2664"/>
                  </a:lnTo>
                  <a:lnTo>
                    <a:pt x="565" y="2781"/>
                  </a:lnTo>
                  <a:lnTo>
                    <a:pt x="701" y="2858"/>
                  </a:lnTo>
                  <a:lnTo>
                    <a:pt x="817" y="2936"/>
                  </a:lnTo>
                  <a:lnTo>
                    <a:pt x="953" y="3014"/>
                  </a:lnTo>
                  <a:lnTo>
                    <a:pt x="1109" y="3053"/>
                  </a:lnTo>
                  <a:lnTo>
                    <a:pt x="1245" y="3092"/>
                  </a:lnTo>
                  <a:lnTo>
                    <a:pt x="1400" y="3131"/>
                  </a:lnTo>
                  <a:lnTo>
                    <a:pt x="1731" y="3131"/>
                  </a:lnTo>
                  <a:lnTo>
                    <a:pt x="1886" y="3092"/>
                  </a:lnTo>
                  <a:lnTo>
                    <a:pt x="2042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7" y="2781"/>
                  </a:lnTo>
                  <a:lnTo>
                    <a:pt x="2684" y="2664"/>
                  </a:lnTo>
                  <a:lnTo>
                    <a:pt x="2781" y="2567"/>
                  </a:lnTo>
                  <a:lnTo>
                    <a:pt x="2858" y="2450"/>
                  </a:lnTo>
                  <a:lnTo>
                    <a:pt x="2936" y="2314"/>
                  </a:lnTo>
                  <a:lnTo>
                    <a:pt x="3014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1" y="1731"/>
                  </a:lnTo>
                  <a:lnTo>
                    <a:pt x="3131" y="1556"/>
                  </a:lnTo>
                  <a:lnTo>
                    <a:pt x="3131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4" y="953"/>
                  </a:lnTo>
                  <a:lnTo>
                    <a:pt x="2936" y="817"/>
                  </a:lnTo>
                  <a:lnTo>
                    <a:pt x="2858" y="681"/>
                  </a:lnTo>
                  <a:lnTo>
                    <a:pt x="2781" y="564"/>
                  </a:lnTo>
                  <a:lnTo>
                    <a:pt x="2684" y="467"/>
                  </a:lnTo>
                  <a:lnTo>
                    <a:pt x="2567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2" y="78"/>
                  </a:lnTo>
                  <a:lnTo>
                    <a:pt x="1886" y="39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36"/>
            <p:cNvSpPr/>
            <p:nvPr/>
          </p:nvSpPr>
          <p:spPr>
            <a:xfrm>
              <a:off x="3703823" y="-243747"/>
              <a:ext cx="97178" cy="97171"/>
            </a:xfrm>
            <a:custGeom>
              <a:rect b="b" l="l" r="r" t="t"/>
              <a:pathLst>
                <a:path extrusionOk="0" fill="none" h="3131" w="3131">
                  <a:moveTo>
                    <a:pt x="1575" y="1"/>
                  </a:moveTo>
                  <a:lnTo>
                    <a:pt x="1575" y="1"/>
                  </a:lnTo>
                  <a:lnTo>
                    <a:pt x="1400" y="1"/>
                  </a:lnTo>
                  <a:lnTo>
                    <a:pt x="1245" y="39"/>
                  </a:lnTo>
                  <a:lnTo>
                    <a:pt x="1109" y="78"/>
                  </a:lnTo>
                  <a:lnTo>
                    <a:pt x="953" y="117"/>
                  </a:lnTo>
                  <a:lnTo>
                    <a:pt x="817" y="195"/>
                  </a:lnTo>
                  <a:lnTo>
                    <a:pt x="701" y="273"/>
                  </a:lnTo>
                  <a:lnTo>
                    <a:pt x="565" y="351"/>
                  </a:lnTo>
                  <a:lnTo>
                    <a:pt x="467" y="467"/>
                  </a:lnTo>
                  <a:lnTo>
                    <a:pt x="351" y="564"/>
                  </a:lnTo>
                  <a:lnTo>
                    <a:pt x="273" y="681"/>
                  </a:lnTo>
                  <a:lnTo>
                    <a:pt x="195" y="817"/>
                  </a:lnTo>
                  <a:lnTo>
                    <a:pt x="117" y="953"/>
                  </a:lnTo>
                  <a:lnTo>
                    <a:pt x="78" y="1109"/>
                  </a:lnTo>
                  <a:lnTo>
                    <a:pt x="40" y="1245"/>
                  </a:lnTo>
                  <a:lnTo>
                    <a:pt x="20" y="1400"/>
                  </a:lnTo>
                  <a:lnTo>
                    <a:pt x="1" y="1556"/>
                  </a:lnTo>
                  <a:lnTo>
                    <a:pt x="1" y="1556"/>
                  </a:lnTo>
                  <a:lnTo>
                    <a:pt x="20" y="1731"/>
                  </a:lnTo>
                  <a:lnTo>
                    <a:pt x="40" y="1886"/>
                  </a:lnTo>
                  <a:lnTo>
                    <a:pt x="78" y="2022"/>
                  </a:lnTo>
                  <a:lnTo>
                    <a:pt x="117" y="2178"/>
                  </a:lnTo>
                  <a:lnTo>
                    <a:pt x="195" y="2314"/>
                  </a:lnTo>
                  <a:lnTo>
                    <a:pt x="273" y="2450"/>
                  </a:lnTo>
                  <a:lnTo>
                    <a:pt x="351" y="2567"/>
                  </a:lnTo>
                  <a:lnTo>
                    <a:pt x="467" y="2664"/>
                  </a:lnTo>
                  <a:lnTo>
                    <a:pt x="565" y="2781"/>
                  </a:lnTo>
                  <a:lnTo>
                    <a:pt x="701" y="2858"/>
                  </a:lnTo>
                  <a:lnTo>
                    <a:pt x="817" y="2936"/>
                  </a:lnTo>
                  <a:lnTo>
                    <a:pt x="953" y="3014"/>
                  </a:lnTo>
                  <a:lnTo>
                    <a:pt x="1109" y="3053"/>
                  </a:lnTo>
                  <a:lnTo>
                    <a:pt x="1245" y="3092"/>
                  </a:lnTo>
                  <a:lnTo>
                    <a:pt x="1400" y="3131"/>
                  </a:lnTo>
                  <a:lnTo>
                    <a:pt x="1575" y="3131"/>
                  </a:lnTo>
                  <a:lnTo>
                    <a:pt x="1575" y="3131"/>
                  </a:lnTo>
                  <a:lnTo>
                    <a:pt x="1731" y="3131"/>
                  </a:lnTo>
                  <a:lnTo>
                    <a:pt x="1886" y="3092"/>
                  </a:lnTo>
                  <a:lnTo>
                    <a:pt x="2042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7" y="2781"/>
                  </a:lnTo>
                  <a:lnTo>
                    <a:pt x="2684" y="2664"/>
                  </a:lnTo>
                  <a:lnTo>
                    <a:pt x="2781" y="2567"/>
                  </a:lnTo>
                  <a:lnTo>
                    <a:pt x="2858" y="2450"/>
                  </a:lnTo>
                  <a:lnTo>
                    <a:pt x="2936" y="2314"/>
                  </a:lnTo>
                  <a:lnTo>
                    <a:pt x="3014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1" y="1731"/>
                  </a:lnTo>
                  <a:lnTo>
                    <a:pt x="3131" y="1556"/>
                  </a:lnTo>
                  <a:lnTo>
                    <a:pt x="3131" y="1556"/>
                  </a:lnTo>
                  <a:lnTo>
                    <a:pt x="3131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4" y="953"/>
                  </a:lnTo>
                  <a:lnTo>
                    <a:pt x="2936" y="817"/>
                  </a:lnTo>
                  <a:lnTo>
                    <a:pt x="2858" y="681"/>
                  </a:lnTo>
                  <a:lnTo>
                    <a:pt x="2781" y="564"/>
                  </a:lnTo>
                  <a:lnTo>
                    <a:pt x="2684" y="467"/>
                  </a:lnTo>
                  <a:lnTo>
                    <a:pt x="2567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2" y="78"/>
                  </a:lnTo>
                  <a:lnTo>
                    <a:pt x="1886" y="39"/>
                  </a:lnTo>
                  <a:lnTo>
                    <a:pt x="1731" y="1"/>
                  </a:lnTo>
                  <a:lnTo>
                    <a:pt x="157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36"/>
            <p:cNvSpPr/>
            <p:nvPr/>
          </p:nvSpPr>
          <p:spPr>
            <a:xfrm>
              <a:off x="4013349" y="-301660"/>
              <a:ext cx="84515" cy="50090"/>
            </a:xfrm>
            <a:custGeom>
              <a:rect b="b" l="l" r="r" t="t"/>
              <a:pathLst>
                <a:path extrusionOk="0" h="1614" w="2723">
                  <a:moveTo>
                    <a:pt x="2547" y="0"/>
                  </a:moveTo>
                  <a:lnTo>
                    <a:pt x="2334" y="20"/>
                  </a:lnTo>
                  <a:lnTo>
                    <a:pt x="2139" y="39"/>
                  </a:lnTo>
                  <a:lnTo>
                    <a:pt x="1925" y="78"/>
                  </a:lnTo>
                  <a:lnTo>
                    <a:pt x="1731" y="117"/>
                  </a:lnTo>
                  <a:lnTo>
                    <a:pt x="1556" y="195"/>
                  </a:lnTo>
                  <a:lnTo>
                    <a:pt x="1362" y="272"/>
                  </a:lnTo>
                  <a:lnTo>
                    <a:pt x="1187" y="350"/>
                  </a:lnTo>
                  <a:lnTo>
                    <a:pt x="1031" y="447"/>
                  </a:lnTo>
                  <a:lnTo>
                    <a:pt x="856" y="564"/>
                  </a:lnTo>
                  <a:lnTo>
                    <a:pt x="701" y="681"/>
                  </a:lnTo>
                  <a:lnTo>
                    <a:pt x="565" y="817"/>
                  </a:lnTo>
                  <a:lnTo>
                    <a:pt x="428" y="953"/>
                  </a:lnTo>
                  <a:lnTo>
                    <a:pt x="312" y="1108"/>
                  </a:lnTo>
                  <a:lnTo>
                    <a:pt x="195" y="1264"/>
                  </a:lnTo>
                  <a:lnTo>
                    <a:pt x="98" y="1439"/>
                  </a:lnTo>
                  <a:lnTo>
                    <a:pt x="1" y="1614"/>
                  </a:lnTo>
                  <a:lnTo>
                    <a:pt x="1" y="1614"/>
                  </a:lnTo>
                  <a:lnTo>
                    <a:pt x="584" y="1536"/>
                  </a:lnTo>
                  <a:lnTo>
                    <a:pt x="642" y="1381"/>
                  </a:lnTo>
                  <a:lnTo>
                    <a:pt x="739" y="1225"/>
                  </a:lnTo>
                  <a:lnTo>
                    <a:pt x="817" y="1089"/>
                  </a:lnTo>
                  <a:lnTo>
                    <a:pt x="934" y="953"/>
                  </a:lnTo>
                  <a:lnTo>
                    <a:pt x="1167" y="700"/>
                  </a:lnTo>
                  <a:lnTo>
                    <a:pt x="1420" y="486"/>
                  </a:lnTo>
                  <a:lnTo>
                    <a:pt x="1556" y="389"/>
                  </a:lnTo>
                  <a:lnTo>
                    <a:pt x="1712" y="292"/>
                  </a:lnTo>
                  <a:lnTo>
                    <a:pt x="1867" y="234"/>
                  </a:lnTo>
                  <a:lnTo>
                    <a:pt x="2023" y="156"/>
                  </a:lnTo>
                  <a:lnTo>
                    <a:pt x="2198" y="97"/>
                  </a:lnTo>
                  <a:lnTo>
                    <a:pt x="2372" y="59"/>
                  </a:lnTo>
                  <a:lnTo>
                    <a:pt x="2547" y="39"/>
                  </a:lnTo>
                  <a:lnTo>
                    <a:pt x="2722" y="20"/>
                  </a:lnTo>
                  <a:lnTo>
                    <a:pt x="254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36"/>
            <p:cNvSpPr/>
            <p:nvPr/>
          </p:nvSpPr>
          <p:spPr>
            <a:xfrm>
              <a:off x="4013349" y="-301660"/>
              <a:ext cx="84515" cy="50090"/>
            </a:xfrm>
            <a:custGeom>
              <a:rect b="b" l="l" r="r" t="t"/>
              <a:pathLst>
                <a:path extrusionOk="0" fill="none" h="1614" w="2723">
                  <a:moveTo>
                    <a:pt x="2547" y="0"/>
                  </a:moveTo>
                  <a:lnTo>
                    <a:pt x="2547" y="0"/>
                  </a:lnTo>
                  <a:lnTo>
                    <a:pt x="2334" y="20"/>
                  </a:lnTo>
                  <a:lnTo>
                    <a:pt x="2139" y="39"/>
                  </a:lnTo>
                  <a:lnTo>
                    <a:pt x="1925" y="78"/>
                  </a:lnTo>
                  <a:lnTo>
                    <a:pt x="1731" y="117"/>
                  </a:lnTo>
                  <a:lnTo>
                    <a:pt x="1556" y="195"/>
                  </a:lnTo>
                  <a:lnTo>
                    <a:pt x="1362" y="272"/>
                  </a:lnTo>
                  <a:lnTo>
                    <a:pt x="1187" y="350"/>
                  </a:lnTo>
                  <a:lnTo>
                    <a:pt x="1031" y="447"/>
                  </a:lnTo>
                  <a:lnTo>
                    <a:pt x="856" y="564"/>
                  </a:lnTo>
                  <a:lnTo>
                    <a:pt x="701" y="681"/>
                  </a:lnTo>
                  <a:lnTo>
                    <a:pt x="565" y="817"/>
                  </a:lnTo>
                  <a:lnTo>
                    <a:pt x="428" y="953"/>
                  </a:lnTo>
                  <a:lnTo>
                    <a:pt x="312" y="1108"/>
                  </a:lnTo>
                  <a:lnTo>
                    <a:pt x="195" y="1264"/>
                  </a:lnTo>
                  <a:lnTo>
                    <a:pt x="98" y="1439"/>
                  </a:lnTo>
                  <a:lnTo>
                    <a:pt x="1" y="1614"/>
                  </a:lnTo>
                  <a:lnTo>
                    <a:pt x="1" y="1614"/>
                  </a:lnTo>
                  <a:lnTo>
                    <a:pt x="584" y="1536"/>
                  </a:lnTo>
                  <a:lnTo>
                    <a:pt x="584" y="1536"/>
                  </a:lnTo>
                  <a:lnTo>
                    <a:pt x="642" y="1381"/>
                  </a:lnTo>
                  <a:lnTo>
                    <a:pt x="739" y="1225"/>
                  </a:lnTo>
                  <a:lnTo>
                    <a:pt x="817" y="1089"/>
                  </a:lnTo>
                  <a:lnTo>
                    <a:pt x="934" y="953"/>
                  </a:lnTo>
                  <a:lnTo>
                    <a:pt x="1167" y="700"/>
                  </a:lnTo>
                  <a:lnTo>
                    <a:pt x="1420" y="486"/>
                  </a:lnTo>
                  <a:lnTo>
                    <a:pt x="1556" y="389"/>
                  </a:lnTo>
                  <a:lnTo>
                    <a:pt x="1712" y="292"/>
                  </a:lnTo>
                  <a:lnTo>
                    <a:pt x="1867" y="234"/>
                  </a:lnTo>
                  <a:lnTo>
                    <a:pt x="2023" y="156"/>
                  </a:lnTo>
                  <a:lnTo>
                    <a:pt x="2198" y="97"/>
                  </a:lnTo>
                  <a:lnTo>
                    <a:pt x="2372" y="59"/>
                  </a:lnTo>
                  <a:lnTo>
                    <a:pt x="2547" y="39"/>
                  </a:lnTo>
                  <a:lnTo>
                    <a:pt x="2722" y="20"/>
                  </a:lnTo>
                  <a:lnTo>
                    <a:pt x="2722" y="20"/>
                  </a:lnTo>
                  <a:lnTo>
                    <a:pt x="254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36"/>
            <p:cNvSpPr/>
            <p:nvPr/>
          </p:nvSpPr>
          <p:spPr>
            <a:xfrm>
              <a:off x="4025422" y="-301660"/>
              <a:ext cx="154505" cy="155082"/>
            </a:xfrm>
            <a:custGeom>
              <a:rect b="b" l="l" r="r" t="t"/>
              <a:pathLst>
                <a:path extrusionOk="0" h="4997" w="4978">
                  <a:moveTo>
                    <a:pt x="2489" y="0"/>
                  </a:moveTo>
                  <a:lnTo>
                    <a:pt x="2236" y="20"/>
                  </a:lnTo>
                  <a:lnTo>
                    <a:pt x="1983" y="59"/>
                  </a:lnTo>
                  <a:lnTo>
                    <a:pt x="1750" y="117"/>
                  </a:lnTo>
                  <a:lnTo>
                    <a:pt x="1517" y="214"/>
                  </a:lnTo>
                  <a:lnTo>
                    <a:pt x="1303" y="311"/>
                  </a:lnTo>
                  <a:lnTo>
                    <a:pt x="1089" y="428"/>
                  </a:lnTo>
                  <a:lnTo>
                    <a:pt x="914" y="583"/>
                  </a:lnTo>
                  <a:lnTo>
                    <a:pt x="720" y="739"/>
                  </a:lnTo>
                  <a:lnTo>
                    <a:pt x="564" y="914"/>
                  </a:lnTo>
                  <a:lnTo>
                    <a:pt x="428" y="1108"/>
                  </a:lnTo>
                  <a:lnTo>
                    <a:pt x="292" y="1322"/>
                  </a:lnTo>
                  <a:lnTo>
                    <a:pt x="195" y="1536"/>
                  </a:lnTo>
                  <a:lnTo>
                    <a:pt x="117" y="1769"/>
                  </a:lnTo>
                  <a:lnTo>
                    <a:pt x="39" y="2003"/>
                  </a:lnTo>
                  <a:lnTo>
                    <a:pt x="20" y="2255"/>
                  </a:lnTo>
                  <a:lnTo>
                    <a:pt x="1" y="2508"/>
                  </a:lnTo>
                  <a:lnTo>
                    <a:pt x="20" y="2761"/>
                  </a:lnTo>
                  <a:lnTo>
                    <a:pt x="39" y="3014"/>
                  </a:lnTo>
                  <a:lnTo>
                    <a:pt x="117" y="3247"/>
                  </a:lnTo>
                  <a:lnTo>
                    <a:pt x="195" y="3480"/>
                  </a:lnTo>
                  <a:lnTo>
                    <a:pt x="292" y="3694"/>
                  </a:lnTo>
                  <a:lnTo>
                    <a:pt x="428" y="3888"/>
                  </a:lnTo>
                  <a:lnTo>
                    <a:pt x="564" y="4083"/>
                  </a:lnTo>
                  <a:lnTo>
                    <a:pt x="720" y="4258"/>
                  </a:lnTo>
                  <a:lnTo>
                    <a:pt x="914" y="4433"/>
                  </a:lnTo>
                  <a:lnTo>
                    <a:pt x="1089" y="4569"/>
                  </a:lnTo>
                  <a:lnTo>
                    <a:pt x="1303" y="4705"/>
                  </a:lnTo>
                  <a:lnTo>
                    <a:pt x="1517" y="4802"/>
                  </a:lnTo>
                  <a:lnTo>
                    <a:pt x="1750" y="4880"/>
                  </a:lnTo>
                  <a:lnTo>
                    <a:pt x="1983" y="4938"/>
                  </a:lnTo>
                  <a:lnTo>
                    <a:pt x="2236" y="4977"/>
                  </a:lnTo>
                  <a:lnTo>
                    <a:pt x="2489" y="4997"/>
                  </a:lnTo>
                  <a:lnTo>
                    <a:pt x="2742" y="4977"/>
                  </a:lnTo>
                  <a:lnTo>
                    <a:pt x="2994" y="4938"/>
                  </a:lnTo>
                  <a:lnTo>
                    <a:pt x="3228" y="4880"/>
                  </a:lnTo>
                  <a:lnTo>
                    <a:pt x="3461" y="4802"/>
                  </a:lnTo>
                  <a:lnTo>
                    <a:pt x="3675" y="4705"/>
                  </a:lnTo>
                  <a:lnTo>
                    <a:pt x="3889" y="4569"/>
                  </a:lnTo>
                  <a:lnTo>
                    <a:pt x="4083" y="4433"/>
                  </a:lnTo>
                  <a:lnTo>
                    <a:pt x="4258" y="4258"/>
                  </a:lnTo>
                  <a:lnTo>
                    <a:pt x="4414" y="4083"/>
                  </a:lnTo>
                  <a:lnTo>
                    <a:pt x="4569" y="3888"/>
                  </a:lnTo>
                  <a:lnTo>
                    <a:pt x="4686" y="3694"/>
                  </a:lnTo>
                  <a:lnTo>
                    <a:pt x="4783" y="3480"/>
                  </a:lnTo>
                  <a:lnTo>
                    <a:pt x="4880" y="3247"/>
                  </a:lnTo>
                  <a:lnTo>
                    <a:pt x="4938" y="3014"/>
                  </a:lnTo>
                  <a:lnTo>
                    <a:pt x="4977" y="2761"/>
                  </a:lnTo>
                  <a:lnTo>
                    <a:pt x="4977" y="2508"/>
                  </a:lnTo>
                  <a:lnTo>
                    <a:pt x="4977" y="2255"/>
                  </a:lnTo>
                  <a:lnTo>
                    <a:pt x="4938" y="2003"/>
                  </a:lnTo>
                  <a:lnTo>
                    <a:pt x="4880" y="1769"/>
                  </a:lnTo>
                  <a:lnTo>
                    <a:pt x="4783" y="1536"/>
                  </a:lnTo>
                  <a:lnTo>
                    <a:pt x="4686" y="1322"/>
                  </a:lnTo>
                  <a:lnTo>
                    <a:pt x="4569" y="1108"/>
                  </a:lnTo>
                  <a:lnTo>
                    <a:pt x="4414" y="914"/>
                  </a:lnTo>
                  <a:lnTo>
                    <a:pt x="4258" y="739"/>
                  </a:lnTo>
                  <a:lnTo>
                    <a:pt x="4083" y="583"/>
                  </a:lnTo>
                  <a:lnTo>
                    <a:pt x="3889" y="428"/>
                  </a:lnTo>
                  <a:lnTo>
                    <a:pt x="3675" y="311"/>
                  </a:lnTo>
                  <a:lnTo>
                    <a:pt x="3461" y="214"/>
                  </a:lnTo>
                  <a:lnTo>
                    <a:pt x="3228" y="117"/>
                  </a:lnTo>
                  <a:lnTo>
                    <a:pt x="2994" y="59"/>
                  </a:lnTo>
                  <a:lnTo>
                    <a:pt x="2742" y="2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36"/>
            <p:cNvSpPr/>
            <p:nvPr/>
          </p:nvSpPr>
          <p:spPr>
            <a:xfrm>
              <a:off x="4025422" y="-301660"/>
              <a:ext cx="154505" cy="155082"/>
            </a:xfrm>
            <a:custGeom>
              <a:rect b="b" l="l" r="r" t="t"/>
              <a:pathLst>
                <a:path extrusionOk="0" fill="none" h="4997" w="4978">
                  <a:moveTo>
                    <a:pt x="1" y="2508"/>
                  </a:moveTo>
                  <a:lnTo>
                    <a:pt x="1" y="2508"/>
                  </a:lnTo>
                  <a:lnTo>
                    <a:pt x="20" y="2761"/>
                  </a:lnTo>
                  <a:lnTo>
                    <a:pt x="39" y="3014"/>
                  </a:lnTo>
                  <a:lnTo>
                    <a:pt x="117" y="3247"/>
                  </a:lnTo>
                  <a:lnTo>
                    <a:pt x="195" y="3480"/>
                  </a:lnTo>
                  <a:lnTo>
                    <a:pt x="292" y="3694"/>
                  </a:lnTo>
                  <a:lnTo>
                    <a:pt x="428" y="3888"/>
                  </a:lnTo>
                  <a:lnTo>
                    <a:pt x="564" y="4083"/>
                  </a:lnTo>
                  <a:lnTo>
                    <a:pt x="720" y="4258"/>
                  </a:lnTo>
                  <a:lnTo>
                    <a:pt x="914" y="4433"/>
                  </a:lnTo>
                  <a:lnTo>
                    <a:pt x="1089" y="4569"/>
                  </a:lnTo>
                  <a:lnTo>
                    <a:pt x="1303" y="4705"/>
                  </a:lnTo>
                  <a:lnTo>
                    <a:pt x="1517" y="4802"/>
                  </a:lnTo>
                  <a:lnTo>
                    <a:pt x="1750" y="4880"/>
                  </a:lnTo>
                  <a:lnTo>
                    <a:pt x="1983" y="4938"/>
                  </a:lnTo>
                  <a:lnTo>
                    <a:pt x="2236" y="4977"/>
                  </a:lnTo>
                  <a:lnTo>
                    <a:pt x="2489" y="4997"/>
                  </a:lnTo>
                  <a:lnTo>
                    <a:pt x="2489" y="4997"/>
                  </a:lnTo>
                  <a:lnTo>
                    <a:pt x="2742" y="4977"/>
                  </a:lnTo>
                  <a:lnTo>
                    <a:pt x="2994" y="4938"/>
                  </a:lnTo>
                  <a:lnTo>
                    <a:pt x="3228" y="4880"/>
                  </a:lnTo>
                  <a:lnTo>
                    <a:pt x="3461" y="4802"/>
                  </a:lnTo>
                  <a:lnTo>
                    <a:pt x="3675" y="4705"/>
                  </a:lnTo>
                  <a:lnTo>
                    <a:pt x="3889" y="4569"/>
                  </a:lnTo>
                  <a:lnTo>
                    <a:pt x="4083" y="4433"/>
                  </a:lnTo>
                  <a:lnTo>
                    <a:pt x="4258" y="4258"/>
                  </a:lnTo>
                  <a:lnTo>
                    <a:pt x="4414" y="4083"/>
                  </a:lnTo>
                  <a:lnTo>
                    <a:pt x="4569" y="3888"/>
                  </a:lnTo>
                  <a:lnTo>
                    <a:pt x="4686" y="3694"/>
                  </a:lnTo>
                  <a:lnTo>
                    <a:pt x="4783" y="3480"/>
                  </a:lnTo>
                  <a:lnTo>
                    <a:pt x="4880" y="3247"/>
                  </a:lnTo>
                  <a:lnTo>
                    <a:pt x="4938" y="3014"/>
                  </a:lnTo>
                  <a:lnTo>
                    <a:pt x="4977" y="2761"/>
                  </a:lnTo>
                  <a:lnTo>
                    <a:pt x="4977" y="2508"/>
                  </a:lnTo>
                  <a:lnTo>
                    <a:pt x="4977" y="2508"/>
                  </a:lnTo>
                  <a:lnTo>
                    <a:pt x="4977" y="2255"/>
                  </a:lnTo>
                  <a:lnTo>
                    <a:pt x="4938" y="2003"/>
                  </a:lnTo>
                  <a:lnTo>
                    <a:pt x="4880" y="1769"/>
                  </a:lnTo>
                  <a:lnTo>
                    <a:pt x="4783" y="1536"/>
                  </a:lnTo>
                  <a:lnTo>
                    <a:pt x="4686" y="1322"/>
                  </a:lnTo>
                  <a:lnTo>
                    <a:pt x="4569" y="1108"/>
                  </a:lnTo>
                  <a:lnTo>
                    <a:pt x="4414" y="914"/>
                  </a:lnTo>
                  <a:lnTo>
                    <a:pt x="4258" y="739"/>
                  </a:lnTo>
                  <a:lnTo>
                    <a:pt x="4083" y="583"/>
                  </a:lnTo>
                  <a:lnTo>
                    <a:pt x="3889" y="428"/>
                  </a:lnTo>
                  <a:lnTo>
                    <a:pt x="3675" y="311"/>
                  </a:lnTo>
                  <a:lnTo>
                    <a:pt x="3461" y="214"/>
                  </a:lnTo>
                  <a:lnTo>
                    <a:pt x="3228" y="117"/>
                  </a:lnTo>
                  <a:lnTo>
                    <a:pt x="2994" y="59"/>
                  </a:lnTo>
                  <a:lnTo>
                    <a:pt x="2742" y="20"/>
                  </a:lnTo>
                  <a:lnTo>
                    <a:pt x="2489" y="0"/>
                  </a:lnTo>
                  <a:lnTo>
                    <a:pt x="2489" y="0"/>
                  </a:lnTo>
                  <a:lnTo>
                    <a:pt x="2236" y="20"/>
                  </a:lnTo>
                  <a:lnTo>
                    <a:pt x="1983" y="59"/>
                  </a:lnTo>
                  <a:lnTo>
                    <a:pt x="1750" y="117"/>
                  </a:lnTo>
                  <a:lnTo>
                    <a:pt x="1517" y="214"/>
                  </a:lnTo>
                  <a:lnTo>
                    <a:pt x="1303" y="311"/>
                  </a:lnTo>
                  <a:lnTo>
                    <a:pt x="1089" y="428"/>
                  </a:lnTo>
                  <a:lnTo>
                    <a:pt x="914" y="583"/>
                  </a:lnTo>
                  <a:lnTo>
                    <a:pt x="720" y="739"/>
                  </a:lnTo>
                  <a:lnTo>
                    <a:pt x="564" y="914"/>
                  </a:lnTo>
                  <a:lnTo>
                    <a:pt x="428" y="1108"/>
                  </a:lnTo>
                  <a:lnTo>
                    <a:pt x="292" y="1322"/>
                  </a:lnTo>
                  <a:lnTo>
                    <a:pt x="195" y="1536"/>
                  </a:lnTo>
                  <a:lnTo>
                    <a:pt x="117" y="1769"/>
                  </a:lnTo>
                  <a:lnTo>
                    <a:pt x="39" y="2003"/>
                  </a:lnTo>
                  <a:lnTo>
                    <a:pt x="20" y="2255"/>
                  </a:lnTo>
                  <a:lnTo>
                    <a:pt x="1" y="25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36"/>
            <p:cNvSpPr/>
            <p:nvPr/>
          </p:nvSpPr>
          <p:spPr>
            <a:xfrm>
              <a:off x="4042927" y="-284156"/>
              <a:ext cx="119494" cy="120074"/>
            </a:xfrm>
            <a:custGeom>
              <a:rect b="b" l="l" r="r" t="t"/>
              <a:pathLst>
                <a:path extrusionOk="0" h="3869" w="3850">
                  <a:moveTo>
                    <a:pt x="1925" y="0"/>
                  </a:moveTo>
                  <a:lnTo>
                    <a:pt x="1731" y="19"/>
                  </a:lnTo>
                  <a:lnTo>
                    <a:pt x="1536" y="39"/>
                  </a:lnTo>
                  <a:lnTo>
                    <a:pt x="1361" y="97"/>
                  </a:lnTo>
                  <a:lnTo>
                    <a:pt x="1167" y="156"/>
                  </a:lnTo>
                  <a:lnTo>
                    <a:pt x="1011" y="233"/>
                  </a:lnTo>
                  <a:lnTo>
                    <a:pt x="856" y="331"/>
                  </a:lnTo>
                  <a:lnTo>
                    <a:pt x="700" y="447"/>
                  </a:lnTo>
                  <a:lnTo>
                    <a:pt x="564" y="583"/>
                  </a:lnTo>
                  <a:lnTo>
                    <a:pt x="447" y="719"/>
                  </a:lnTo>
                  <a:lnTo>
                    <a:pt x="331" y="855"/>
                  </a:lnTo>
                  <a:lnTo>
                    <a:pt x="234" y="1011"/>
                  </a:lnTo>
                  <a:lnTo>
                    <a:pt x="156" y="1186"/>
                  </a:lnTo>
                  <a:lnTo>
                    <a:pt x="78" y="1361"/>
                  </a:lnTo>
                  <a:lnTo>
                    <a:pt x="39" y="1555"/>
                  </a:lnTo>
                  <a:lnTo>
                    <a:pt x="0" y="1750"/>
                  </a:lnTo>
                  <a:lnTo>
                    <a:pt x="0" y="1944"/>
                  </a:lnTo>
                  <a:lnTo>
                    <a:pt x="0" y="2139"/>
                  </a:lnTo>
                  <a:lnTo>
                    <a:pt x="39" y="2333"/>
                  </a:lnTo>
                  <a:lnTo>
                    <a:pt x="78" y="2508"/>
                  </a:lnTo>
                  <a:lnTo>
                    <a:pt x="156" y="2683"/>
                  </a:lnTo>
                  <a:lnTo>
                    <a:pt x="234" y="2858"/>
                  </a:lnTo>
                  <a:lnTo>
                    <a:pt x="331" y="3013"/>
                  </a:lnTo>
                  <a:lnTo>
                    <a:pt x="447" y="3169"/>
                  </a:lnTo>
                  <a:lnTo>
                    <a:pt x="564" y="3305"/>
                  </a:lnTo>
                  <a:lnTo>
                    <a:pt x="700" y="3422"/>
                  </a:lnTo>
                  <a:lnTo>
                    <a:pt x="856" y="3538"/>
                  </a:lnTo>
                  <a:lnTo>
                    <a:pt x="1011" y="3635"/>
                  </a:lnTo>
                  <a:lnTo>
                    <a:pt x="1167" y="3713"/>
                  </a:lnTo>
                  <a:lnTo>
                    <a:pt x="1361" y="3791"/>
                  </a:lnTo>
                  <a:lnTo>
                    <a:pt x="1536" y="3830"/>
                  </a:lnTo>
                  <a:lnTo>
                    <a:pt x="1731" y="3869"/>
                  </a:lnTo>
                  <a:lnTo>
                    <a:pt x="2119" y="3869"/>
                  </a:lnTo>
                  <a:lnTo>
                    <a:pt x="2314" y="3830"/>
                  </a:lnTo>
                  <a:lnTo>
                    <a:pt x="2508" y="3791"/>
                  </a:lnTo>
                  <a:lnTo>
                    <a:pt x="2683" y="3713"/>
                  </a:lnTo>
                  <a:lnTo>
                    <a:pt x="2858" y="3635"/>
                  </a:lnTo>
                  <a:lnTo>
                    <a:pt x="3014" y="3538"/>
                  </a:lnTo>
                  <a:lnTo>
                    <a:pt x="3150" y="3422"/>
                  </a:lnTo>
                  <a:lnTo>
                    <a:pt x="3286" y="3305"/>
                  </a:lnTo>
                  <a:lnTo>
                    <a:pt x="3422" y="3169"/>
                  </a:lnTo>
                  <a:lnTo>
                    <a:pt x="3539" y="3013"/>
                  </a:lnTo>
                  <a:lnTo>
                    <a:pt x="3616" y="2858"/>
                  </a:lnTo>
                  <a:lnTo>
                    <a:pt x="3713" y="2683"/>
                  </a:lnTo>
                  <a:lnTo>
                    <a:pt x="3772" y="2508"/>
                  </a:lnTo>
                  <a:lnTo>
                    <a:pt x="3811" y="2333"/>
                  </a:lnTo>
                  <a:lnTo>
                    <a:pt x="3850" y="2139"/>
                  </a:lnTo>
                  <a:lnTo>
                    <a:pt x="3850" y="1944"/>
                  </a:lnTo>
                  <a:lnTo>
                    <a:pt x="3850" y="1750"/>
                  </a:lnTo>
                  <a:lnTo>
                    <a:pt x="3811" y="1555"/>
                  </a:lnTo>
                  <a:lnTo>
                    <a:pt x="3772" y="1361"/>
                  </a:lnTo>
                  <a:lnTo>
                    <a:pt x="3713" y="1186"/>
                  </a:lnTo>
                  <a:lnTo>
                    <a:pt x="3616" y="1011"/>
                  </a:lnTo>
                  <a:lnTo>
                    <a:pt x="3539" y="855"/>
                  </a:lnTo>
                  <a:lnTo>
                    <a:pt x="3422" y="719"/>
                  </a:lnTo>
                  <a:lnTo>
                    <a:pt x="3286" y="583"/>
                  </a:lnTo>
                  <a:lnTo>
                    <a:pt x="3150" y="447"/>
                  </a:lnTo>
                  <a:lnTo>
                    <a:pt x="3014" y="331"/>
                  </a:lnTo>
                  <a:lnTo>
                    <a:pt x="2858" y="233"/>
                  </a:lnTo>
                  <a:lnTo>
                    <a:pt x="2683" y="156"/>
                  </a:lnTo>
                  <a:lnTo>
                    <a:pt x="2508" y="97"/>
                  </a:lnTo>
                  <a:lnTo>
                    <a:pt x="2314" y="39"/>
                  </a:lnTo>
                  <a:lnTo>
                    <a:pt x="2119" y="19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36"/>
            <p:cNvSpPr/>
            <p:nvPr/>
          </p:nvSpPr>
          <p:spPr>
            <a:xfrm>
              <a:off x="4042927" y="-284156"/>
              <a:ext cx="119494" cy="120074"/>
            </a:xfrm>
            <a:custGeom>
              <a:rect b="b" l="l" r="r" t="t"/>
              <a:pathLst>
                <a:path extrusionOk="0" fill="none" h="3869" w="3850">
                  <a:moveTo>
                    <a:pt x="0" y="1944"/>
                  </a:moveTo>
                  <a:lnTo>
                    <a:pt x="0" y="1944"/>
                  </a:lnTo>
                  <a:lnTo>
                    <a:pt x="0" y="2139"/>
                  </a:lnTo>
                  <a:lnTo>
                    <a:pt x="39" y="2333"/>
                  </a:lnTo>
                  <a:lnTo>
                    <a:pt x="78" y="2508"/>
                  </a:lnTo>
                  <a:lnTo>
                    <a:pt x="156" y="2683"/>
                  </a:lnTo>
                  <a:lnTo>
                    <a:pt x="234" y="2858"/>
                  </a:lnTo>
                  <a:lnTo>
                    <a:pt x="331" y="3013"/>
                  </a:lnTo>
                  <a:lnTo>
                    <a:pt x="447" y="3169"/>
                  </a:lnTo>
                  <a:lnTo>
                    <a:pt x="564" y="3305"/>
                  </a:lnTo>
                  <a:lnTo>
                    <a:pt x="700" y="3422"/>
                  </a:lnTo>
                  <a:lnTo>
                    <a:pt x="856" y="3538"/>
                  </a:lnTo>
                  <a:lnTo>
                    <a:pt x="1011" y="3635"/>
                  </a:lnTo>
                  <a:lnTo>
                    <a:pt x="1167" y="3713"/>
                  </a:lnTo>
                  <a:lnTo>
                    <a:pt x="1361" y="3791"/>
                  </a:lnTo>
                  <a:lnTo>
                    <a:pt x="1536" y="3830"/>
                  </a:lnTo>
                  <a:lnTo>
                    <a:pt x="1731" y="3869"/>
                  </a:lnTo>
                  <a:lnTo>
                    <a:pt x="1925" y="3869"/>
                  </a:lnTo>
                  <a:lnTo>
                    <a:pt x="1925" y="3869"/>
                  </a:lnTo>
                  <a:lnTo>
                    <a:pt x="2119" y="3869"/>
                  </a:lnTo>
                  <a:lnTo>
                    <a:pt x="2314" y="3830"/>
                  </a:lnTo>
                  <a:lnTo>
                    <a:pt x="2508" y="3791"/>
                  </a:lnTo>
                  <a:lnTo>
                    <a:pt x="2683" y="3713"/>
                  </a:lnTo>
                  <a:lnTo>
                    <a:pt x="2858" y="3635"/>
                  </a:lnTo>
                  <a:lnTo>
                    <a:pt x="3014" y="3538"/>
                  </a:lnTo>
                  <a:lnTo>
                    <a:pt x="3150" y="3422"/>
                  </a:lnTo>
                  <a:lnTo>
                    <a:pt x="3286" y="3305"/>
                  </a:lnTo>
                  <a:lnTo>
                    <a:pt x="3422" y="3169"/>
                  </a:lnTo>
                  <a:lnTo>
                    <a:pt x="3539" y="3013"/>
                  </a:lnTo>
                  <a:lnTo>
                    <a:pt x="3616" y="2858"/>
                  </a:lnTo>
                  <a:lnTo>
                    <a:pt x="3713" y="2683"/>
                  </a:lnTo>
                  <a:lnTo>
                    <a:pt x="3772" y="2508"/>
                  </a:lnTo>
                  <a:lnTo>
                    <a:pt x="3811" y="2333"/>
                  </a:lnTo>
                  <a:lnTo>
                    <a:pt x="3850" y="2139"/>
                  </a:lnTo>
                  <a:lnTo>
                    <a:pt x="3850" y="1944"/>
                  </a:lnTo>
                  <a:lnTo>
                    <a:pt x="3850" y="1944"/>
                  </a:lnTo>
                  <a:lnTo>
                    <a:pt x="3850" y="1750"/>
                  </a:lnTo>
                  <a:lnTo>
                    <a:pt x="3811" y="1555"/>
                  </a:lnTo>
                  <a:lnTo>
                    <a:pt x="3772" y="1361"/>
                  </a:lnTo>
                  <a:lnTo>
                    <a:pt x="3713" y="1186"/>
                  </a:lnTo>
                  <a:lnTo>
                    <a:pt x="3616" y="1011"/>
                  </a:lnTo>
                  <a:lnTo>
                    <a:pt x="3539" y="855"/>
                  </a:lnTo>
                  <a:lnTo>
                    <a:pt x="3422" y="719"/>
                  </a:lnTo>
                  <a:lnTo>
                    <a:pt x="3286" y="583"/>
                  </a:lnTo>
                  <a:lnTo>
                    <a:pt x="3150" y="447"/>
                  </a:lnTo>
                  <a:lnTo>
                    <a:pt x="3014" y="331"/>
                  </a:lnTo>
                  <a:lnTo>
                    <a:pt x="2858" y="233"/>
                  </a:lnTo>
                  <a:lnTo>
                    <a:pt x="2683" y="156"/>
                  </a:lnTo>
                  <a:lnTo>
                    <a:pt x="2508" y="97"/>
                  </a:lnTo>
                  <a:lnTo>
                    <a:pt x="2314" y="39"/>
                  </a:lnTo>
                  <a:lnTo>
                    <a:pt x="2119" y="19"/>
                  </a:lnTo>
                  <a:lnTo>
                    <a:pt x="1925" y="0"/>
                  </a:lnTo>
                  <a:lnTo>
                    <a:pt x="1925" y="0"/>
                  </a:lnTo>
                  <a:lnTo>
                    <a:pt x="1731" y="19"/>
                  </a:lnTo>
                  <a:lnTo>
                    <a:pt x="1536" y="39"/>
                  </a:lnTo>
                  <a:lnTo>
                    <a:pt x="1361" y="97"/>
                  </a:lnTo>
                  <a:lnTo>
                    <a:pt x="1167" y="156"/>
                  </a:lnTo>
                  <a:lnTo>
                    <a:pt x="1011" y="233"/>
                  </a:lnTo>
                  <a:lnTo>
                    <a:pt x="856" y="331"/>
                  </a:lnTo>
                  <a:lnTo>
                    <a:pt x="700" y="447"/>
                  </a:lnTo>
                  <a:lnTo>
                    <a:pt x="564" y="583"/>
                  </a:lnTo>
                  <a:lnTo>
                    <a:pt x="447" y="719"/>
                  </a:lnTo>
                  <a:lnTo>
                    <a:pt x="331" y="855"/>
                  </a:lnTo>
                  <a:lnTo>
                    <a:pt x="234" y="1011"/>
                  </a:lnTo>
                  <a:lnTo>
                    <a:pt x="156" y="1186"/>
                  </a:lnTo>
                  <a:lnTo>
                    <a:pt x="78" y="1361"/>
                  </a:lnTo>
                  <a:lnTo>
                    <a:pt x="39" y="1555"/>
                  </a:lnTo>
                  <a:lnTo>
                    <a:pt x="0" y="1750"/>
                  </a:lnTo>
                  <a:lnTo>
                    <a:pt x="0" y="19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36"/>
            <p:cNvSpPr/>
            <p:nvPr/>
          </p:nvSpPr>
          <p:spPr>
            <a:xfrm>
              <a:off x="4067042" y="-259420"/>
              <a:ext cx="71231" cy="70605"/>
            </a:xfrm>
            <a:custGeom>
              <a:rect b="b" l="l" r="r" t="t"/>
              <a:pathLst>
                <a:path extrusionOk="0" h="2275" w="2295">
                  <a:moveTo>
                    <a:pt x="1031" y="0"/>
                  </a:moveTo>
                  <a:lnTo>
                    <a:pt x="915" y="20"/>
                  </a:lnTo>
                  <a:lnTo>
                    <a:pt x="701" y="97"/>
                  </a:lnTo>
                  <a:lnTo>
                    <a:pt x="506" y="195"/>
                  </a:lnTo>
                  <a:lnTo>
                    <a:pt x="351" y="331"/>
                  </a:lnTo>
                  <a:lnTo>
                    <a:pt x="195" y="506"/>
                  </a:lnTo>
                  <a:lnTo>
                    <a:pt x="98" y="700"/>
                  </a:lnTo>
                  <a:lnTo>
                    <a:pt x="40" y="914"/>
                  </a:lnTo>
                  <a:lnTo>
                    <a:pt x="20" y="1030"/>
                  </a:lnTo>
                  <a:lnTo>
                    <a:pt x="1" y="1147"/>
                  </a:lnTo>
                  <a:lnTo>
                    <a:pt x="20" y="1264"/>
                  </a:lnTo>
                  <a:lnTo>
                    <a:pt x="40" y="1380"/>
                  </a:lnTo>
                  <a:lnTo>
                    <a:pt x="98" y="1594"/>
                  </a:lnTo>
                  <a:lnTo>
                    <a:pt x="195" y="1789"/>
                  </a:lnTo>
                  <a:lnTo>
                    <a:pt x="351" y="1944"/>
                  </a:lnTo>
                  <a:lnTo>
                    <a:pt x="506" y="2080"/>
                  </a:lnTo>
                  <a:lnTo>
                    <a:pt x="701" y="2197"/>
                  </a:lnTo>
                  <a:lnTo>
                    <a:pt x="915" y="2255"/>
                  </a:lnTo>
                  <a:lnTo>
                    <a:pt x="1031" y="2275"/>
                  </a:lnTo>
                  <a:lnTo>
                    <a:pt x="1265" y="2275"/>
                  </a:lnTo>
                  <a:lnTo>
                    <a:pt x="1381" y="2255"/>
                  </a:lnTo>
                  <a:lnTo>
                    <a:pt x="1595" y="2197"/>
                  </a:lnTo>
                  <a:lnTo>
                    <a:pt x="1789" y="2080"/>
                  </a:lnTo>
                  <a:lnTo>
                    <a:pt x="1964" y="1944"/>
                  </a:lnTo>
                  <a:lnTo>
                    <a:pt x="2101" y="1789"/>
                  </a:lnTo>
                  <a:lnTo>
                    <a:pt x="2198" y="1594"/>
                  </a:lnTo>
                  <a:lnTo>
                    <a:pt x="2275" y="1380"/>
                  </a:lnTo>
                  <a:lnTo>
                    <a:pt x="2295" y="1264"/>
                  </a:lnTo>
                  <a:lnTo>
                    <a:pt x="2295" y="1147"/>
                  </a:lnTo>
                  <a:lnTo>
                    <a:pt x="2295" y="1030"/>
                  </a:lnTo>
                  <a:lnTo>
                    <a:pt x="2275" y="914"/>
                  </a:lnTo>
                  <a:lnTo>
                    <a:pt x="2198" y="700"/>
                  </a:lnTo>
                  <a:lnTo>
                    <a:pt x="2101" y="506"/>
                  </a:lnTo>
                  <a:lnTo>
                    <a:pt x="1964" y="331"/>
                  </a:lnTo>
                  <a:lnTo>
                    <a:pt x="1789" y="195"/>
                  </a:lnTo>
                  <a:lnTo>
                    <a:pt x="1595" y="97"/>
                  </a:lnTo>
                  <a:lnTo>
                    <a:pt x="1381" y="2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36"/>
            <p:cNvSpPr/>
            <p:nvPr/>
          </p:nvSpPr>
          <p:spPr>
            <a:xfrm>
              <a:off x="4067042" y="-259420"/>
              <a:ext cx="71231" cy="70605"/>
            </a:xfrm>
            <a:custGeom>
              <a:rect b="b" l="l" r="r" t="t"/>
              <a:pathLst>
                <a:path extrusionOk="0" fill="none" h="2275" w="2295">
                  <a:moveTo>
                    <a:pt x="1148" y="0"/>
                  </a:moveTo>
                  <a:lnTo>
                    <a:pt x="1148" y="0"/>
                  </a:lnTo>
                  <a:lnTo>
                    <a:pt x="1031" y="0"/>
                  </a:lnTo>
                  <a:lnTo>
                    <a:pt x="915" y="20"/>
                  </a:lnTo>
                  <a:lnTo>
                    <a:pt x="701" y="97"/>
                  </a:lnTo>
                  <a:lnTo>
                    <a:pt x="506" y="195"/>
                  </a:lnTo>
                  <a:lnTo>
                    <a:pt x="351" y="331"/>
                  </a:lnTo>
                  <a:lnTo>
                    <a:pt x="195" y="506"/>
                  </a:lnTo>
                  <a:lnTo>
                    <a:pt x="98" y="700"/>
                  </a:lnTo>
                  <a:lnTo>
                    <a:pt x="40" y="914"/>
                  </a:lnTo>
                  <a:lnTo>
                    <a:pt x="20" y="1030"/>
                  </a:lnTo>
                  <a:lnTo>
                    <a:pt x="1" y="1147"/>
                  </a:lnTo>
                  <a:lnTo>
                    <a:pt x="1" y="1147"/>
                  </a:lnTo>
                  <a:lnTo>
                    <a:pt x="20" y="1264"/>
                  </a:lnTo>
                  <a:lnTo>
                    <a:pt x="40" y="1380"/>
                  </a:lnTo>
                  <a:lnTo>
                    <a:pt x="98" y="1594"/>
                  </a:lnTo>
                  <a:lnTo>
                    <a:pt x="195" y="1789"/>
                  </a:lnTo>
                  <a:lnTo>
                    <a:pt x="351" y="1944"/>
                  </a:lnTo>
                  <a:lnTo>
                    <a:pt x="506" y="2080"/>
                  </a:lnTo>
                  <a:lnTo>
                    <a:pt x="701" y="2197"/>
                  </a:lnTo>
                  <a:lnTo>
                    <a:pt x="915" y="2255"/>
                  </a:lnTo>
                  <a:lnTo>
                    <a:pt x="1031" y="2275"/>
                  </a:lnTo>
                  <a:lnTo>
                    <a:pt x="1148" y="2275"/>
                  </a:lnTo>
                  <a:lnTo>
                    <a:pt x="1148" y="2275"/>
                  </a:lnTo>
                  <a:lnTo>
                    <a:pt x="1265" y="2275"/>
                  </a:lnTo>
                  <a:lnTo>
                    <a:pt x="1381" y="2255"/>
                  </a:lnTo>
                  <a:lnTo>
                    <a:pt x="1595" y="2197"/>
                  </a:lnTo>
                  <a:lnTo>
                    <a:pt x="1789" y="2080"/>
                  </a:lnTo>
                  <a:lnTo>
                    <a:pt x="1964" y="1944"/>
                  </a:lnTo>
                  <a:lnTo>
                    <a:pt x="2101" y="1789"/>
                  </a:lnTo>
                  <a:lnTo>
                    <a:pt x="2198" y="1594"/>
                  </a:lnTo>
                  <a:lnTo>
                    <a:pt x="2275" y="1380"/>
                  </a:lnTo>
                  <a:lnTo>
                    <a:pt x="2295" y="1264"/>
                  </a:lnTo>
                  <a:lnTo>
                    <a:pt x="2295" y="1147"/>
                  </a:lnTo>
                  <a:lnTo>
                    <a:pt x="2295" y="1147"/>
                  </a:lnTo>
                  <a:lnTo>
                    <a:pt x="2295" y="1030"/>
                  </a:lnTo>
                  <a:lnTo>
                    <a:pt x="2275" y="914"/>
                  </a:lnTo>
                  <a:lnTo>
                    <a:pt x="2198" y="700"/>
                  </a:lnTo>
                  <a:lnTo>
                    <a:pt x="2101" y="506"/>
                  </a:lnTo>
                  <a:lnTo>
                    <a:pt x="1964" y="331"/>
                  </a:lnTo>
                  <a:lnTo>
                    <a:pt x="1789" y="195"/>
                  </a:lnTo>
                  <a:lnTo>
                    <a:pt x="1595" y="97"/>
                  </a:lnTo>
                  <a:lnTo>
                    <a:pt x="1381" y="20"/>
                  </a:lnTo>
                  <a:lnTo>
                    <a:pt x="1265" y="0"/>
                  </a:lnTo>
                  <a:lnTo>
                    <a:pt x="114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36"/>
            <p:cNvSpPr/>
            <p:nvPr/>
          </p:nvSpPr>
          <p:spPr>
            <a:xfrm>
              <a:off x="3054015" y="-459137"/>
              <a:ext cx="217231" cy="104402"/>
            </a:xfrm>
            <a:custGeom>
              <a:rect b="b" l="l" r="r" t="t"/>
              <a:pathLst>
                <a:path extrusionOk="0" h="3364" w="6999">
                  <a:moveTo>
                    <a:pt x="311" y="0"/>
                  </a:moveTo>
                  <a:lnTo>
                    <a:pt x="214" y="20"/>
                  </a:lnTo>
                  <a:lnTo>
                    <a:pt x="117" y="59"/>
                  </a:lnTo>
                  <a:lnTo>
                    <a:pt x="59" y="117"/>
                  </a:lnTo>
                  <a:lnTo>
                    <a:pt x="20" y="195"/>
                  </a:lnTo>
                  <a:lnTo>
                    <a:pt x="0" y="292"/>
                  </a:lnTo>
                  <a:lnTo>
                    <a:pt x="20" y="389"/>
                  </a:lnTo>
                  <a:lnTo>
                    <a:pt x="59" y="467"/>
                  </a:lnTo>
                  <a:lnTo>
                    <a:pt x="156" y="545"/>
                  </a:lnTo>
                  <a:lnTo>
                    <a:pt x="5171" y="3364"/>
                  </a:lnTo>
                  <a:lnTo>
                    <a:pt x="6999" y="739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36"/>
            <p:cNvSpPr/>
            <p:nvPr/>
          </p:nvSpPr>
          <p:spPr>
            <a:xfrm>
              <a:off x="3054015" y="-459137"/>
              <a:ext cx="217231" cy="104402"/>
            </a:xfrm>
            <a:custGeom>
              <a:rect b="b" l="l" r="r" t="t"/>
              <a:pathLst>
                <a:path extrusionOk="0" fill="none" h="3364" w="6999">
                  <a:moveTo>
                    <a:pt x="6999" y="739"/>
                  </a:moveTo>
                  <a:lnTo>
                    <a:pt x="311" y="0"/>
                  </a:lnTo>
                  <a:lnTo>
                    <a:pt x="311" y="0"/>
                  </a:lnTo>
                  <a:lnTo>
                    <a:pt x="214" y="20"/>
                  </a:lnTo>
                  <a:lnTo>
                    <a:pt x="117" y="59"/>
                  </a:lnTo>
                  <a:lnTo>
                    <a:pt x="59" y="117"/>
                  </a:lnTo>
                  <a:lnTo>
                    <a:pt x="20" y="195"/>
                  </a:lnTo>
                  <a:lnTo>
                    <a:pt x="0" y="292"/>
                  </a:lnTo>
                  <a:lnTo>
                    <a:pt x="20" y="389"/>
                  </a:lnTo>
                  <a:lnTo>
                    <a:pt x="59" y="467"/>
                  </a:lnTo>
                  <a:lnTo>
                    <a:pt x="156" y="545"/>
                  </a:lnTo>
                  <a:lnTo>
                    <a:pt x="5171" y="3364"/>
                  </a:lnTo>
                  <a:lnTo>
                    <a:pt x="6999" y="73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36"/>
            <p:cNvSpPr/>
            <p:nvPr/>
          </p:nvSpPr>
          <p:spPr>
            <a:xfrm>
              <a:off x="3163822" y="-445264"/>
              <a:ext cx="41652" cy="68215"/>
            </a:xfrm>
            <a:custGeom>
              <a:rect b="b" l="l" r="r" t="t"/>
              <a:pathLst>
                <a:path extrusionOk="0" h="2198" w="1342">
                  <a:moveTo>
                    <a:pt x="759" y="0"/>
                  </a:moveTo>
                  <a:lnTo>
                    <a:pt x="525" y="467"/>
                  </a:lnTo>
                  <a:lnTo>
                    <a:pt x="311" y="953"/>
                  </a:lnTo>
                  <a:lnTo>
                    <a:pt x="137" y="1458"/>
                  </a:lnTo>
                  <a:lnTo>
                    <a:pt x="0" y="1983"/>
                  </a:lnTo>
                  <a:lnTo>
                    <a:pt x="370" y="2197"/>
                  </a:lnTo>
                  <a:lnTo>
                    <a:pt x="448" y="1906"/>
                  </a:lnTo>
                  <a:lnTo>
                    <a:pt x="545" y="1633"/>
                  </a:lnTo>
                  <a:lnTo>
                    <a:pt x="661" y="1342"/>
                  </a:lnTo>
                  <a:lnTo>
                    <a:pt x="778" y="1070"/>
                  </a:lnTo>
                  <a:lnTo>
                    <a:pt x="895" y="817"/>
                  </a:lnTo>
                  <a:lnTo>
                    <a:pt x="1031" y="564"/>
                  </a:lnTo>
                  <a:lnTo>
                    <a:pt x="1186" y="311"/>
                  </a:lnTo>
                  <a:lnTo>
                    <a:pt x="1342" y="59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36"/>
            <p:cNvSpPr/>
            <p:nvPr/>
          </p:nvSpPr>
          <p:spPr>
            <a:xfrm>
              <a:off x="3163822" y="-445264"/>
              <a:ext cx="41652" cy="68215"/>
            </a:xfrm>
            <a:custGeom>
              <a:rect b="b" l="l" r="r" t="t"/>
              <a:pathLst>
                <a:path extrusionOk="0" fill="none" h="2198" w="1342">
                  <a:moveTo>
                    <a:pt x="759" y="0"/>
                  </a:moveTo>
                  <a:lnTo>
                    <a:pt x="759" y="0"/>
                  </a:lnTo>
                  <a:lnTo>
                    <a:pt x="525" y="467"/>
                  </a:lnTo>
                  <a:lnTo>
                    <a:pt x="311" y="953"/>
                  </a:lnTo>
                  <a:lnTo>
                    <a:pt x="137" y="1458"/>
                  </a:lnTo>
                  <a:lnTo>
                    <a:pt x="0" y="1983"/>
                  </a:lnTo>
                  <a:lnTo>
                    <a:pt x="370" y="2197"/>
                  </a:lnTo>
                  <a:lnTo>
                    <a:pt x="370" y="2197"/>
                  </a:lnTo>
                  <a:lnTo>
                    <a:pt x="448" y="1906"/>
                  </a:lnTo>
                  <a:lnTo>
                    <a:pt x="545" y="1633"/>
                  </a:lnTo>
                  <a:lnTo>
                    <a:pt x="661" y="1342"/>
                  </a:lnTo>
                  <a:lnTo>
                    <a:pt x="778" y="1070"/>
                  </a:lnTo>
                  <a:lnTo>
                    <a:pt x="895" y="817"/>
                  </a:lnTo>
                  <a:lnTo>
                    <a:pt x="1031" y="564"/>
                  </a:lnTo>
                  <a:lnTo>
                    <a:pt x="1186" y="311"/>
                  </a:lnTo>
                  <a:lnTo>
                    <a:pt x="1342" y="59"/>
                  </a:lnTo>
                  <a:lnTo>
                    <a:pt x="75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36"/>
            <p:cNvSpPr/>
            <p:nvPr/>
          </p:nvSpPr>
          <p:spPr>
            <a:xfrm>
              <a:off x="3468506" y="-459137"/>
              <a:ext cx="217263" cy="104402"/>
            </a:xfrm>
            <a:custGeom>
              <a:rect b="b" l="l" r="r" t="t"/>
              <a:pathLst>
                <a:path extrusionOk="0" h="3364" w="7000">
                  <a:moveTo>
                    <a:pt x="6669" y="0"/>
                  </a:moveTo>
                  <a:lnTo>
                    <a:pt x="1" y="739"/>
                  </a:lnTo>
                  <a:lnTo>
                    <a:pt x="1809" y="3364"/>
                  </a:lnTo>
                  <a:lnTo>
                    <a:pt x="6844" y="545"/>
                  </a:lnTo>
                  <a:lnTo>
                    <a:pt x="6922" y="467"/>
                  </a:lnTo>
                  <a:lnTo>
                    <a:pt x="6980" y="389"/>
                  </a:lnTo>
                  <a:lnTo>
                    <a:pt x="7000" y="292"/>
                  </a:lnTo>
                  <a:lnTo>
                    <a:pt x="6980" y="195"/>
                  </a:lnTo>
                  <a:lnTo>
                    <a:pt x="6941" y="117"/>
                  </a:lnTo>
                  <a:lnTo>
                    <a:pt x="6863" y="59"/>
                  </a:lnTo>
                  <a:lnTo>
                    <a:pt x="6786" y="20"/>
                  </a:lnTo>
                  <a:lnTo>
                    <a:pt x="66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36"/>
            <p:cNvSpPr/>
            <p:nvPr/>
          </p:nvSpPr>
          <p:spPr>
            <a:xfrm>
              <a:off x="3468506" y="-459137"/>
              <a:ext cx="217263" cy="104402"/>
            </a:xfrm>
            <a:custGeom>
              <a:rect b="b" l="l" r="r" t="t"/>
              <a:pathLst>
                <a:path extrusionOk="0" fill="none" h="3364" w="7000">
                  <a:moveTo>
                    <a:pt x="1" y="739"/>
                  </a:moveTo>
                  <a:lnTo>
                    <a:pt x="6669" y="0"/>
                  </a:lnTo>
                  <a:lnTo>
                    <a:pt x="6669" y="0"/>
                  </a:lnTo>
                  <a:lnTo>
                    <a:pt x="6786" y="20"/>
                  </a:lnTo>
                  <a:lnTo>
                    <a:pt x="6863" y="59"/>
                  </a:lnTo>
                  <a:lnTo>
                    <a:pt x="6941" y="117"/>
                  </a:lnTo>
                  <a:lnTo>
                    <a:pt x="6980" y="195"/>
                  </a:lnTo>
                  <a:lnTo>
                    <a:pt x="7000" y="292"/>
                  </a:lnTo>
                  <a:lnTo>
                    <a:pt x="6980" y="389"/>
                  </a:lnTo>
                  <a:lnTo>
                    <a:pt x="6922" y="467"/>
                  </a:lnTo>
                  <a:lnTo>
                    <a:pt x="6844" y="545"/>
                  </a:lnTo>
                  <a:lnTo>
                    <a:pt x="1809" y="3364"/>
                  </a:lnTo>
                  <a:lnTo>
                    <a:pt x="1" y="73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36"/>
            <p:cNvSpPr/>
            <p:nvPr/>
          </p:nvSpPr>
          <p:spPr>
            <a:xfrm>
              <a:off x="3526451" y="-445264"/>
              <a:ext cx="49505" cy="72436"/>
            </a:xfrm>
            <a:custGeom>
              <a:rect b="b" l="l" r="r" t="t"/>
              <a:pathLst>
                <a:path extrusionOk="0" h="2334" w="1595">
                  <a:moveTo>
                    <a:pt x="817" y="0"/>
                  </a:moveTo>
                  <a:lnTo>
                    <a:pt x="0" y="98"/>
                  </a:lnTo>
                  <a:lnTo>
                    <a:pt x="175" y="350"/>
                  </a:lnTo>
                  <a:lnTo>
                    <a:pt x="331" y="603"/>
                  </a:lnTo>
                  <a:lnTo>
                    <a:pt x="467" y="875"/>
                  </a:lnTo>
                  <a:lnTo>
                    <a:pt x="603" y="1147"/>
                  </a:lnTo>
                  <a:lnTo>
                    <a:pt x="720" y="1439"/>
                  </a:lnTo>
                  <a:lnTo>
                    <a:pt x="817" y="1731"/>
                  </a:lnTo>
                  <a:lnTo>
                    <a:pt x="914" y="2022"/>
                  </a:lnTo>
                  <a:lnTo>
                    <a:pt x="992" y="2333"/>
                  </a:lnTo>
                  <a:lnTo>
                    <a:pt x="1594" y="1983"/>
                  </a:lnTo>
                  <a:lnTo>
                    <a:pt x="1458" y="1458"/>
                  </a:lnTo>
                  <a:lnTo>
                    <a:pt x="1283" y="953"/>
                  </a:lnTo>
                  <a:lnTo>
                    <a:pt x="1069" y="467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36"/>
            <p:cNvSpPr/>
            <p:nvPr/>
          </p:nvSpPr>
          <p:spPr>
            <a:xfrm>
              <a:off x="3526451" y="-445264"/>
              <a:ext cx="49505" cy="72436"/>
            </a:xfrm>
            <a:custGeom>
              <a:rect b="b" l="l" r="r" t="t"/>
              <a:pathLst>
                <a:path extrusionOk="0" fill="none" h="2334" w="1595">
                  <a:moveTo>
                    <a:pt x="817" y="0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75" y="350"/>
                  </a:lnTo>
                  <a:lnTo>
                    <a:pt x="331" y="603"/>
                  </a:lnTo>
                  <a:lnTo>
                    <a:pt x="467" y="875"/>
                  </a:lnTo>
                  <a:lnTo>
                    <a:pt x="603" y="1147"/>
                  </a:lnTo>
                  <a:lnTo>
                    <a:pt x="720" y="1439"/>
                  </a:lnTo>
                  <a:lnTo>
                    <a:pt x="817" y="1731"/>
                  </a:lnTo>
                  <a:lnTo>
                    <a:pt x="914" y="2022"/>
                  </a:lnTo>
                  <a:lnTo>
                    <a:pt x="992" y="2333"/>
                  </a:lnTo>
                  <a:lnTo>
                    <a:pt x="1594" y="1983"/>
                  </a:lnTo>
                  <a:lnTo>
                    <a:pt x="1594" y="1983"/>
                  </a:lnTo>
                  <a:lnTo>
                    <a:pt x="1458" y="1458"/>
                  </a:lnTo>
                  <a:lnTo>
                    <a:pt x="1283" y="953"/>
                  </a:lnTo>
                  <a:lnTo>
                    <a:pt x="1069" y="467"/>
                  </a:lnTo>
                  <a:lnTo>
                    <a:pt x="8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36"/>
            <p:cNvSpPr/>
            <p:nvPr/>
          </p:nvSpPr>
          <p:spPr>
            <a:xfrm>
              <a:off x="3168632" y="-529744"/>
              <a:ext cx="394673" cy="432038"/>
            </a:xfrm>
            <a:custGeom>
              <a:rect b="b" l="l" r="r" t="t"/>
              <a:pathLst>
                <a:path extrusionOk="0" h="13921" w="12716">
                  <a:moveTo>
                    <a:pt x="6358" y="1"/>
                  </a:moveTo>
                  <a:lnTo>
                    <a:pt x="6028" y="20"/>
                  </a:lnTo>
                  <a:lnTo>
                    <a:pt x="5697" y="40"/>
                  </a:lnTo>
                  <a:lnTo>
                    <a:pt x="5386" y="79"/>
                  </a:lnTo>
                  <a:lnTo>
                    <a:pt x="5075" y="137"/>
                  </a:lnTo>
                  <a:lnTo>
                    <a:pt x="4764" y="215"/>
                  </a:lnTo>
                  <a:lnTo>
                    <a:pt x="4453" y="312"/>
                  </a:lnTo>
                  <a:lnTo>
                    <a:pt x="4161" y="409"/>
                  </a:lnTo>
                  <a:lnTo>
                    <a:pt x="3870" y="526"/>
                  </a:lnTo>
                  <a:lnTo>
                    <a:pt x="3597" y="662"/>
                  </a:lnTo>
                  <a:lnTo>
                    <a:pt x="3325" y="817"/>
                  </a:lnTo>
                  <a:lnTo>
                    <a:pt x="3053" y="973"/>
                  </a:lnTo>
                  <a:lnTo>
                    <a:pt x="2800" y="1148"/>
                  </a:lnTo>
                  <a:lnTo>
                    <a:pt x="2548" y="1323"/>
                  </a:lnTo>
                  <a:lnTo>
                    <a:pt x="2314" y="1537"/>
                  </a:lnTo>
                  <a:lnTo>
                    <a:pt x="2081" y="1731"/>
                  </a:lnTo>
                  <a:lnTo>
                    <a:pt x="1848" y="1964"/>
                  </a:lnTo>
                  <a:lnTo>
                    <a:pt x="1653" y="2198"/>
                  </a:lnTo>
                  <a:lnTo>
                    <a:pt x="1440" y="2431"/>
                  </a:lnTo>
                  <a:lnTo>
                    <a:pt x="1265" y="2684"/>
                  </a:lnTo>
                  <a:lnTo>
                    <a:pt x="1070" y="2956"/>
                  </a:lnTo>
                  <a:lnTo>
                    <a:pt x="915" y="3228"/>
                  </a:lnTo>
                  <a:lnTo>
                    <a:pt x="759" y="3500"/>
                  </a:lnTo>
                  <a:lnTo>
                    <a:pt x="623" y="3792"/>
                  </a:lnTo>
                  <a:lnTo>
                    <a:pt x="487" y="4083"/>
                  </a:lnTo>
                  <a:lnTo>
                    <a:pt x="370" y="4394"/>
                  </a:lnTo>
                  <a:lnTo>
                    <a:pt x="273" y="4705"/>
                  </a:lnTo>
                  <a:lnTo>
                    <a:pt x="195" y="5016"/>
                  </a:lnTo>
                  <a:lnTo>
                    <a:pt x="118" y="5327"/>
                  </a:lnTo>
                  <a:lnTo>
                    <a:pt x="59" y="5658"/>
                  </a:lnTo>
                  <a:lnTo>
                    <a:pt x="20" y="6008"/>
                  </a:lnTo>
                  <a:lnTo>
                    <a:pt x="1" y="6338"/>
                  </a:lnTo>
                  <a:lnTo>
                    <a:pt x="1" y="6688"/>
                  </a:lnTo>
                  <a:lnTo>
                    <a:pt x="1" y="7019"/>
                  </a:lnTo>
                  <a:lnTo>
                    <a:pt x="20" y="7369"/>
                  </a:lnTo>
                  <a:lnTo>
                    <a:pt x="59" y="7719"/>
                  </a:lnTo>
                  <a:lnTo>
                    <a:pt x="118" y="8049"/>
                  </a:lnTo>
                  <a:lnTo>
                    <a:pt x="195" y="8380"/>
                  </a:lnTo>
                  <a:lnTo>
                    <a:pt x="273" y="8710"/>
                  </a:lnTo>
                  <a:lnTo>
                    <a:pt x="370" y="9041"/>
                  </a:lnTo>
                  <a:lnTo>
                    <a:pt x="487" y="9371"/>
                  </a:lnTo>
                  <a:lnTo>
                    <a:pt x="623" y="9682"/>
                  </a:lnTo>
                  <a:lnTo>
                    <a:pt x="759" y="9993"/>
                  </a:lnTo>
                  <a:lnTo>
                    <a:pt x="915" y="10304"/>
                  </a:lnTo>
                  <a:lnTo>
                    <a:pt x="1070" y="10596"/>
                  </a:lnTo>
                  <a:lnTo>
                    <a:pt x="1265" y="10887"/>
                  </a:lnTo>
                  <a:lnTo>
                    <a:pt x="1440" y="11160"/>
                  </a:lnTo>
                  <a:lnTo>
                    <a:pt x="1653" y="11432"/>
                  </a:lnTo>
                  <a:lnTo>
                    <a:pt x="1848" y="11685"/>
                  </a:lnTo>
                  <a:lnTo>
                    <a:pt x="2081" y="11937"/>
                  </a:lnTo>
                  <a:lnTo>
                    <a:pt x="2314" y="12171"/>
                  </a:lnTo>
                  <a:lnTo>
                    <a:pt x="2548" y="12384"/>
                  </a:lnTo>
                  <a:lnTo>
                    <a:pt x="2800" y="12598"/>
                  </a:lnTo>
                  <a:lnTo>
                    <a:pt x="3053" y="12812"/>
                  </a:lnTo>
                  <a:lnTo>
                    <a:pt x="3325" y="12987"/>
                  </a:lnTo>
                  <a:lnTo>
                    <a:pt x="3597" y="13162"/>
                  </a:lnTo>
                  <a:lnTo>
                    <a:pt x="3870" y="13318"/>
                  </a:lnTo>
                  <a:lnTo>
                    <a:pt x="4161" y="13454"/>
                  </a:lnTo>
                  <a:lnTo>
                    <a:pt x="4453" y="13570"/>
                  </a:lnTo>
                  <a:lnTo>
                    <a:pt x="4764" y="13687"/>
                  </a:lnTo>
                  <a:lnTo>
                    <a:pt x="5075" y="13765"/>
                  </a:lnTo>
                  <a:lnTo>
                    <a:pt x="5386" y="13842"/>
                  </a:lnTo>
                  <a:lnTo>
                    <a:pt x="5697" y="13881"/>
                  </a:lnTo>
                  <a:lnTo>
                    <a:pt x="6028" y="13920"/>
                  </a:lnTo>
                  <a:lnTo>
                    <a:pt x="6689" y="13920"/>
                  </a:lnTo>
                  <a:lnTo>
                    <a:pt x="7000" y="13881"/>
                  </a:lnTo>
                  <a:lnTo>
                    <a:pt x="7330" y="13842"/>
                  </a:lnTo>
                  <a:lnTo>
                    <a:pt x="7641" y="13765"/>
                  </a:lnTo>
                  <a:lnTo>
                    <a:pt x="7933" y="13687"/>
                  </a:lnTo>
                  <a:lnTo>
                    <a:pt x="8244" y="13570"/>
                  </a:lnTo>
                  <a:lnTo>
                    <a:pt x="8535" y="13454"/>
                  </a:lnTo>
                  <a:lnTo>
                    <a:pt x="8827" y="13318"/>
                  </a:lnTo>
                  <a:lnTo>
                    <a:pt x="9119" y="13162"/>
                  </a:lnTo>
                  <a:lnTo>
                    <a:pt x="9391" y="12987"/>
                  </a:lnTo>
                  <a:lnTo>
                    <a:pt x="9643" y="12812"/>
                  </a:lnTo>
                  <a:lnTo>
                    <a:pt x="9916" y="12598"/>
                  </a:lnTo>
                  <a:lnTo>
                    <a:pt x="10149" y="12384"/>
                  </a:lnTo>
                  <a:lnTo>
                    <a:pt x="10402" y="12171"/>
                  </a:lnTo>
                  <a:lnTo>
                    <a:pt x="10635" y="11937"/>
                  </a:lnTo>
                  <a:lnTo>
                    <a:pt x="10849" y="11685"/>
                  </a:lnTo>
                  <a:lnTo>
                    <a:pt x="11063" y="11432"/>
                  </a:lnTo>
                  <a:lnTo>
                    <a:pt x="11257" y="11160"/>
                  </a:lnTo>
                  <a:lnTo>
                    <a:pt x="11451" y="10887"/>
                  </a:lnTo>
                  <a:lnTo>
                    <a:pt x="11626" y="10596"/>
                  </a:lnTo>
                  <a:lnTo>
                    <a:pt x="11782" y="10304"/>
                  </a:lnTo>
                  <a:lnTo>
                    <a:pt x="11937" y="9993"/>
                  </a:lnTo>
                  <a:lnTo>
                    <a:pt x="12093" y="9682"/>
                  </a:lnTo>
                  <a:lnTo>
                    <a:pt x="12210" y="9371"/>
                  </a:lnTo>
                  <a:lnTo>
                    <a:pt x="12326" y="9041"/>
                  </a:lnTo>
                  <a:lnTo>
                    <a:pt x="12423" y="8710"/>
                  </a:lnTo>
                  <a:lnTo>
                    <a:pt x="12521" y="8380"/>
                  </a:lnTo>
                  <a:lnTo>
                    <a:pt x="12579" y="8049"/>
                  </a:lnTo>
                  <a:lnTo>
                    <a:pt x="12637" y="7719"/>
                  </a:lnTo>
                  <a:lnTo>
                    <a:pt x="12676" y="7369"/>
                  </a:lnTo>
                  <a:lnTo>
                    <a:pt x="12696" y="7019"/>
                  </a:lnTo>
                  <a:lnTo>
                    <a:pt x="12715" y="6688"/>
                  </a:lnTo>
                  <a:lnTo>
                    <a:pt x="12696" y="6338"/>
                  </a:lnTo>
                  <a:lnTo>
                    <a:pt x="12676" y="6008"/>
                  </a:lnTo>
                  <a:lnTo>
                    <a:pt x="12637" y="5658"/>
                  </a:lnTo>
                  <a:lnTo>
                    <a:pt x="12579" y="5327"/>
                  </a:lnTo>
                  <a:lnTo>
                    <a:pt x="12521" y="5016"/>
                  </a:lnTo>
                  <a:lnTo>
                    <a:pt x="12423" y="4705"/>
                  </a:lnTo>
                  <a:lnTo>
                    <a:pt x="12326" y="4394"/>
                  </a:lnTo>
                  <a:lnTo>
                    <a:pt x="12210" y="4083"/>
                  </a:lnTo>
                  <a:lnTo>
                    <a:pt x="12093" y="3792"/>
                  </a:lnTo>
                  <a:lnTo>
                    <a:pt x="11937" y="3500"/>
                  </a:lnTo>
                  <a:lnTo>
                    <a:pt x="11782" y="3228"/>
                  </a:lnTo>
                  <a:lnTo>
                    <a:pt x="11626" y="2956"/>
                  </a:lnTo>
                  <a:lnTo>
                    <a:pt x="11451" y="2684"/>
                  </a:lnTo>
                  <a:lnTo>
                    <a:pt x="11257" y="2431"/>
                  </a:lnTo>
                  <a:lnTo>
                    <a:pt x="11063" y="2198"/>
                  </a:lnTo>
                  <a:lnTo>
                    <a:pt x="10849" y="1964"/>
                  </a:lnTo>
                  <a:lnTo>
                    <a:pt x="10635" y="1731"/>
                  </a:lnTo>
                  <a:lnTo>
                    <a:pt x="10402" y="1537"/>
                  </a:lnTo>
                  <a:lnTo>
                    <a:pt x="10149" y="1323"/>
                  </a:lnTo>
                  <a:lnTo>
                    <a:pt x="9916" y="1148"/>
                  </a:lnTo>
                  <a:lnTo>
                    <a:pt x="9643" y="973"/>
                  </a:lnTo>
                  <a:lnTo>
                    <a:pt x="9391" y="817"/>
                  </a:lnTo>
                  <a:lnTo>
                    <a:pt x="9119" y="662"/>
                  </a:lnTo>
                  <a:lnTo>
                    <a:pt x="8827" y="526"/>
                  </a:lnTo>
                  <a:lnTo>
                    <a:pt x="8535" y="409"/>
                  </a:lnTo>
                  <a:lnTo>
                    <a:pt x="8244" y="312"/>
                  </a:lnTo>
                  <a:lnTo>
                    <a:pt x="7933" y="215"/>
                  </a:lnTo>
                  <a:lnTo>
                    <a:pt x="7641" y="137"/>
                  </a:lnTo>
                  <a:lnTo>
                    <a:pt x="7330" y="79"/>
                  </a:lnTo>
                  <a:lnTo>
                    <a:pt x="7000" y="40"/>
                  </a:lnTo>
                  <a:lnTo>
                    <a:pt x="6689" y="20"/>
                  </a:lnTo>
                  <a:lnTo>
                    <a:pt x="6358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36"/>
            <p:cNvSpPr/>
            <p:nvPr/>
          </p:nvSpPr>
          <p:spPr>
            <a:xfrm>
              <a:off x="3168632" y="-529744"/>
              <a:ext cx="394673" cy="432038"/>
            </a:xfrm>
            <a:custGeom>
              <a:rect b="b" l="l" r="r" t="t"/>
              <a:pathLst>
                <a:path extrusionOk="0" fill="none" h="13921" w="12716">
                  <a:moveTo>
                    <a:pt x="12715" y="6688"/>
                  </a:moveTo>
                  <a:lnTo>
                    <a:pt x="12715" y="6688"/>
                  </a:lnTo>
                  <a:lnTo>
                    <a:pt x="12696" y="7019"/>
                  </a:lnTo>
                  <a:lnTo>
                    <a:pt x="12676" y="7369"/>
                  </a:lnTo>
                  <a:lnTo>
                    <a:pt x="12637" y="7719"/>
                  </a:lnTo>
                  <a:lnTo>
                    <a:pt x="12579" y="8049"/>
                  </a:lnTo>
                  <a:lnTo>
                    <a:pt x="12521" y="8380"/>
                  </a:lnTo>
                  <a:lnTo>
                    <a:pt x="12423" y="8710"/>
                  </a:lnTo>
                  <a:lnTo>
                    <a:pt x="12326" y="9041"/>
                  </a:lnTo>
                  <a:lnTo>
                    <a:pt x="12210" y="9371"/>
                  </a:lnTo>
                  <a:lnTo>
                    <a:pt x="12093" y="9682"/>
                  </a:lnTo>
                  <a:lnTo>
                    <a:pt x="11937" y="9993"/>
                  </a:lnTo>
                  <a:lnTo>
                    <a:pt x="11782" y="10304"/>
                  </a:lnTo>
                  <a:lnTo>
                    <a:pt x="11626" y="10596"/>
                  </a:lnTo>
                  <a:lnTo>
                    <a:pt x="11451" y="10887"/>
                  </a:lnTo>
                  <a:lnTo>
                    <a:pt x="11257" y="11160"/>
                  </a:lnTo>
                  <a:lnTo>
                    <a:pt x="11063" y="11432"/>
                  </a:lnTo>
                  <a:lnTo>
                    <a:pt x="10849" y="11685"/>
                  </a:lnTo>
                  <a:lnTo>
                    <a:pt x="10635" y="11937"/>
                  </a:lnTo>
                  <a:lnTo>
                    <a:pt x="10402" y="12171"/>
                  </a:lnTo>
                  <a:lnTo>
                    <a:pt x="10149" y="12384"/>
                  </a:lnTo>
                  <a:lnTo>
                    <a:pt x="9916" y="12598"/>
                  </a:lnTo>
                  <a:lnTo>
                    <a:pt x="9643" y="12812"/>
                  </a:lnTo>
                  <a:lnTo>
                    <a:pt x="9391" y="12987"/>
                  </a:lnTo>
                  <a:lnTo>
                    <a:pt x="9119" y="13162"/>
                  </a:lnTo>
                  <a:lnTo>
                    <a:pt x="8827" y="13318"/>
                  </a:lnTo>
                  <a:lnTo>
                    <a:pt x="8535" y="13454"/>
                  </a:lnTo>
                  <a:lnTo>
                    <a:pt x="8244" y="13570"/>
                  </a:lnTo>
                  <a:lnTo>
                    <a:pt x="7933" y="13687"/>
                  </a:lnTo>
                  <a:lnTo>
                    <a:pt x="7641" y="13765"/>
                  </a:lnTo>
                  <a:lnTo>
                    <a:pt x="7330" y="13842"/>
                  </a:lnTo>
                  <a:lnTo>
                    <a:pt x="7000" y="13881"/>
                  </a:lnTo>
                  <a:lnTo>
                    <a:pt x="6689" y="13920"/>
                  </a:lnTo>
                  <a:lnTo>
                    <a:pt x="6358" y="13920"/>
                  </a:lnTo>
                  <a:lnTo>
                    <a:pt x="6358" y="13920"/>
                  </a:lnTo>
                  <a:lnTo>
                    <a:pt x="6028" y="13920"/>
                  </a:lnTo>
                  <a:lnTo>
                    <a:pt x="5697" y="13881"/>
                  </a:lnTo>
                  <a:lnTo>
                    <a:pt x="5386" y="13842"/>
                  </a:lnTo>
                  <a:lnTo>
                    <a:pt x="5075" y="13765"/>
                  </a:lnTo>
                  <a:lnTo>
                    <a:pt x="4764" y="13687"/>
                  </a:lnTo>
                  <a:lnTo>
                    <a:pt x="4453" y="13570"/>
                  </a:lnTo>
                  <a:lnTo>
                    <a:pt x="4161" y="13454"/>
                  </a:lnTo>
                  <a:lnTo>
                    <a:pt x="3870" y="13318"/>
                  </a:lnTo>
                  <a:lnTo>
                    <a:pt x="3597" y="13162"/>
                  </a:lnTo>
                  <a:lnTo>
                    <a:pt x="3325" y="12987"/>
                  </a:lnTo>
                  <a:lnTo>
                    <a:pt x="3053" y="12812"/>
                  </a:lnTo>
                  <a:lnTo>
                    <a:pt x="2800" y="12598"/>
                  </a:lnTo>
                  <a:lnTo>
                    <a:pt x="2548" y="12384"/>
                  </a:lnTo>
                  <a:lnTo>
                    <a:pt x="2314" y="12171"/>
                  </a:lnTo>
                  <a:lnTo>
                    <a:pt x="2081" y="11937"/>
                  </a:lnTo>
                  <a:lnTo>
                    <a:pt x="1848" y="11685"/>
                  </a:lnTo>
                  <a:lnTo>
                    <a:pt x="1653" y="11432"/>
                  </a:lnTo>
                  <a:lnTo>
                    <a:pt x="1440" y="11160"/>
                  </a:lnTo>
                  <a:lnTo>
                    <a:pt x="1265" y="10887"/>
                  </a:lnTo>
                  <a:lnTo>
                    <a:pt x="1070" y="10596"/>
                  </a:lnTo>
                  <a:lnTo>
                    <a:pt x="915" y="10304"/>
                  </a:lnTo>
                  <a:lnTo>
                    <a:pt x="759" y="9993"/>
                  </a:lnTo>
                  <a:lnTo>
                    <a:pt x="623" y="9682"/>
                  </a:lnTo>
                  <a:lnTo>
                    <a:pt x="487" y="9371"/>
                  </a:lnTo>
                  <a:lnTo>
                    <a:pt x="370" y="9041"/>
                  </a:lnTo>
                  <a:lnTo>
                    <a:pt x="273" y="8710"/>
                  </a:lnTo>
                  <a:lnTo>
                    <a:pt x="195" y="8380"/>
                  </a:lnTo>
                  <a:lnTo>
                    <a:pt x="118" y="8049"/>
                  </a:lnTo>
                  <a:lnTo>
                    <a:pt x="59" y="7719"/>
                  </a:lnTo>
                  <a:lnTo>
                    <a:pt x="20" y="7369"/>
                  </a:lnTo>
                  <a:lnTo>
                    <a:pt x="1" y="7019"/>
                  </a:lnTo>
                  <a:lnTo>
                    <a:pt x="1" y="6688"/>
                  </a:lnTo>
                  <a:lnTo>
                    <a:pt x="1" y="6688"/>
                  </a:lnTo>
                  <a:lnTo>
                    <a:pt x="1" y="6338"/>
                  </a:lnTo>
                  <a:lnTo>
                    <a:pt x="20" y="6008"/>
                  </a:lnTo>
                  <a:lnTo>
                    <a:pt x="59" y="5658"/>
                  </a:lnTo>
                  <a:lnTo>
                    <a:pt x="118" y="5327"/>
                  </a:lnTo>
                  <a:lnTo>
                    <a:pt x="195" y="5016"/>
                  </a:lnTo>
                  <a:lnTo>
                    <a:pt x="273" y="4705"/>
                  </a:lnTo>
                  <a:lnTo>
                    <a:pt x="370" y="4394"/>
                  </a:lnTo>
                  <a:lnTo>
                    <a:pt x="487" y="4083"/>
                  </a:lnTo>
                  <a:lnTo>
                    <a:pt x="623" y="3792"/>
                  </a:lnTo>
                  <a:lnTo>
                    <a:pt x="759" y="3500"/>
                  </a:lnTo>
                  <a:lnTo>
                    <a:pt x="915" y="3228"/>
                  </a:lnTo>
                  <a:lnTo>
                    <a:pt x="1070" y="2956"/>
                  </a:lnTo>
                  <a:lnTo>
                    <a:pt x="1265" y="2684"/>
                  </a:lnTo>
                  <a:lnTo>
                    <a:pt x="1440" y="2431"/>
                  </a:lnTo>
                  <a:lnTo>
                    <a:pt x="1653" y="2198"/>
                  </a:lnTo>
                  <a:lnTo>
                    <a:pt x="1848" y="1964"/>
                  </a:lnTo>
                  <a:lnTo>
                    <a:pt x="2081" y="1731"/>
                  </a:lnTo>
                  <a:lnTo>
                    <a:pt x="2314" y="1537"/>
                  </a:lnTo>
                  <a:lnTo>
                    <a:pt x="2548" y="1323"/>
                  </a:lnTo>
                  <a:lnTo>
                    <a:pt x="2800" y="1148"/>
                  </a:lnTo>
                  <a:lnTo>
                    <a:pt x="3053" y="973"/>
                  </a:lnTo>
                  <a:lnTo>
                    <a:pt x="3325" y="817"/>
                  </a:lnTo>
                  <a:lnTo>
                    <a:pt x="3597" y="662"/>
                  </a:lnTo>
                  <a:lnTo>
                    <a:pt x="3870" y="526"/>
                  </a:lnTo>
                  <a:lnTo>
                    <a:pt x="4161" y="409"/>
                  </a:lnTo>
                  <a:lnTo>
                    <a:pt x="4453" y="312"/>
                  </a:lnTo>
                  <a:lnTo>
                    <a:pt x="4764" y="215"/>
                  </a:lnTo>
                  <a:lnTo>
                    <a:pt x="5075" y="137"/>
                  </a:lnTo>
                  <a:lnTo>
                    <a:pt x="5386" y="79"/>
                  </a:lnTo>
                  <a:lnTo>
                    <a:pt x="5697" y="40"/>
                  </a:lnTo>
                  <a:lnTo>
                    <a:pt x="6028" y="20"/>
                  </a:lnTo>
                  <a:lnTo>
                    <a:pt x="6358" y="1"/>
                  </a:lnTo>
                  <a:lnTo>
                    <a:pt x="6358" y="1"/>
                  </a:lnTo>
                  <a:lnTo>
                    <a:pt x="6689" y="20"/>
                  </a:lnTo>
                  <a:lnTo>
                    <a:pt x="7000" y="40"/>
                  </a:lnTo>
                  <a:lnTo>
                    <a:pt x="7330" y="79"/>
                  </a:lnTo>
                  <a:lnTo>
                    <a:pt x="7641" y="137"/>
                  </a:lnTo>
                  <a:lnTo>
                    <a:pt x="7933" y="215"/>
                  </a:lnTo>
                  <a:lnTo>
                    <a:pt x="8244" y="312"/>
                  </a:lnTo>
                  <a:lnTo>
                    <a:pt x="8535" y="409"/>
                  </a:lnTo>
                  <a:lnTo>
                    <a:pt x="8827" y="526"/>
                  </a:lnTo>
                  <a:lnTo>
                    <a:pt x="9119" y="662"/>
                  </a:lnTo>
                  <a:lnTo>
                    <a:pt x="9391" y="817"/>
                  </a:lnTo>
                  <a:lnTo>
                    <a:pt x="9643" y="973"/>
                  </a:lnTo>
                  <a:lnTo>
                    <a:pt x="9916" y="1148"/>
                  </a:lnTo>
                  <a:lnTo>
                    <a:pt x="10149" y="1323"/>
                  </a:lnTo>
                  <a:lnTo>
                    <a:pt x="10402" y="1537"/>
                  </a:lnTo>
                  <a:lnTo>
                    <a:pt x="10635" y="1731"/>
                  </a:lnTo>
                  <a:lnTo>
                    <a:pt x="10849" y="1964"/>
                  </a:lnTo>
                  <a:lnTo>
                    <a:pt x="11063" y="2198"/>
                  </a:lnTo>
                  <a:lnTo>
                    <a:pt x="11257" y="2431"/>
                  </a:lnTo>
                  <a:lnTo>
                    <a:pt x="11451" y="2684"/>
                  </a:lnTo>
                  <a:lnTo>
                    <a:pt x="11626" y="2956"/>
                  </a:lnTo>
                  <a:lnTo>
                    <a:pt x="11782" y="3228"/>
                  </a:lnTo>
                  <a:lnTo>
                    <a:pt x="11937" y="3500"/>
                  </a:lnTo>
                  <a:lnTo>
                    <a:pt x="12093" y="3792"/>
                  </a:lnTo>
                  <a:lnTo>
                    <a:pt x="12210" y="4083"/>
                  </a:lnTo>
                  <a:lnTo>
                    <a:pt x="12326" y="4394"/>
                  </a:lnTo>
                  <a:lnTo>
                    <a:pt x="12423" y="4705"/>
                  </a:lnTo>
                  <a:lnTo>
                    <a:pt x="12521" y="5016"/>
                  </a:lnTo>
                  <a:lnTo>
                    <a:pt x="12579" y="5327"/>
                  </a:lnTo>
                  <a:lnTo>
                    <a:pt x="12637" y="5658"/>
                  </a:lnTo>
                  <a:lnTo>
                    <a:pt x="12676" y="6008"/>
                  </a:lnTo>
                  <a:lnTo>
                    <a:pt x="12696" y="6338"/>
                  </a:lnTo>
                  <a:lnTo>
                    <a:pt x="12715" y="668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36"/>
            <p:cNvSpPr/>
            <p:nvPr/>
          </p:nvSpPr>
          <p:spPr>
            <a:xfrm>
              <a:off x="3168632" y="-529744"/>
              <a:ext cx="394673" cy="432038"/>
            </a:xfrm>
            <a:custGeom>
              <a:rect b="b" l="l" r="r" t="t"/>
              <a:pathLst>
                <a:path extrusionOk="0" h="13921" w="12716">
                  <a:moveTo>
                    <a:pt x="6358" y="1"/>
                  </a:moveTo>
                  <a:lnTo>
                    <a:pt x="6028" y="20"/>
                  </a:lnTo>
                  <a:lnTo>
                    <a:pt x="5697" y="40"/>
                  </a:lnTo>
                  <a:lnTo>
                    <a:pt x="5386" y="79"/>
                  </a:lnTo>
                  <a:lnTo>
                    <a:pt x="5075" y="137"/>
                  </a:lnTo>
                  <a:lnTo>
                    <a:pt x="4764" y="215"/>
                  </a:lnTo>
                  <a:lnTo>
                    <a:pt x="4453" y="312"/>
                  </a:lnTo>
                  <a:lnTo>
                    <a:pt x="4161" y="409"/>
                  </a:lnTo>
                  <a:lnTo>
                    <a:pt x="3870" y="526"/>
                  </a:lnTo>
                  <a:lnTo>
                    <a:pt x="3597" y="662"/>
                  </a:lnTo>
                  <a:lnTo>
                    <a:pt x="3325" y="817"/>
                  </a:lnTo>
                  <a:lnTo>
                    <a:pt x="3053" y="973"/>
                  </a:lnTo>
                  <a:lnTo>
                    <a:pt x="2800" y="1148"/>
                  </a:lnTo>
                  <a:lnTo>
                    <a:pt x="2548" y="1323"/>
                  </a:lnTo>
                  <a:lnTo>
                    <a:pt x="2314" y="1537"/>
                  </a:lnTo>
                  <a:lnTo>
                    <a:pt x="2081" y="1731"/>
                  </a:lnTo>
                  <a:lnTo>
                    <a:pt x="1848" y="1964"/>
                  </a:lnTo>
                  <a:lnTo>
                    <a:pt x="1653" y="2198"/>
                  </a:lnTo>
                  <a:lnTo>
                    <a:pt x="1440" y="2431"/>
                  </a:lnTo>
                  <a:lnTo>
                    <a:pt x="1265" y="2684"/>
                  </a:lnTo>
                  <a:lnTo>
                    <a:pt x="1070" y="2956"/>
                  </a:lnTo>
                  <a:lnTo>
                    <a:pt x="915" y="3228"/>
                  </a:lnTo>
                  <a:lnTo>
                    <a:pt x="759" y="3500"/>
                  </a:lnTo>
                  <a:lnTo>
                    <a:pt x="623" y="3792"/>
                  </a:lnTo>
                  <a:lnTo>
                    <a:pt x="487" y="4083"/>
                  </a:lnTo>
                  <a:lnTo>
                    <a:pt x="370" y="4394"/>
                  </a:lnTo>
                  <a:lnTo>
                    <a:pt x="273" y="4705"/>
                  </a:lnTo>
                  <a:lnTo>
                    <a:pt x="195" y="5016"/>
                  </a:lnTo>
                  <a:lnTo>
                    <a:pt x="118" y="5327"/>
                  </a:lnTo>
                  <a:lnTo>
                    <a:pt x="59" y="5658"/>
                  </a:lnTo>
                  <a:lnTo>
                    <a:pt x="20" y="6008"/>
                  </a:lnTo>
                  <a:lnTo>
                    <a:pt x="1" y="6338"/>
                  </a:lnTo>
                  <a:lnTo>
                    <a:pt x="1" y="6688"/>
                  </a:lnTo>
                  <a:lnTo>
                    <a:pt x="1" y="7019"/>
                  </a:lnTo>
                  <a:lnTo>
                    <a:pt x="20" y="7369"/>
                  </a:lnTo>
                  <a:lnTo>
                    <a:pt x="59" y="7719"/>
                  </a:lnTo>
                  <a:lnTo>
                    <a:pt x="118" y="8049"/>
                  </a:lnTo>
                  <a:lnTo>
                    <a:pt x="195" y="8380"/>
                  </a:lnTo>
                  <a:lnTo>
                    <a:pt x="273" y="8710"/>
                  </a:lnTo>
                  <a:lnTo>
                    <a:pt x="370" y="9041"/>
                  </a:lnTo>
                  <a:lnTo>
                    <a:pt x="487" y="9371"/>
                  </a:lnTo>
                  <a:lnTo>
                    <a:pt x="623" y="9682"/>
                  </a:lnTo>
                  <a:lnTo>
                    <a:pt x="759" y="9993"/>
                  </a:lnTo>
                  <a:lnTo>
                    <a:pt x="915" y="10304"/>
                  </a:lnTo>
                  <a:lnTo>
                    <a:pt x="1070" y="10596"/>
                  </a:lnTo>
                  <a:lnTo>
                    <a:pt x="1265" y="10887"/>
                  </a:lnTo>
                  <a:lnTo>
                    <a:pt x="1440" y="11160"/>
                  </a:lnTo>
                  <a:lnTo>
                    <a:pt x="1653" y="11432"/>
                  </a:lnTo>
                  <a:lnTo>
                    <a:pt x="1848" y="11685"/>
                  </a:lnTo>
                  <a:lnTo>
                    <a:pt x="2081" y="11937"/>
                  </a:lnTo>
                  <a:lnTo>
                    <a:pt x="2314" y="12171"/>
                  </a:lnTo>
                  <a:lnTo>
                    <a:pt x="2548" y="12384"/>
                  </a:lnTo>
                  <a:lnTo>
                    <a:pt x="2800" y="12598"/>
                  </a:lnTo>
                  <a:lnTo>
                    <a:pt x="3053" y="12812"/>
                  </a:lnTo>
                  <a:lnTo>
                    <a:pt x="3325" y="12987"/>
                  </a:lnTo>
                  <a:lnTo>
                    <a:pt x="3597" y="13162"/>
                  </a:lnTo>
                  <a:lnTo>
                    <a:pt x="3870" y="13318"/>
                  </a:lnTo>
                  <a:lnTo>
                    <a:pt x="4161" y="13454"/>
                  </a:lnTo>
                  <a:lnTo>
                    <a:pt x="4453" y="13570"/>
                  </a:lnTo>
                  <a:lnTo>
                    <a:pt x="4764" y="13687"/>
                  </a:lnTo>
                  <a:lnTo>
                    <a:pt x="5075" y="13765"/>
                  </a:lnTo>
                  <a:lnTo>
                    <a:pt x="5386" y="13842"/>
                  </a:lnTo>
                  <a:lnTo>
                    <a:pt x="5697" y="13881"/>
                  </a:lnTo>
                  <a:lnTo>
                    <a:pt x="6028" y="13920"/>
                  </a:lnTo>
                  <a:lnTo>
                    <a:pt x="6689" y="13920"/>
                  </a:lnTo>
                  <a:lnTo>
                    <a:pt x="7000" y="13881"/>
                  </a:lnTo>
                  <a:lnTo>
                    <a:pt x="7330" y="13842"/>
                  </a:lnTo>
                  <a:lnTo>
                    <a:pt x="7641" y="13765"/>
                  </a:lnTo>
                  <a:lnTo>
                    <a:pt x="7933" y="13687"/>
                  </a:lnTo>
                  <a:lnTo>
                    <a:pt x="8244" y="13570"/>
                  </a:lnTo>
                  <a:lnTo>
                    <a:pt x="8535" y="13454"/>
                  </a:lnTo>
                  <a:lnTo>
                    <a:pt x="8827" y="13318"/>
                  </a:lnTo>
                  <a:lnTo>
                    <a:pt x="9119" y="13162"/>
                  </a:lnTo>
                  <a:lnTo>
                    <a:pt x="9391" y="12987"/>
                  </a:lnTo>
                  <a:lnTo>
                    <a:pt x="9643" y="12812"/>
                  </a:lnTo>
                  <a:lnTo>
                    <a:pt x="9916" y="12598"/>
                  </a:lnTo>
                  <a:lnTo>
                    <a:pt x="10149" y="12384"/>
                  </a:lnTo>
                  <a:lnTo>
                    <a:pt x="10402" y="12171"/>
                  </a:lnTo>
                  <a:lnTo>
                    <a:pt x="10635" y="11937"/>
                  </a:lnTo>
                  <a:lnTo>
                    <a:pt x="10849" y="11685"/>
                  </a:lnTo>
                  <a:lnTo>
                    <a:pt x="11063" y="11432"/>
                  </a:lnTo>
                  <a:lnTo>
                    <a:pt x="11257" y="11160"/>
                  </a:lnTo>
                  <a:lnTo>
                    <a:pt x="11451" y="10887"/>
                  </a:lnTo>
                  <a:lnTo>
                    <a:pt x="11626" y="10596"/>
                  </a:lnTo>
                  <a:lnTo>
                    <a:pt x="11782" y="10304"/>
                  </a:lnTo>
                  <a:lnTo>
                    <a:pt x="11937" y="9993"/>
                  </a:lnTo>
                  <a:lnTo>
                    <a:pt x="12093" y="9682"/>
                  </a:lnTo>
                  <a:lnTo>
                    <a:pt x="12210" y="9371"/>
                  </a:lnTo>
                  <a:lnTo>
                    <a:pt x="12326" y="9041"/>
                  </a:lnTo>
                  <a:lnTo>
                    <a:pt x="12423" y="8710"/>
                  </a:lnTo>
                  <a:lnTo>
                    <a:pt x="12521" y="8380"/>
                  </a:lnTo>
                  <a:lnTo>
                    <a:pt x="12579" y="8049"/>
                  </a:lnTo>
                  <a:lnTo>
                    <a:pt x="12637" y="7719"/>
                  </a:lnTo>
                  <a:lnTo>
                    <a:pt x="12676" y="7369"/>
                  </a:lnTo>
                  <a:lnTo>
                    <a:pt x="12696" y="7019"/>
                  </a:lnTo>
                  <a:lnTo>
                    <a:pt x="12715" y="6688"/>
                  </a:lnTo>
                  <a:lnTo>
                    <a:pt x="12696" y="6338"/>
                  </a:lnTo>
                  <a:lnTo>
                    <a:pt x="12676" y="6008"/>
                  </a:lnTo>
                  <a:lnTo>
                    <a:pt x="12637" y="5658"/>
                  </a:lnTo>
                  <a:lnTo>
                    <a:pt x="12579" y="5327"/>
                  </a:lnTo>
                  <a:lnTo>
                    <a:pt x="12521" y="5016"/>
                  </a:lnTo>
                  <a:lnTo>
                    <a:pt x="12423" y="4705"/>
                  </a:lnTo>
                  <a:lnTo>
                    <a:pt x="12326" y="4394"/>
                  </a:lnTo>
                  <a:lnTo>
                    <a:pt x="12210" y="4083"/>
                  </a:lnTo>
                  <a:lnTo>
                    <a:pt x="12093" y="3792"/>
                  </a:lnTo>
                  <a:lnTo>
                    <a:pt x="11937" y="3500"/>
                  </a:lnTo>
                  <a:lnTo>
                    <a:pt x="11782" y="3228"/>
                  </a:lnTo>
                  <a:lnTo>
                    <a:pt x="11626" y="2956"/>
                  </a:lnTo>
                  <a:lnTo>
                    <a:pt x="11451" y="2684"/>
                  </a:lnTo>
                  <a:lnTo>
                    <a:pt x="11257" y="2431"/>
                  </a:lnTo>
                  <a:lnTo>
                    <a:pt x="11063" y="2198"/>
                  </a:lnTo>
                  <a:lnTo>
                    <a:pt x="10849" y="1964"/>
                  </a:lnTo>
                  <a:lnTo>
                    <a:pt x="10635" y="1731"/>
                  </a:lnTo>
                  <a:lnTo>
                    <a:pt x="10402" y="1537"/>
                  </a:lnTo>
                  <a:lnTo>
                    <a:pt x="10149" y="1323"/>
                  </a:lnTo>
                  <a:lnTo>
                    <a:pt x="9916" y="1148"/>
                  </a:lnTo>
                  <a:lnTo>
                    <a:pt x="9643" y="973"/>
                  </a:lnTo>
                  <a:lnTo>
                    <a:pt x="9391" y="817"/>
                  </a:lnTo>
                  <a:lnTo>
                    <a:pt x="9119" y="662"/>
                  </a:lnTo>
                  <a:lnTo>
                    <a:pt x="8827" y="526"/>
                  </a:lnTo>
                  <a:lnTo>
                    <a:pt x="8535" y="409"/>
                  </a:lnTo>
                  <a:lnTo>
                    <a:pt x="8244" y="312"/>
                  </a:lnTo>
                  <a:lnTo>
                    <a:pt x="7933" y="215"/>
                  </a:lnTo>
                  <a:lnTo>
                    <a:pt x="7641" y="137"/>
                  </a:lnTo>
                  <a:lnTo>
                    <a:pt x="7330" y="79"/>
                  </a:lnTo>
                  <a:lnTo>
                    <a:pt x="7000" y="40"/>
                  </a:lnTo>
                  <a:lnTo>
                    <a:pt x="6689" y="20"/>
                  </a:lnTo>
                  <a:lnTo>
                    <a:pt x="63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36"/>
            <p:cNvSpPr/>
            <p:nvPr/>
          </p:nvSpPr>
          <p:spPr>
            <a:xfrm>
              <a:off x="3168632" y="-529744"/>
              <a:ext cx="394673" cy="432038"/>
            </a:xfrm>
            <a:custGeom>
              <a:rect b="b" l="l" r="r" t="t"/>
              <a:pathLst>
                <a:path extrusionOk="0" fill="none" h="13921" w="12716">
                  <a:moveTo>
                    <a:pt x="12715" y="6688"/>
                  </a:moveTo>
                  <a:lnTo>
                    <a:pt x="12715" y="6688"/>
                  </a:lnTo>
                  <a:lnTo>
                    <a:pt x="12696" y="7019"/>
                  </a:lnTo>
                  <a:lnTo>
                    <a:pt x="12676" y="7369"/>
                  </a:lnTo>
                  <a:lnTo>
                    <a:pt x="12637" y="7719"/>
                  </a:lnTo>
                  <a:lnTo>
                    <a:pt x="12579" y="8049"/>
                  </a:lnTo>
                  <a:lnTo>
                    <a:pt x="12521" y="8380"/>
                  </a:lnTo>
                  <a:lnTo>
                    <a:pt x="12423" y="8710"/>
                  </a:lnTo>
                  <a:lnTo>
                    <a:pt x="12326" y="9041"/>
                  </a:lnTo>
                  <a:lnTo>
                    <a:pt x="12210" y="9371"/>
                  </a:lnTo>
                  <a:lnTo>
                    <a:pt x="12093" y="9682"/>
                  </a:lnTo>
                  <a:lnTo>
                    <a:pt x="11937" y="9993"/>
                  </a:lnTo>
                  <a:lnTo>
                    <a:pt x="11782" y="10304"/>
                  </a:lnTo>
                  <a:lnTo>
                    <a:pt x="11626" y="10596"/>
                  </a:lnTo>
                  <a:lnTo>
                    <a:pt x="11451" y="10887"/>
                  </a:lnTo>
                  <a:lnTo>
                    <a:pt x="11257" y="11160"/>
                  </a:lnTo>
                  <a:lnTo>
                    <a:pt x="11063" y="11432"/>
                  </a:lnTo>
                  <a:lnTo>
                    <a:pt x="10849" y="11685"/>
                  </a:lnTo>
                  <a:lnTo>
                    <a:pt x="10635" y="11937"/>
                  </a:lnTo>
                  <a:lnTo>
                    <a:pt x="10402" y="12171"/>
                  </a:lnTo>
                  <a:lnTo>
                    <a:pt x="10149" y="12384"/>
                  </a:lnTo>
                  <a:lnTo>
                    <a:pt x="9916" y="12598"/>
                  </a:lnTo>
                  <a:lnTo>
                    <a:pt x="9643" y="12812"/>
                  </a:lnTo>
                  <a:lnTo>
                    <a:pt x="9391" y="12987"/>
                  </a:lnTo>
                  <a:lnTo>
                    <a:pt x="9119" y="13162"/>
                  </a:lnTo>
                  <a:lnTo>
                    <a:pt x="8827" y="13318"/>
                  </a:lnTo>
                  <a:lnTo>
                    <a:pt x="8535" y="13454"/>
                  </a:lnTo>
                  <a:lnTo>
                    <a:pt x="8244" y="13570"/>
                  </a:lnTo>
                  <a:lnTo>
                    <a:pt x="7933" y="13687"/>
                  </a:lnTo>
                  <a:lnTo>
                    <a:pt x="7641" y="13765"/>
                  </a:lnTo>
                  <a:lnTo>
                    <a:pt x="7330" y="13842"/>
                  </a:lnTo>
                  <a:lnTo>
                    <a:pt x="7000" y="13881"/>
                  </a:lnTo>
                  <a:lnTo>
                    <a:pt x="6689" y="13920"/>
                  </a:lnTo>
                  <a:lnTo>
                    <a:pt x="6358" y="13920"/>
                  </a:lnTo>
                  <a:lnTo>
                    <a:pt x="6358" y="13920"/>
                  </a:lnTo>
                  <a:lnTo>
                    <a:pt x="6028" y="13920"/>
                  </a:lnTo>
                  <a:lnTo>
                    <a:pt x="5697" y="13881"/>
                  </a:lnTo>
                  <a:lnTo>
                    <a:pt x="5386" y="13842"/>
                  </a:lnTo>
                  <a:lnTo>
                    <a:pt x="5075" y="13765"/>
                  </a:lnTo>
                  <a:lnTo>
                    <a:pt x="4764" y="13687"/>
                  </a:lnTo>
                  <a:lnTo>
                    <a:pt x="4453" y="13570"/>
                  </a:lnTo>
                  <a:lnTo>
                    <a:pt x="4161" y="13454"/>
                  </a:lnTo>
                  <a:lnTo>
                    <a:pt x="3870" y="13318"/>
                  </a:lnTo>
                  <a:lnTo>
                    <a:pt x="3597" y="13162"/>
                  </a:lnTo>
                  <a:lnTo>
                    <a:pt x="3325" y="12987"/>
                  </a:lnTo>
                  <a:lnTo>
                    <a:pt x="3053" y="12812"/>
                  </a:lnTo>
                  <a:lnTo>
                    <a:pt x="2800" y="12598"/>
                  </a:lnTo>
                  <a:lnTo>
                    <a:pt x="2548" y="12384"/>
                  </a:lnTo>
                  <a:lnTo>
                    <a:pt x="2314" y="12171"/>
                  </a:lnTo>
                  <a:lnTo>
                    <a:pt x="2081" y="11937"/>
                  </a:lnTo>
                  <a:lnTo>
                    <a:pt x="1848" y="11685"/>
                  </a:lnTo>
                  <a:lnTo>
                    <a:pt x="1653" y="11432"/>
                  </a:lnTo>
                  <a:lnTo>
                    <a:pt x="1440" y="11160"/>
                  </a:lnTo>
                  <a:lnTo>
                    <a:pt x="1265" y="10887"/>
                  </a:lnTo>
                  <a:lnTo>
                    <a:pt x="1070" y="10596"/>
                  </a:lnTo>
                  <a:lnTo>
                    <a:pt x="915" y="10304"/>
                  </a:lnTo>
                  <a:lnTo>
                    <a:pt x="759" y="9993"/>
                  </a:lnTo>
                  <a:lnTo>
                    <a:pt x="623" y="9682"/>
                  </a:lnTo>
                  <a:lnTo>
                    <a:pt x="487" y="9371"/>
                  </a:lnTo>
                  <a:lnTo>
                    <a:pt x="370" y="9041"/>
                  </a:lnTo>
                  <a:lnTo>
                    <a:pt x="273" y="8710"/>
                  </a:lnTo>
                  <a:lnTo>
                    <a:pt x="195" y="8380"/>
                  </a:lnTo>
                  <a:lnTo>
                    <a:pt x="118" y="8049"/>
                  </a:lnTo>
                  <a:lnTo>
                    <a:pt x="59" y="7719"/>
                  </a:lnTo>
                  <a:lnTo>
                    <a:pt x="20" y="7369"/>
                  </a:lnTo>
                  <a:lnTo>
                    <a:pt x="1" y="7019"/>
                  </a:lnTo>
                  <a:lnTo>
                    <a:pt x="1" y="6688"/>
                  </a:lnTo>
                  <a:lnTo>
                    <a:pt x="1" y="6688"/>
                  </a:lnTo>
                  <a:lnTo>
                    <a:pt x="1" y="6338"/>
                  </a:lnTo>
                  <a:lnTo>
                    <a:pt x="20" y="6008"/>
                  </a:lnTo>
                  <a:lnTo>
                    <a:pt x="59" y="5658"/>
                  </a:lnTo>
                  <a:lnTo>
                    <a:pt x="118" y="5327"/>
                  </a:lnTo>
                  <a:lnTo>
                    <a:pt x="195" y="5016"/>
                  </a:lnTo>
                  <a:lnTo>
                    <a:pt x="273" y="4705"/>
                  </a:lnTo>
                  <a:lnTo>
                    <a:pt x="370" y="4394"/>
                  </a:lnTo>
                  <a:lnTo>
                    <a:pt x="487" y="4083"/>
                  </a:lnTo>
                  <a:lnTo>
                    <a:pt x="623" y="3792"/>
                  </a:lnTo>
                  <a:lnTo>
                    <a:pt x="759" y="3500"/>
                  </a:lnTo>
                  <a:lnTo>
                    <a:pt x="915" y="3228"/>
                  </a:lnTo>
                  <a:lnTo>
                    <a:pt x="1070" y="2956"/>
                  </a:lnTo>
                  <a:lnTo>
                    <a:pt x="1265" y="2684"/>
                  </a:lnTo>
                  <a:lnTo>
                    <a:pt x="1440" y="2431"/>
                  </a:lnTo>
                  <a:lnTo>
                    <a:pt x="1653" y="2198"/>
                  </a:lnTo>
                  <a:lnTo>
                    <a:pt x="1848" y="1964"/>
                  </a:lnTo>
                  <a:lnTo>
                    <a:pt x="2081" y="1731"/>
                  </a:lnTo>
                  <a:lnTo>
                    <a:pt x="2314" y="1537"/>
                  </a:lnTo>
                  <a:lnTo>
                    <a:pt x="2548" y="1323"/>
                  </a:lnTo>
                  <a:lnTo>
                    <a:pt x="2800" y="1148"/>
                  </a:lnTo>
                  <a:lnTo>
                    <a:pt x="3053" y="973"/>
                  </a:lnTo>
                  <a:lnTo>
                    <a:pt x="3325" y="817"/>
                  </a:lnTo>
                  <a:lnTo>
                    <a:pt x="3597" y="662"/>
                  </a:lnTo>
                  <a:lnTo>
                    <a:pt x="3870" y="526"/>
                  </a:lnTo>
                  <a:lnTo>
                    <a:pt x="4161" y="409"/>
                  </a:lnTo>
                  <a:lnTo>
                    <a:pt x="4453" y="312"/>
                  </a:lnTo>
                  <a:lnTo>
                    <a:pt x="4764" y="215"/>
                  </a:lnTo>
                  <a:lnTo>
                    <a:pt x="5075" y="137"/>
                  </a:lnTo>
                  <a:lnTo>
                    <a:pt x="5386" y="79"/>
                  </a:lnTo>
                  <a:lnTo>
                    <a:pt x="5697" y="40"/>
                  </a:lnTo>
                  <a:lnTo>
                    <a:pt x="6028" y="20"/>
                  </a:lnTo>
                  <a:lnTo>
                    <a:pt x="6358" y="1"/>
                  </a:lnTo>
                  <a:lnTo>
                    <a:pt x="6358" y="1"/>
                  </a:lnTo>
                  <a:lnTo>
                    <a:pt x="6689" y="20"/>
                  </a:lnTo>
                  <a:lnTo>
                    <a:pt x="7000" y="40"/>
                  </a:lnTo>
                  <a:lnTo>
                    <a:pt x="7330" y="79"/>
                  </a:lnTo>
                  <a:lnTo>
                    <a:pt x="7641" y="137"/>
                  </a:lnTo>
                  <a:lnTo>
                    <a:pt x="7933" y="215"/>
                  </a:lnTo>
                  <a:lnTo>
                    <a:pt x="8244" y="312"/>
                  </a:lnTo>
                  <a:lnTo>
                    <a:pt x="8535" y="409"/>
                  </a:lnTo>
                  <a:lnTo>
                    <a:pt x="8827" y="526"/>
                  </a:lnTo>
                  <a:lnTo>
                    <a:pt x="9119" y="662"/>
                  </a:lnTo>
                  <a:lnTo>
                    <a:pt x="9391" y="817"/>
                  </a:lnTo>
                  <a:lnTo>
                    <a:pt x="9643" y="973"/>
                  </a:lnTo>
                  <a:lnTo>
                    <a:pt x="9916" y="1148"/>
                  </a:lnTo>
                  <a:lnTo>
                    <a:pt x="10149" y="1323"/>
                  </a:lnTo>
                  <a:lnTo>
                    <a:pt x="10402" y="1537"/>
                  </a:lnTo>
                  <a:lnTo>
                    <a:pt x="10635" y="1731"/>
                  </a:lnTo>
                  <a:lnTo>
                    <a:pt x="10849" y="1964"/>
                  </a:lnTo>
                  <a:lnTo>
                    <a:pt x="11063" y="2198"/>
                  </a:lnTo>
                  <a:lnTo>
                    <a:pt x="11257" y="2431"/>
                  </a:lnTo>
                  <a:lnTo>
                    <a:pt x="11451" y="2684"/>
                  </a:lnTo>
                  <a:lnTo>
                    <a:pt x="11626" y="2956"/>
                  </a:lnTo>
                  <a:lnTo>
                    <a:pt x="11782" y="3228"/>
                  </a:lnTo>
                  <a:lnTo>
                    <a:pt x="11937" y="3500"/>
                  </a:lnTo>
                  <a:lnTo>
                    <a:pt x="12093" y="3792"/>
                  </a:lnTo>
                  <a:lnTo>
                    <a:pt x="12210" y="4083"/>
                  </a:lnTo>
                  <a:lnTo>
                    <a:pt x="12326" y="4394"/>
                  </a:lnTo>
                  <a:lnTo>
                    <a:pt x="12423" y="4705"/>
                  </a:lnTo>
                  <a:lnTo>
                    <a:pt x="12521" y="5016"/>
                  </a:lnTo>
                  <a:lnTo>
                    <a:pt x="12579" y="5327"/>
                  </a:lnTo>
                  <a:lnTo>
                    <a:pt x="12637" y="5658"/>
                  </a:lnTo>
                  <a:lnTo>
                    <a:pt x="12676" y="6008"/>
                  </a:lnTo>
                  <a:lnTo>
                    <a:pt x="12696" y="6338"/>
                  </a:lnTo>
                  <a:lnTo>
                    <a:pt x="12715" y="668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36"/>
            <p:cNvSpPr/>
            <p:nvPr/>
          </p:nvSpPr>
          <p:spPr>
            <a:xfrm>
              <a:off x="3215094" y="-400603"/>
              <a:ext cx="301747" cy="71815"/>
            </a:xfrm>
            <a:custGeom>
              <a:rect b="b" l="l" r="r" t="t"/>
              <a:pathLst>
                <a:path extrusionOk="0" h="2314" w="9722">
                  <a:moveTo>
                    <a:pt x="1206" y="0"/>
                  </a:moveTo>
                  <a:lnTo>
                    <a:pt x="1090" y="19"/>
                  </a:lnTo>
                  <a:lnTo>
                    <a:pt x="1012" y="78"/>
                  </a:lnTo>
                  <a:lnTo>
                    <a:pt x="934" y="156"/>
                  </a:lnTo>
                  <a:lnTo>
                    <a:pt x="40" y="1555"/>
                  </a:lnTo>
                  <a:lnTo>
                    <a:pt x="20" y="1633"/>
                  </a:lnTo>
                  <a:lnTo>
                    <a:pt x="1" y="1711"/>
                  </a:lnTo>
                  <a:lnTo>
                    <a:pt x="1" y="1789"/>
                  </a:lnTo>
                  <a:lnTo>
                    <a:pt x="20" y="1866"/>
                  </a:lnTo>
                  <a:lnTo>
                    <a:pt x="59" y="1944"/>
                  </a:lnTo>
                  <a:lnTo>
                    <a:pt x="118" y="2002"/>
                  </a:lnTo>
                  <a:lnTo>
                    <a:pt x="195" y="2041"/>
                  </a:lnTo>
                  <a:lnTo>
                    <a:pt x="273" y="2061"/>
                  </a:lnTo>
                  <a:lnTo>
                    <a:pt x="1673" y="2313"/>
                  </a:lnTo>
                  <a:lnTo>
                    <a:pt x="8030" y="2313"/>
                  </a:lnTo>
                  <a:lnTo>
                    <a:pt x="9449" y="2061"/>
                  </a:lnTo>
                  <a:lnTo>
                    <a:pt x="9527" y="2041"/>
                  </a:lnTo>
                  <a:lnTo>
                    <a:pt x="9585" y="2002"/>
                  </a:lnTo>
                  <a:lnTo>
                    <a:pt x="9643" y="1944"/>
                  </a:lnTo>
                  <a:lnTo>
                    <a:pt x="9682" y="1866"/>
                  </a:lnTo>
                  <a:lnTo>
                    <a:pt x="9702" y="1789"/>
                  </a:lnTo>
                  <a:lnTo>
                    <a:pt x="9721" y="1711"/>
                  </a:lnTo>
                  <a:lnTo>
                    <a:pt x="9702" y="1633"/>
                  </a:lnTo>
                  <a:lnTo>
                    <a:pt x="9663" y="1555"/>
                  </a:lnTo>
                  <a:lnTo>
                    <a:pt x="8769" y="156"/>
                  </a:lnTo>
                  <a:lnTo>
                    <a:pt x="8710" y="78"/>
                  </a:lnTo>
                  <a:lnTo>
                    <a:pt x="8613" y="19"/>
                  </a:lnTo>
                  <a:lnTo>
                    <a:pt x="8516" y="0"/>
                  </a:lnTo>
                  <a:lnTo>
                    <a:pt x="8419" y="19"/>
                  </a:lnTo>
                  <a:lnTo>
                    <a:pt x="7174" y="311"/>
                  </a:lnTo>
                  <a:lnTo>
                    <a:pt x="2548" y="311"/>
                  </a:lnTo>
                  <a:lnTo>
                    <a:pt x="1303" y="19"/>
                  </a:lnTo>
                  <a:lnTo>
                    <a:pt x="12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36"/>
            <p:cNvSpPr/>
            <p:nvPr/>
          </p:nvSpPr>
          <p:spPr>
            <a:xfrm>
              <a:off x="3215094" y="-400603"/>
              <a:ext cx="301747" cy="71815"/>
            </a:xfrm>
            <a:custGeom>
              <a:rect b="b" l="l" r="r" t="t"/>
              <a:pathLst>
                <a:path extrusionOk="0" fill="none" h="2314" w="9722">
                  <a:moveTo>
                    <a:pt x="9663" y="1555"/>
                  </a:moveTo>
                  <a:lnTo>
                    <a:pt x="8769" y="156"/>
                  </a:lnTo>
                  <a:lnTo>
                    <a:pt x="8769" y="156"/>
                  </a:lnTo>
                  <a:lnTo>
                    <a:pt x="8710" y="78"/>
                  </a:lnTo>
                  <a:lnTo>
                    <a:pt x="8613" y="19"/>
                  </a:lnTo>
                  <a:lnTo>
                    <a:pt x="8516" y="0"/>
                  </a:lnTo>
                  <a:lnTo>
                    <a:pt x="8419" y="19"/>
                  </a:lnTo>
                  <a:lnTo>
                    <a:pt x="7174" y="311"/>
                  </a:lnTo>
                  <a:lnTo>
                    <a:pt x="5055" y="311"/>
                  </a:lnTo>
                  <a:lnTo>
                    <a:pt x="4647" y="311"/>
                  </a:lnTo>
                  <a:lnTo>
                    <a:pt x="2548" y="311"/>
                  </a:lnTo>
                  <a:lnTo>
                    <a:pt x="1303" y="19"/>
                  </a:lnTo>
                  <a:lnTo>
                    <a:pt x="1303" y="19"/>
                  </a:lnTo>
                  <a:lnTo>
                    <a:pt x="1206" y="0"/>
                  </a:lnTo>
                  <a:lnTo>
                    <a:pt x="1090" y="19"/>
                  </a:lnTo>
                  <a:lnTo>
                    <a:pt x="1012" y="78"/>
                  </a:lnTo>
                  <a:lnTo>
                    <a:pt x="934" y="156"/>
                  </a:lnTo>
                  <a:lnTo>
                    <a:pt x="40" y="1555"/>
                  </a:lnTo>
                  <a:lnTo>
                    <a:pt x="40" y="1555"/>
                  </a:lnTo>
                  <a:lnTo>
                    <a:pt x="20" y="1633"/>
                  </a:lnTo>
                  <a:lnTo>
                    <a:pt x="1" y="1711"/>
                  </a:lnTo>
                  <a:lnTo>
                    <a:pt x="1" y="1789"/>
                  </a:lnTo>
                  <a:lnTo>
                    <a:pt x="20" y="1866"/>
                  </a:lnTo>
                  <a:lnTo>
                    <a:pt x="59" y="1944"/>
                  </a:lnTo>
                  <a:lnTo>
                    <a:pt x="118" y="2002"/>
                  </a:lnTo>
                  <a:lnTo>
                    <a:pt x="195" y="2041"/>
                  </a:lnTo>
                  <a:lnTo>
                    <a:pt x="273" y="2061"/>
                  </a:lnTo>
                  <a:lnTo>
                    <a:pt x="1673" y="2313"/>
                  </a:lnTo>
                  <a:lnTo>
                    <a:pt x="4647" y="2313"/>
                  </a:lnTo>
                  <a:lnTo>
                    <a:pt x="5055" y="2313"/>
                  </a:lnTo>
                  <a:lnTo>
                    <a:pt x="8030" y="2313"/>
                  </a:lnTo>
                  <a:lnTo>
                    <a:pt x="9449" y="2061"/>
                  </a:lnTo>
                  <a:lnTo>
                    <a:pt x="9449" y="2061"/>
                  </a:lnTo>
                  <a:lnTo>
                    <a:pt x="9527" y="2041"/>
                  </a:lnTo>
                  <a:lnTo>
                    <a:pt x="9585" y="2002"/>
                  </a:lnTo>
                  <a:lnTo>
                    <a:pt x="9643" y="1944"/>
                  </a:lnTo>
                  <a:lnTo>
                    <a:pt x="9682" y="1866"/>
                  </a:lnTo>
                  <a:lnTo>
                    <a:pt x="9702" y="1789"/>
                  </a:lnTo>
                  <a:lnTo>
                    <a:pt x="9721" y="1711"/>
                  </a:lnTo>
                  <a:lnTo>
                    <a:pt x="9702" y="1633"/>
                  </a:lnTo>
                  <a:lnTo>
                    <a:pt x="9663" y="155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36"/>
            <p:cNvSpPr/>
            <p:nvPr/>
          </p:nvSpPr>
          <p:spPr>
            <a:xfrm>
              <a:off x="3168632" y="-348121"/>
              <a:ext cx="394673" cy="250421"/>
            </a:xfrm>
            <a:custGeom>
              <a:rect b="b" l="l" r="r" t="t"/>
              <a:pathLst>
                <a:path extrusionOk="0" h="8069" w="12716">
                  <a:moveTo>
                    <a:pt x="40" y="0"/>
                  </a:moveTo>
                  <a:lnTo>
                    <a:pt x="1" y="409"/>
                  </a:lnTo>
                  <a:lnTo>
                    <a:pt x="1" y="836"/>
                  </a:lnTo>
                  <a:lnTo>
                    <a:pt x="1" y="1167"/>
                  </a:lnTo>
                  <a:lnTo>
                    <a:pt x="20" y="1517"/>
                  </a:lnTo>
                  <a:lnTo>
                    <a:pt x="59" y="1867"/>
                  </a:lnTo>
                  <a:lnTo>
                    <a:pt x="118" y="2197"/>
                  </a:lnTo>
                  <a:lnTo>
                    <a:pt x="195" y="2528"/>
                  </a:lnTo>
                  <a:lnTo>
                    <a:pt x="273" y="2858"/>
                  </a:lnTo>
                  <a:lnTo>
                    <a:pt x="370" y="3189"/>
                  </a:lnTo>
                  <a:lnTo>
                    <a:pt x="487" y="3519"/>
                  </a:lnTo>
                  <a:lnTo>
                    <a:pt x="623" y="3830"/>
                  </a:lnTo>
                  <a:lnTo>
                    <a:pt x="759" y="4141"/>
                  </a:lnTo>
                  <a:lnTo>
                    <a:pt x="915" y="4452"/>
                  </a:lnTo>
                  <a:lnTo>
                    <a:pt x="1070" y="4744"/>
                  </a:lnTo>
                  <a:lnTo>
                    <a:pt x="1265" y="5035"/>
                  </a:lnTo>
                  <a:lnTo>
                    <a:pt x="1440" y="5308"/>
                  </a:lnTo>
                  <a:lnTo>
                    <a:pt x="1653" y="5580"/>
                  </a:lnTo>
                  <a:lnTo>
                    <a:pt x="1848" y="5833"/>
                  </a:lnTo>
                  <a:lnTo>
                    <a:pt x="2081" y="6085"/>
                  </a:lnTo>
                  <a:lnTo>
                    <a:pt x="2314" y="6319"/>
                  </a:lnTo>
                  <a:lnTo>
                    <a:pt x="2548" y="6532"/>
                  </a:lnTo>
                  <a:lnTo>
                    <a:pt x="2800" y="6746"/>
                  </a:lnTo>
                  <a:lnTo>
                    <a:pt x="3053" y="6960"/>
                  </a:lnTo>
                  <a:lnTo>
                    <a:pt x="3325" y="7135"/>
                  </a:lnTo>
                  <a:lnTo>
                    <a:pt x="3597" y="7310"/>
                  </a:lnTo>
                  <a:lnTo>
                    <a:pt x="3870" y="7466"/>
                  </a:lnTo>
                  <a:lnTo>
                    <a:pt x="4161" y="7602"/>
                  </a:lnTo>
                  <a:lnTo>
                    <a:pt x="4453" y="7718"/>
                  </a:lnTo>
                  <a:lnTo>
                    <a:pt x="4764" y="7835"/>
                  </a:lnTo>
                  <a:lnTo>
                    <a:pt x="5075" y="7913"/>
                  </a:lnTo>
                  <a:lnTo>
                    <a:pt x="5386" y="7990"/>
                  </a:lnTo>
                  <a:lnTo>
                    <a:pt x="5697" y="8029"/>
                  </a:lnTo>
                  <a:lnTo>
                    <a:pt x="6028" y="8068"/>
                  </a:lnTo>
                  <a:lnTo>
                    <a:pt x="6689" y="8068"/>
                  </a:lnTo>
                  <a:lnTo>
                    <a:pt x="7000" y="8029"/>
                  </a:lnTo>
                  <a:lnTo>
                    <a:pt x="7330" y="7990"/>
                  </a:lnTo>
                  <a:lnTo>
                    <a:pt x="7641" y="7913"/>
                  </a:lnTo>
                  <a:lnTo>
                    <a:pt x="7933" y="7835"/>
                  </a:lnTo>
                  <a:lnTo>
                    <a:pt x="8244" y="7718"/>
                  </a:lnTo>
                  <a:lnTo>
                    <a:pt x="8535" y="7602"/>
                  </a:lnTo>
                  <a:lnTo>
                    <a:pt x="8827" y="7466"/>
                  </a:lnTo>
                  <a:lnTo>
                    <a:pt x="9119" y="7310"/>
                  </a:lnTo>
                  <a:lnTo>
                    <a:pt x="9391" y="7135"/>
                  </a:lnTo>
                  <a:lnTo>
                    <a:pt x="9643" y="6960"/>
                  </a:lnTo>
                  <a:lnTo>
                    <a:pt x="9916" y="6746"/>
                  </a:lnTo>
                  <a:lnTo>
                    <a:pt x="10149" y="6532"/>
                  </a:lnTo>
                  <a:lnTo>
                    <a:pt x="10402" y="6319"/>
                  </a:lnTo>
                  <a:lnTo>
                    <a:pt x="10635" y="6085"/>
                  </a:lnTo>
                  <a:lnTo>
                    <a:pt x="10849" y="5833"/>
                  </a:lnTo>
                  <a:lnTo>
                    <a:pt x="11063" y="5580"/>
                  </a:lnTo>
                  <a:lnTo>
                    <a:pt x="11257" y="5308"/>
                  </a:lnTo>
                  <a:lnTo>
                    <a:pt x="11451" y="5035"/>
                  </a:lnTo>
                  <a:lnTo>
                    <a:pt x="11626" y="4744"/>
                  </a:lnTo>
                  <a:lnTo>
                    <a:pt x="11782" y="4452"/>
                  </a:lnTo>
                  <a:lnTo>
                    <a:pt x="11937" y="4141"/>
                  </a:lnTo>
                  <a:lnTo>
                    <a:pt x="12093" y="3830"/>
                  </a:lnTo>
                  <a:lnTo>
                    <a:pt x="12210" y="3519"/>
                  </a:lnTo>
                  <a:lnTo>
                    <a:pt x="12326" y="3189"/>
                  </a:lnTo>
                  <a:lnTo>
                    <a:pt x="12423" y="2858"/>
                  </a:lnTo>
                  <a:lnTo>
                    <a:pt x="12521" y="2528"/>
                  </a:lnTo>
                  <a:lnTo>
                    <a:pt x="12579" y="2197"/>
                  </a:lnTo>
                  <a:lnTo>
                    <a:pt x="12637" y="1867"/>
                  </a:lnTo>
                  <a:lnTo>
                    <a:pt x="12676" y="1517"/>
                  </a:lnTo>
                  <a:lnTo>
                    <a:pt x="12696" y="1167"/>
                  </a:lnTo>
                  <a:lnTo>
                    <a:pt x="12715" y="836"/>
                  </a:lnTo>
                  <a:lnTo>
                    <a:pt x="12696" y="409"/>
                  </a:lnTo>
                  <a:lnTo>
                    <a:pt x="12657" y="0"/>
                  </a:lnTo>
                  <a:lnTo>
                    <a:pt x="12618" y="311"/>
                  </a:lnTo>
                  <a:lnTo>
                    <a:pt x="12560" y="622"/>
                  </a:lnTo>
                  <a:lnTo>
                    <a:pt x="12501" y="934"/>
                  </a:lnTo>
                  <a:lnTo>
                    <a:pt x="12404" y="1245"/>
                  </a:lnTo>
                  <a:lnTo>
                    <a:pt x="12326" y="1556"/>
                  </a:lnTo>
                  <a:lnTo>
                    <a:pt x="12210" y="1847"/>
                  </a:lnTo>
                  <a:lnTo>
                    <a:pt x="12093" y="2139"/>
                  </a:lnTo>
                  <a:lnTo>
                    <a:pt x="11976" y="2430"/>
                  </a:lnTo>
                  <a:lnTo>
                    <a:pt x="11821" y="2703"/>
                  </a:lnTo>
                  <a:lnTo>
                    <a:pt x="11685" y="2975"/>
                  </a:lnTo>
                  <a:lnTo>
                    <a:pt x="11529" y="3247"/>
                  </a:lnTo>
                  <a:lnTo>
                    <a:pt x="11354" y="3500"/>
                  </a:lnTo>
                  <a:lnTo>
                    <a:pt x="11179" y="3752"/>
                  </a:lnTo>
                  <a:lnTo>
                    <a:pt x="10985" y="4005"/>
                  </a:lnTo>
                  <a:lnTo>
                    <a:pt x="10790" y="4238"/>
                  </a:lnTo>
                  <a:lnTo>
                    <a:pt x="10577" y="4472"/>
                  </a:lnTo>
                  <a:lnTo>
                    <a:pt x="10363" y="4686"/>
                  </a:lnTo>
                  <a:lnTo>
                    <a:pt x="10149" y="4880"/>
                  </a:lnTo>
                  <a:lnTo>
                    <a:pt x="9916" y="5094"/>
                  </a:lnTo>
                  <a:lnTo>
                    <a:pt x="9663" y="5269"/>
                  </a:lnTo>
                  <a:lnTo>
                    <a:pt x="9430" y="5444"/>
                  </a:lnTo>
                  <a:lnTo>
                    <a:pt x="9177" y="5599"/>
                  </a:lnTo>
                  <a:lnTo>
                    <a:pt x="8924" y="5755"/>
                  </a:lnTo>
                  <a:lnTo>
                    <a:pt x="8652" y="5871"/>
                  </a:lnTo>
                  <a:lnTo>
                    <a:pt x="8380" y="6007"/>
                  </a:lnTo>
                  <a:lnTo>
                    <a:pt x="8108" y="6105"/>
                  </a:lnTo>
                  <a:lnTo>
                    <a:pt x="7816" y="6202"/>
                  </a:lnTo>
                  <a:lnTo>
                    <a:pt x="7544" y="6260"/>
                  </a:lnTo>
                  <a:lnTo>
                    <a:pt x="7252" y="6338"/>
                  </a:lnTo>
                  <a:lnTo>
                    <a:pt x="6961" y="6377"/>
                  </a:lnTo>
                  <a:lnTo>
                    <a:pt x="6650" y="6396"/>
                  </a:lnTo>
                  <a:lnTo>
                    <a:pt x="6358" y="6416"/>
                  </a:lnTo>
                  <a:lnTo>
                    <a:pt x="6047" y="6396"/>
                  </a:lnTo>
                  <a:lnTo>
                    <a:pt x="5755" y="6377"/>
                  </a:lnTo>
                  <a:lnTo>
                    <a:pt x="5464" y="6338"/>
                  </a:lnTo>
                  <a:lnTo>
                    <a:pt x="5172" y="6260"/>
                  </a:lnTo>
                  <a:lnTo>
                    <a:pt x="4881" y="6202"/>
                  </a:lnTo>
                  <a:lnTo>
                    <a:pt x="4589" y="6105"/>
                  </a:lnTo>
                  <a:lnTo>
                    <a:pt x="4317" y="6007"/>
                  </a:lnTo>
                  <a:lnTo>
                    <a:pt x="4045" y="5871"/>
                  </a:lnTo>
                  <a:lnTo>
                    <a:pt x="3792" y="5755"/>
                  </a:lnTo>
                  <a:lnTo>
                    <a:pt x="3539" y="5599"/>
                  </a:lnTo>
                  <a:lnTo>
                    <a:pt x="3286" y="5444"/>
                  </a:lnTo>
                  <a:lnTo>
                    <a:pt x="3034" y="5269"/>
                  </a:lnTo>
                  <a:lnTo>
                    <a:pt x="2800" y="5094"/>
                  </a:lnTo>
                  <a:lnTo>
                    <a:pt x="2567" y="4880"/>
                  </a:lnTo>
                  <a:lnTo>
                    <a:pt x="2334" y="4686"/>
                  </a:lnTo>
                  <a:lnTo>
                    <a:pt x="2120" y="4472"/>
                  </a:lnTo>
                  <a:lnTo>
                    <a:pt x="1926" y="4238"/>
                  </a:lnTo>
                  <a:lnTo>
                    <a:pt x="1731" y="4005"/>
                  </a:lnTo>
                  <a:lnTo>
                    <a:pt x="1537" y="3752"/>
                  </a:lnTo>
                  <a:lnTo>
                    <a:pt x="1362" y="3500"/>
                  </a:lnTo>
                  <a:lnTo>
                    <a:pt x="1187" y="3247"/>
                  </a:lnTo>
                  <a:lnTo>
                    <a:pt x="1031" y="2975"/>
                  </a:lnTo>
                  <a:lnTo>
                    <a:pt x="876" y="2703"/>
                  </a:lnTo>
                  <a:lnTo>
                    <a:pt x="740" y="2430"/>
                  </a:lnTo>
                  <a:lnTo>
                    <a:pt x="604" y="2139"/>
                  </a:lnTo>
                  <a:lnTo>
                    <a:pt x="487" y="1847"/>
                  </a:lnTo>
                  <a:lnTo>
                    <a:pt x="390" y="1556"/>
                  </a:lnTo>
                  <a:lnTo>
                    <a:pt x="293" y="1245"/>
                  </a:lnTo>
                  <a:lnTo>
                    <a:pt x="215" y="934"/>
                  </a:lnTo>
                  <a:lnTo>
                    <a:pt x="137" y="622"/>
                  </a:lnTo>
                  <a:lnTo>
                    <a:pt x="79" y="31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36"/>
            <p:cNvSpPr/>
            <p:nvPr/>
          </p:nvSpPr>
          <p:spPr>
            <a:xfrm>
              <a:off x="3168632" y="-348121"/>
              <a:ext cx="394673" cy="250421"/>
            </a:xfrm>
            <a:custGeom>
              <a:rect b="b" l="l" r="r" t="t"/>
              <a:pathLst>
                <a:path extrusionOk="0" fill="none" h="8069" w="12716">
                  <a:moveTo>
                    <a:pt x="6358" y="6416"/>
                  </a:moveTo>
                  <a:lnTo>
                    <a:pt x="6358" y="6416"/>
                  </a:lnTo>
                  <a:lnTo>
                    <a:pt x="6047" y="6396"/>
                  </a:lnTo>
                  <a:lnTo>
                    <a:pt x="5755" y="6377"/>
                  </a:lnTo>
                  <a:lnTo>
                    <a:pt x="5464" y="6338"/>
                  </a:lnTo>
                  <a:lnTo>
                    <a:pt x="5172" y="6260"/>
                  </a:lnTo>
                  <a:lnTo>
                    <a:pt x="4881" y="6202"/>
                  </a:lnTo>
                  <a:lnTo>
                    <a:pt x="4589" y="6105"/>
                  </a:lnTo>
                  <a:lnTo>
                    <a:pt x="4317" y="6007"/>
                  </a:lnTo>
                  <a:lnTo>
                    <a:pt x="4045" y="5871"/>
                  </a:lnTo>
                  <a:lnTo>
                    <a:pt x="3792" y="5755"/>
                  </a:lnTo>
                  <a:lnTo>
                    <a:pt x="3539" y="5599"/>
                  </a:lnTo>
                  <a:lnTo>
                    <a:pt x="3286" y="5444"/>
                  </a:lnTo>
                  <a:lnTo>
                    <a:pt x="3034" y="5269"/>
                  </a:lnTo>
                  <a:lnTo>
                    <a:pt x="2800" y="5094"/>
                  </a:lnTo>
                  <a:lnTo>
                    <a:pt x="2567" y="4880"/>
                  </a:lnTo>
                  <a:lnTo>
                    <a:pt x="2334" y="4686"/>
                  </a:lnTo>
                  <a:lnTo>
                    <a:pt x="2120" y="4472"/>
                  </a:lnTo>
                  <a:lnTo>
                    <a:pt x="1926" y="4238"/>
                  </a:lnTo>
                  <a:lnTo>
                    <a:pt x="1731" y="4005"/>
                  </a:lnTo>
                  <a:lnTo>
                    <a:pt x="1537" y="3752"/>
                  </a:lnTo>
                  <a:lnTo>
                    <a:pt x="1362" y="3500"/>
                  </a:lnTo>
                  <a:lnTo>
                    <a:pt x="1187" y="3247"/>
                  </a:lnTo>
                  <a:lnTo>
                    <a:pt x="1031" y="2975"/>
                  </a:lnTo>
                  <a:lnTo>
                    <a:pt x="876" y="2703"/>
                  </a:lnTo>
                  <a:lnTo>
                    <a:pt x="740" y="2430"/>
                  </a:lnTo>
                  <a:lnTo>
                    <a:pt x="604" y="2139"/>
                  </a:lnTo>
                  <a:lnTo>
                    <a:pt x="487" y="1847"/>
                  </a:lnTo>
                  <a:lnTo>
                    <a:pt x="390" y="1556"/>
                  </a:lnTo>
                  <a:lnTo>
                    <a:pt x="293" y="1245"/>
                  </a:lnTo>
                  <a:lnTo>
                    <a:pt x="215" y="934"/>
                  </a:lnTo>
                  <a:lnTo>
                    <a:pt x="137" y="622"/>
                  </a:lnTo>
                  <a:lnTo>
                    <a:pt x="79" y="31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1" y="409"/>
                  </a:lnTo>
                  <a:lnTo>
                    <a:pt x="1" y="836"/>
                  </a:lnTo>
                  <a:lnTo>
                    <a:pt x="1" y="836"/>
                  </a:lnTo>
                  <a:lnTo>
                    <a:pt x="1" y="1167"/>
                  </a:lnTo>
                  <a:lnTo>
                    <a:pt x="20" y="1517"/>
                  </a:lnTo>
                  <a:lnTo>
                    <a:pt x="59" y="1867"/>
                  </a:lnTo>
                  <a:lnTo>
                    <a:pt x="118" y="2197"/>
                  </a:lnTo>
                  <a:lnTo>
                    <a:pt x="195" y="2528"/>
                  </a:lnTo>
                  <a:lnTo>
                    <a:pt x="273" y="2858"/>
                  </a:lnTo>
                  <a:lnTo>
                    <a:pt x="370" y="3189"/>
                  </a:lnTo>
                  <a:lnTo>
                    <a:pt x="487" y="3519"/>
                  </a:lnTo>
                  <a:lnTo>
                    <a:pt x="623" y="3830"/>
                  </a:lnTo>
                  <a:lnTo>
                    <a:pt x="759" y="4141"/>
                  </a:lnTo>
                  <a:lnTo>
                    <a:pt x="915" y="4452"/>
                  </a:lnTo>
                  <a:lnTo>
                    <a:pt x="1070" y="4744"/>
                  </a:lnTo>
                  <a:lnTo>
                    <a:pt x="1265" y="5035"/>
                  </a:lnTo>
                  <a:lnTo>
                    <a:pt x="1440" y="5308"/>
                  </a:lnTo>
                  <a:lnTo>
                    <a:pt x="1653" y="5580"/>
                  </a:lnTo>
                  <a:lnTo>
                    <a:pt x="1848" y="5833"/>
                  </a:lnTo>
                  <a:lnTo>
                    <a:pt x="2081" y="6085"/>
                  </a:lnTo>
                  <a:lnTo>
                    <a:pt x="2314" y="6319"/>
                  </a:lnTo>
                  <a:lnTo>
                    <a:pt x="2548" y="6532"/>
                  </a:lnTo>
                  <a:lnTo>
                    <a:pt x="2800" y="6746"/>
                  </a:lnTo>
                  <a:lnTo>
                    <a:pt x="3053" y="6960"/>
                  </a:lnTo>
                  <a:lnTo>
                    <a:pt x="3325" y="7135"/>
                  </a:lnTo>
                  <a:lnTo>
                    <a:pt x="3597" y="7310"/>
                  </a:lnTo>
                  <a:lnTo>
                    <a:pt x="3870" y="7466"/>
                  </a:lnTo>
                  <a:lnTo>
                    <a:pt x="4161" y="7602"/>
                  </a:lnTo>
                  <a:lnTo>
                    <a:pt x="4453" y="7718"/>
                  </a:lnTo>
                  <a:lnTo>
                    <a:pt x="4764" y="7835"/>
                  </a:lnTo>
                  <a:lnTo>
                    <a:pt x="5075" y="7913"/>
                  </a:lnTo>
                  <a:lnTo>
                    <a:pt x="5386" y="7990"/>
                  </a:lnTo>
                  <a:lnTo>
                    <a:pt x="5697" y="8029"/>
                  </a:lnTo>
                  <a:lnTo>
                    <a:pt x="6028" y="8068"/>
                  </a:lnTo>
                  <a:lnTo>
                    <a:pt x="6358" y="8068"/>
                  </a:lnTo>
                  <a:lnTo>
                    <a:pt x="6358" y="8068"/>
                  </a:lnTo>
                  <a:lnTo>
                    <a:pt x="6689" y="8068"/>
                  </a:lnTo>
                  <a:lnTo>
                    <a:pt x="7000" y="8029"/>
                  </a:lnTo>
                  <a:lnTo>
                    <a:pt x="7330" y="7990"/>
                  </a:lnTo>
                  <a:lnTo>
                    <a:pt x="7641" y="7913"/>
                  </a:lnTo>
                  <a:lnTo>
                    <a:pt x="7933" y="7835"/>
                  </a:lnTo>
                  <a:lnTo>
                    <a:pt x="8244" y="7718"/>
                  </a:lnTo>
                  <a:lnTo>
                    <a:pt x="8535" y="7602"/>
                  </a:lnTo>
                  <a:lnTo>
                    <a:pt x="8827" y="7466"/>
                  </a:lnTo>
                  <a:lnTo>
                    <a:pt x="9119" y="7310"/>
                  </a:lnTo>
                  <a:lnTo>
                    <a:pt x="9391" y="7135"/>
                  </a:lnTo>
                  <a:lnTo>
                    <a:pt x="9643" y="6960"/>
                  </a:lnTo>
                  <a:lnTo>
                    <a:pt x="9916" y="6746"/>
                  </a:lnTo>
                  <a:lnTo>
                    <a:pt x="10149" y="6532"/>
                  </a:lnTo>
                  <a:lnTo>
                    <a:pt x="10402" y="6319"/>
                  </a:lnTo>
                  <a:lnTo>
                    <a:pt x="10635" y="6085"/>
                  </a:lnTo>
                  <a:lnTo>
                    <a:pt x="10849" y="5833"/>
                  </a:lnTo>
                  <a:lnTo>
                    <a:pt x="11063" y="5580"/>
                  </a:lnTo>
                  <a:lnTo>
                    <a:pt x="11257" y="5308"/>
                  </a:lnTo>
                  <a:lnTo>
                    <a:pt x="11451" y="5035"/>
                  </a:lnTo>
                  <a:lnTo>
                    <a:pt x="11626" y="4744"/>
                  </a:lnTo>
                  <a:lnTo>
                    <a:pt x="11782" y="4452"/>
                  </a:lnTo>
                  <a:lnTo>
                    <a:pt x="11937" y="4141"/>
                  </a:lnTo>
                  <a:lnTo>
                    <a:pt x="12093" y="3830"/>
                  </a:lnTo>
                  <a:lnTo>
                    <a:pt x="12210" y="3519"/>
                  </a:lnTo>
                  <a:lnTo>
                    <a:pt x="12326" y="3189"/>
                  </a:lnTo>
                  <a:lnTo>
                    <a:pt x="12423" y="2858"/>
                  </a:lnTo>
                  <a:lnTo>
                    <a:pt x="12521" y="2528"/>
                  </a:lnTo>
                  <a:lnTo>
                    <a:pt x="12579" y="2197"/>
                  </a:lnTo>
                  <a:lnTo>
                    <a:pt x="12637" y="1867"/>
                  </a:lnTo>
                  <a:lnTo>
                    <a:pt x="12676" y="1517"/>
                  </a:lnTo>
                  <a:lnTo>
                    <a:pt x="12696" y="1167"/>
                  </a:lnTo>
                  <a:lnTo>
                    <a:pt x="12715" y="836"/>
                  </a:lnTo>
                  <a:lnTo>
                    <a:pt x="12715" y="836"/>
                  </a:lnTo>
                  <a:lnTo>
                    <a:pt x="12696" y="409"/>
                  </a:lnTo>
                  <a:lnTo>
                    <a:pt x="12657" y="0"/>
                  </a:lnTo>
                  <a:lnTo>
                    <a:pt x="12657" y="0"/>
                  </a:lnTo>
                  <a:lnTo>
                    <a:pt x="12618" y="311"/>
                  </a:lnTo>
                  <a:lnTo>
                    <a:pt x="12560" y="622"/>
                  </a:lnTo>
                  <a:lnTo>
                    <a:pt x="12501" y="934"/>
                  </a:lnTo>
                  <a:lnTo>
                    <a:pt x="12404" y="1245"/>
                  </a:lnTo>
                  <a:lnTo>
                    <a:pt x="12326" y="1556"/>
                  </a:lnTo>
                  <a:lnTo>
                    <a:pt x="12210" y="1847"/>
                  </a:lnTo>
                  <a:lnTo>
                    <a:pt x="12093" y="2139"/>
                  </a:lnTo>
                  <a:lnTo>
                    <a:pt x="11976" y="2430"/>
                  </a:lnTo>
                  <a:lnTo>
                    <a:pt x="11821" y="2703"/>
                  </a:lnTo>
                  <a:lnTo>
                    <a:pt x="11685" y="2975"/>
                  </a:lnTo>
                  <a:lnTo>
                    <a:pt x="11529" y="3247"/>
                  </a:lnTo>
                  <a:lnTo>
                    <a:pt x="11354" y="3500"/>
                  </a:lnTo>
                  <a:lnTo>
                    <a:pt x="11179" y="3752"/>
                  </a:lnTo>
                  <a:lnTo>
                    <a:pt x="10985" y="4005"/>
                  </a:lnTo>
                  <a:lnTo>
                    <a:pt x="10790" y="4238"/>
                  </a:lnTo>
                  <a:lnTo>
                    <a:pt x="10577" y="4472"/>
                  </a:lnTo>
                  <a:lnTo>
                    <a:pt x="10363" y="4686"/>
                  </a:lnTo>
                  <a:lnTo>
                    <a:pt x="10149" y="4880"/>
                  </a:lnTo>
                  <a:lnTo>
                    <a:pt x="9916" y="5094"/>
                  </a:lnTo>
                  <a:lnTo>
                    <a:pt x="9663" y="5269"/>
                  </a:lnTo>
                  <a:lnTo>
                    <a:pt x="9430" y="5444"/>
                  </a:lnTo>
                  <a:lnTo>
                    <a:pt x="9177" y="5599"/>
                  </a:lnTo>
                  <a:lnTo>
                    <a:pt x="8924" y="5755"/>
                  </a:lnTo>
                  <a:lnTo>
                    <a:pt x="8652" y="5871"/>
                  </a:lnTo>
                  <a:lnTo>
                    <a:pt x="8380" y="6007"/>
                  </a:lnTo>
                  <a:lnTo>
                    <a:pt x="8108" y="6105"/>
                  </a:lnTo>
                  <a:lnTo>
                    <a:pt x="7816" y="6202"/>
                  </a:lnTo>
                  <a:lnTo>
                    <a:pt x="7544" y="6260"/>
                  </a:lnTo>
                  <a:lnTo>
                    <a:pt x="7252" y="6338"/>
                  </a:lnTo>
                  <a:lnTo>
                    <a:pt x="6961" y="6377"/>
                  </a:lnTo>
                  <a:lnTo>
                    <a:pt x="6650" y="6396"/>
                  </a:lnTo>
                  <a:lnTo>
                    <a:pt x="6358" y="64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36"/>
            <p:cNvSpPr/>
            <p:nvPr/>
          </p:nvSpPr>
          <p:spPr>
            <a:xfrm>
              <a:off x="3359320" y="-437412"/>
              <a:ext cx="13284" cy="143009"/>
            </a:xfrm>
            <a:custGeom>
              <a:rect b="b" l="l" r="r" t="t"/>
              <a:pathLst>
                <a:path extrusionOk="0" h="4608" w="428">
                  <a:moveTo>
                    <a:pt x="0" y="0"/>
                  </a:moveTo>
                  <a:lnTo>
                    <a:pt x="0" y="4608"/>
                  </a:lnTo>
                  <a:lnTo>
                    <a:pt x="428" y="4608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36"/>
            <p:cNvSpPr/>
            <p:nvPr/>
          </p:nvSpPr>
          <p:spPr>
            <a:xfrm>
              <a:off x="3359320" y="-437412"/>
              <a:ext cx="13284" cy="143009"/>
            </a:xfrm>
            <a:custGeom>
              <a:rect b="b" l="l" r="r" t="t"/>
              <a:pathLst>
                <a:path extrusionOk="0" fill="none" h="4608" w="428">
                  <a:moveTo>
                    <a:pt x="428" y="4608"/>
                  </a:moveTo>
                  <a:lnTo>
                    <a:pt x="0" y="4608"/>
                  </a:lnTo>
                  <a:lnTo>
                    <a:pt x="0" y="0"/>
                  </a:lnTo>
                  <a:lnTo>
                    <a:pt x="428" y="0"/>
                  </a:lnTo>
                  <a:lnTo>
                    <a:pt x="428" y="46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36"/>
            <p:cNvSpPr/>
            <p:nvPr/>
          </p:nvSpPr>
          <p:spPr>
            <a:xfrm>
              <a:off x="3264597" y="-435612"/>
              <a:ext cx="49505" cy="141830"/>
            </a:xfrm>
            <a:custGeom>
              <a:rect b="b" l="l" r="r" t="t"/>
              <a:pathLst>
                <a:path extrusionOk="0" h="4570" w="1595">
                  <a:moveTo>
                    <a:pt x="1186" y="0"/>
                  </a:moveTo>
                  <a:lnTo>
                    <a:pt x="0" y="4472"/>
                  </a:lnTo>
                  <a:lnTo>
                    <a:pt x="408" y="4569"/>
                  </a:lnTo>
                  <a:lnTo>
                    <a:pt x="1594" y="117"/>
                  </a:lnTo>
                  <a:lnTo>
                    <a:pt x="118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36"/>
            <p:cNvSpPr/>
            <p:nvPr/>
          </p:nvSpPr>
          <p:spPr>
            <a:xfrm>
              <a:off x="3264597" y="-435612"/>
              <a:ext cx="49505" cy="141830"/>
            </a:xfrm>
            <a:custGeom>
              <a:rect b="b" l="l" r="r" t="t"/>
              <a:pathLst>
                <a:path extrusionOk="0" fill="none" h="4570" w="1595">
                  <a:moveTo>
                    <a:pt x="408" y="4569"/>
                  </a:moveTo>
                  <a:lnTo>
                    <a:pt x="0" y="4472"/>
                  </a:lnTo>
                  <a:lnTo>
                    <a:pt x="1186" y="0"/>
                  </a:lnTo>
                  <a:lnTo>
                    <a:pt x="1594" y="117"/>
                  </a:lnTo>
                  <a:lnTo>
                    <a:pt x="408" y="4569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36"/>
            <p:cNvSpPr/>
            <p:nvPr/>
          </p:nvSpPr>
          <p:spPr>
            <a:xfrm>
              <a:off x="3419034" y="-435612"/>
              <a:ext cx="49505" cy="141830"/>
            </a:xfrm>
            <a:custGeom>
              <a:rect b="b" l="l" r="r" t="t"/>
              <a:pathLst>
                <a:path extrusionOk="0" h="4570" w="1595">
                  <a:moveTo>
                    <a:pt x="409" y="0"/>
                  </a:moveTo>
                  <a:lnTo>
                    <a:pt x="1" y="117"/>
                  </a:lnTo>
                  <a:lnTo>
                    <a:pt x="1187" y="4569"/>
                  </a:lnTo>
                  <a:lnTo>
                    <a:pt x="1595" y="4472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36"/>
            <p:cNvSpPr/>
            <p:nvPr/>
          </p:nvSpPr>
          <p:spPr>
            <a:xfrm>
              <a:off x="3419034" y="-435612"/>
              <a:ext cx="49505" cy="141830"/>
            </a:xfrm>
            <a:custGeom>
              <a:rect b="b" l="l" r="r" t="t"/>
              <a:pathLst>
                <a:path extrusionOk="0" fill="none" h="4570" w="1595">
                  <a:moveTo>
                    <a:pt x="1187" y="4569"/>
                  </a:moveTo>
                  <a:lnTo>
                    <a:pt x="1" y="117"/>
                  </a:lnTo>
                  <a:lnTo>
                    <a:pt x="409" y="0"/>
                  </a:lnTo>
                  <a:lnTo>
                    <a:pt x="1595" y="4472"/>
                  </a:lnTo>
                  <a:lnTo>
                    <a:pt x="1187" y="45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36"/>
            <p:cNvSpPr/>
            <p:nvPr/>
          </p:nvSpPr>
          <p:spPr>
            <a:xfrm>
              <a:off x="3443180" y="-400603"/>
              <a:ext cx="73652" cy="59153"/>
            </a:xfrm>
            <a:custGeom>
              <a:rect b="b" l="l" r="r" t="t"/>
              <a:pathLst>
                <a:path extrusionOk="0" h="1906" w="2373">
                  <a:moveTo>
                    <a:pt x="1147" y="0"/>
                  </a:moveTo>
                  <a:lnTo>
                    <a:pt x="1070" y="19"/>
                  </a:lnTo>
                  <a:lnTo>
                    <a:pt x="0" y="272"/>
                  </a:lnTo>
                  <a:lnTo>
                    <a:pt x="78" y="564"/>
                  </a:lnTo>
                  <a:lnTo>
                    <a:pt x="1070" y="331"/>
                  </a:lnTo>
                  <a:lnTo>
                    <a:pt x="1147" y="311"/>
                  </a:lnTo>
                  <a:lnTo>
                    <a:pt x="1225" y="331"/>
                  </a:lnTo>
                  <a:lnTo>
                    <a:pt x="1303" y="350"/>
                  </a:lnTo>
                  <a:lnTo>
                    <a:pt x="1361" y="408"/>
                  </a:lnTo>
                  <a:lnTo>
                    <a:pt x="1420" y="467"/>
                  </a:lnTo>
                  <a:lnTo>
                    <a:pt x="2314" y="1866"/>
                  </a:lnTo>
                  <a:lnTo>
                    <a:pt x="2314" y="1905"/>
                  </a:lnTo>
                  <a:lnTo>
                    <a:pt x="2353" y="1808"/>
                  </a:lnTo>
                  <a:lnTo>
                    <a:pt x="2372" y="1730"/>
                  </a:lnTo>
                  <a:lnTo>
                    <a:pt x="2353" y="1652"/>
                  </a:lnTo>
                  <a:lnTo>
                    <a:pt x="2314" y="1555"/>
                  </a:lnTo>
                  <a:lnTo>
                    <a:pt x="1420" y="156"/>
                  </a:lnTo>
                  <a:lnTo>
                    <a:pt x="1361" y="97"/>
                  </a:lnTo>
                  <a:lnTo>
                    <a:pt x="1303" y="39"/>
                  </a:lnTo>
                  <a:lnTo>
                    <a:pt x="1225" y="19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36"/>
            <p:cNvSpPr/>
            <p:nvPr/>
          </p:nvSpPr>
          <p:spPr>
            <a:xfrm>
              <a:off x="3216304" y="-352342"/>
              <a:ext cx="31" cy="621"/>
            </a:xfrm>
            <a:custGeom>
              <a:rect b="b" l="l" r="r" t="t"/>
              <a:pathLst>
                <a:path extrusionOk="0" h="20" w="1">
                  <a:moveTo>
                    <a:pt x="1" y="20"/>
                  </a:moveTo>
                  <a:lnTo>
                    <a:pt x="1" y="20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1" y="2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C72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36"/>
            <p:cNvSpPr/>
            <p:nvPr/>
          </p:nvSpPr>
          <p:spPr>
            <a:xfrm>
              <a:off x="3216304" y="-351753"/>
              <a:ext cx="31" cy="31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36"/>
            <p:cNvSpPr/>
            <p:nvPr/>
          </p:nvSpPr>
          <p:spPr>
            <a:xfrm>
              <a:off x="3216304" y="-352342"/>
              <a:ext cx="31" cy="31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36"/>
            <p:cNvSpPr/>
            <p:nvPr/>
          </p:nvSpPr>
          <p:spPr>
            <a:xfrm>
              <a:off x="3215094" y="-400603"/>
              <a:ext cx="74862" cy="59153"/>
            </a:xfrm>
            <a:custGeom>
              <a:rect b="b" l="l" r="r" t="t"/>
              <a:pathLst>
                <a:path extrusionOk="0" h="1906" w="2412">
                  <a:moveTo>
                    <a:pt x="1226" y="0"/>
                  </a:moveTo>
                  <a:lnTo>
                    <a:pt x="1148" y="19"/>
                  </a:lnTo>
                  <a:lnTo>
                    <a:pt x="1070" y="39"/>
                  </a:lnTo>
                  <a:lnTo>
                    <a:pt x="992" y="97"/>
                  </a:lnTo>
                  <a:lnTo>
                    <a:pt x="934" y="156"/>
                  </a:lnTo>
                  <a:lnTo>
                    <a:pt x="40" y="1555"/>
                  </a:lnTo>
                  <a:lnTo>
                    <a:pt x="40" y="1575"/>
                  </a:lnTo>
                  <a:lnTo>
                    <a:pt x="1" y="1652"/>
                  </a:lnTo>
                  <a:lnTo>
                    <a:pt x="1" y="1730"/>
                  </a:lnTo>
                  <a:lnTo>
                    <a:pt x="1" y="1808"/>
                  </a:lnTo>
                  <a:lnTo>
                    <a:pt x="40" y="1905"/>
                  </a:lnTo>
                  <a:lnTo>
                    <a:pt x="40" y="1866"/>
                  </a:lnTo>
                  <a:lnTo>
                    <a:pt x="934" y="467"/>
                  </a:lnTo>
                  <a:lnTo>
                    <a:pt x="992" y="408"/>
                  </a:lnTo>
                  <a:lnTo>
                    <a:pt x="1070" y="350"/>
                  </a:lnTo>
                  <a:lnTo>
                    <a:pt x="1148" y="331"/>
                  </a:lnTo>
                  <a:lnTo>
                    <a:pt x="1226" y="311"/>
                  </a:lnTo>
                  <a:lnTo>
                    <a:pt x="1303" y="331"/>
                  </a:lnTo>
                  <a:lnTo>
                    <a:pt x="2334" y="583"/>
                  </a:lnTo>
                  <a:lnTo>
                    <a:pt x="2412" y="292"/>
                  </a:lnTo>
                  <a:lnTo>
                    <a:pt x="1303" y="19"/>
                  </a:lnTo>
                  <a:lnTo>
                    <a:pt x="1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36"/>
            <p:cNvSpPr/>
            <p:nvPr/>
          </p:nvSpPr>
          <p:spPr>
            <a:xfrm>
              <a:off x="3372572" y="-390951"/>
              <a:ext cx="60368" cy="9683"/>
            </a:xfrm>
            <a:custGeom>
              <a:rect b="b" l="l" r="r" t="t"/>
              <a:pathLst>
                <a:path extrusionOk="0" h="312" w="1945">
                  <a:moveTo>
                    <a:pt x="1" y="0"/>
                  </a:moveTo>
                  <a:lnTo>
                    <a:pt x="1" y="311"/>
                  </a:lnTo>
                  <a:lnTo>
                    <a:pt x="1945" y="311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36"/>
            <p:cNvSpPr/>
            <p:nvPr/>
          </p:nvSpPr>
          <p:spPr>
            <a:xfrm>
              <a:off x="3300785" y="-390951"/>
              <a:ext cx="58568" cy="9683"/>
            </a:xfrm>
            <a:custGeom>
              <a:rect b="b" l="l" r="r" t="t"/>
              <a:pathLst>
                <a:path extrusionOk="0" h="312" w="1887">
                  <a:moveTo>
                    <a:pt x="78" y="0"/>
                  </a:moveTo>
                  <a:lnTo>
                    <a:pt x="0" y="311"/>
                  </a:lnTo>
                  <a:lnTo>
                    <a:pt x="1886" y="311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36"/>
            <p:cNvSpPr/>
            <p:nvPr/>
          </p:nvSpPr>
          <p:spPr>
            <a:xfrm>
              <a:off x="3359320" y="-390951"/>
              <a:ext cx="13284" cy="9683"/>
            </a:xfrm>
            <a:custGeom>
              <a:rect b="b" l="l" r="r" t="t"/>
              <a:pathLst>
                <a:path extrusionOk="0" h="312" w="428">
                  <a:moveTo>
                    <a:pt x="0" y="0"/>
                  </a:moveTo>
                  <a:lnTo>
                    <a:pt x="0" y="311"/>
                  </a:lnTo>
                  <a:lnTo>
                    <a:pt x="428" y="311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36"/>
            <p:cNvSpPr/>
            <p:nvPr/>
          </p:nvSpPr>
          <p:spPr>
            <a:xfrm>
              <a:off x="3287502" y="-391572"/>
              <a:ext cx="15736" cy="10304"/>
            </a:xfrm>
            <a:custGeom>
              <a:rect b="b" l="l" r="r" t="t"/>
              <a:pathLst>
                <a:path extrusionOk="0" h="332" w="507">
                  <a:moveTo>
                    <a:pt x="79" y="1"/>
                  </a:moveTo>
                  <a:lnTo>
                    <a:pt x="1" y="292"/>
                  </a:lnTo>
                  <a:lnTo>
                    <a:pt x="215" y="331"/>
                  </a:lnTo>
                  <a:lnTo>
                    <a:pt x="428" y="331"/>
                  </a:lnTo>
                  <a:lnTo>
                    <a:pt x="506" y="20"/>
                  </a:lnTo>
                  <a:lnTo>
                    <a:pt x="215" y="20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36"/>
            <p:cNvSpPr/>
            <p:nvPr/>
          </p:nvSpPr>
          <p:spPr>
            <a:xfrm>
              <a:off x="3429896" y="-392161"/>
              <a:ext cx="15736" cy="10893"/>
            </a:xfrm>
            <a:custGeom>
              <a:rect b="b" l="l" r="r" t="t"/>
              <a:pathLst>
                <a:path extrusionOk="0" h="351" w="507">
                  <a:moveTo>
                    <a:pt x="428" y="0"/>
                  </a:moveTo>
                  <a:lnTo>
                    <a:pt x="253" y="39"/>
                  </a:lnTo>
                  <a:lnTo>
                    <a:pt x="1" y="39"/>
                  </a:lnTo>
                  <a:lnTo>
                    <a:pt x="98" y="350"/>
                  </a:lnTo>
                  <a:lnTo>
                    <a:pt x="253" y="350"/>
                  </a:lnTo>
                  <a:lnTo>
                    <a:pt x="506" y="292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38" name="Google Shape;3638;p36"/>
          <p:cNvGrpSpPr/>
          <p:nvPr/>
        </p:nvGrpSpPr>
        <p:grpSpPr>
          <a:xfrm>
            <a:off x="2179652" y="2976153"/>
            <a:ext cx="365438" cy="360001"/>
            <a:chOff x="-60991775" y="3376900"/>
            <a:chExt cx="315850" cy="311150"/>
          </a:xfrm>
        </p:grpSpPr>
        <p:sp>
          <p:nvSpPr>
            <p:cNvPr id="3639" name="Google Shape;3639;p36"/>
            <p:cNvSpPr/>
            <p:nvPr/>
          </p:nvSpPr>
          <p:spPr>
            <a:xfrm>
              <a:off x="-60991000" y="3376900"/>
              <a:ext cx="315075" cy="311150"/>
            </a:xfrm>
            <a:custGeom>
              <a:rect b="b" l="l" r="r" t="t"/>
              <a:pathLst>
                <a:path extrusionOk="0" h="12446" w="12603">
                  <a:moveTo>
                    <a:pt x="11136" y="1"/>
                  </a:moveTo>
                  <a:cubicBezTo>
                    <a:pt x="11054" y="1"/>
                    <a:pt x="10975" y="1"/>
                    <a:pt x="10902" y="1"/>
                  </a:cubicBezTo>
                  <a:cubicBezTo>
                    <a:pt x="10429" y="1"/>
                    <a:pt x="10051" y="159"/>
                    <a:pt x="9736" y="474"/>
                  </a:cubicBezTo>
                  <a:lnTo>
                    <a:pt x="3561" y="6649"/>
                  </a:lnTo>
                  <a:lnTo>
                    <a:pt x="2301" y="6428"/>
                  </a:lnTo>
                  <a:cubicBezTo>
                    <a:pt x="2278" y="6423"/>
                    <a:pt x="2253" y="6420"/>
                    <a:pt x="2229" y="6420"/>
                  </a:cubicBezTo>
                  <a:cubicBezTo>
                    <a:pt x="2119" y="6420"/>
                    <a:pt x="2000" y="6471"/>
                    <a:pt x="1923" y="6523"/>
                  </a:cubicBezTo>
                  <a:lnTo>
                    <a:pt x="158" y="8319"/>
                  </a:lnTo>
                  <a:cubicBezTo>
                    <a:pt x="32" y="8382"/>
                    <a:pt x="1" y="8539"/>
                    <a:pt x="32" y="8697"/>
                  </a:cubicBezTo>
                  <a:cubicBezTo>
                    <a:pt x="95" y="8823"/>
                    <a:pt x="190" y="8949"/>
                    <a:pt x="347" y="8980"/>
                  </a:cubicBezTo>
                  <a:lnTo>
                    <a:pt x="2994" y="9484"/>
                  </a:lnTo>
                  <a:lnTo>
                    <a:pt x="3498" y="12131"/>
                  </a:lnTo>
                  <a:cubicBezTo>
                    <a:pt x="3561" y="12288"/>
                    <a:pt x="3624" y="12414"/>
                    <a:pt x="3782" y="12446"/>
                  </a:cubicBezTo>
                  <a:lnTo>
                    <a:pt x="3908" y="12446"/>
                  </a:lnTo>
                  <a:cubicBezTo>
                    <a:pt x="4034" y="12446"/>
                    <a:pt x="4128" y="12414"/>
                    <a:pt x="4254" y="12414"/>
                  </a:cubicBezTo>
                  <a:lnTo>
                    <a:pt x="6018" y="10619"/>
                  </a:lnTo>
                  <a:cubicBezTo>
                    <a:pt x="6144" y="10556"/>
                    <a:pt x="6176" y="10398"/>
                    <a:pt x="6144" y="10272"/>
                  </a:cubicBezTo>
                  <a:lnTo>
                    <a:pt x="5924" y="9012"/>
                  </a:lnTo>
                  <a:lnTo>
                    <a:pt x="12099" y="2837"/>
                  </a:lnTo>
                  <a:cubicBezTo>
                    <a:pt x="12414" y="2522"/>
                    <a:pt x="12571" y="2081"/>
                    <a:pt x="12571" y="1671"/>
                  </a:cubicBezTo>
                  <a:cubicBezTo>
                    <a:pt x="12571" y="1199"/>
                    <a:pt x="12603" y="600"/>
                    <a:pt x="12288" y="285"/>
                  </a:cubicBezTo>
                  <a:cubicBezTo>
                    <a:pt x="12025" y="22"/>
                    <a:pt x="11544" y="1"/>
                    <a:pt x="111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36"/>
            <p:cNvSpPr/>
            <p:nvPr/>
          </p:nvSpPr>
          <p:spPr>
            <a:xfrm>
              <a:off x="-60991775" y="3404275"/>
              <a:ext cx="174875" cy="89250"/>
            </a:xfrm>
            <a:custGeom>
              <a:rect b="b" l="l" r="r" t="t"/>
              <a:pathLst>
                <a:path extrusionOk="0" h="3570" w="6995">
                  <a:moveTo>
                    <a:pt x="1632" y="1"/>
                  </a:moveTo>
                  <a:cubicBezTo>
                    <a:pt x="1523" y="1"/>
                    <a:pt x="1407" y="57"/>
                    <a:pt x="1355" y="135"/>
                  </a:cubicBezTo>
                  <a:lnTo>
                    <a:pt x="158" y="1301"/>
                  </a:lnTo>
                  <a:cubicBezTo>
                    <a:pt x="95" y="1395"/>
                    <a:pt x="0" y="1553"/>
                    <a:pt x="32" y="1710"/>
                  </a:cubicBezTo>
                  <a:cubicBezTo>
                    <a:pt x="126" y="1773"/>
                    <a:pt x="189" y="1899"/>
                    <a:pt x="315" y="1931"/>
                  </a:cubicBezTo>
                  <a:lnTo>
                    <a:pt x="4317" y="3569"/>
                  </a:lnTo>
                  <a:lnTo>
                    <a:pt x="6995" y="891"/>
                  </a:lnTo>
                  <a:lnTo>
                    <a:pt x="1702" y="9"/>
                  </a:lnTo>
                  <a:cubicBezTo>
                    <a:pt x="1679" y="4"/>
                    <a:pt x="1656" y="1"/>
                    <a:pt x="16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36"/>
            <p:cNvSpPr/>
            <p:nvPr/>
          </p:nvSpPr>
          <p:spPr>
            <a:xfrm>
              <a:off x="-60795650" y="3513975"/>
              <a:ext cx="89000" cy="173300"/>
            </a:xfrm>
            <a:custGeom>
              <a:rect b="b" l="l" r="r" t="t"/>
              <a:pathLst>
                <a:path extrusionOk="0" h="6932" w="3560">
                  <a:moveTo>
                    <a:pt x="2678" y="0"/>
                  </a:moveTo>
                  <a:lnTo>
                    <a:pt x="0" y="2678"/>
                  </a:lnTo>
                  <a:lnTo>
                    <a:pt x="1607" y="6679"/>
                  </a:lnTo>
                  <a:cubicBezTo>
                    <a:pt x="1638" y="6805"/>
                    <a:pt x="1764" y="6931"/>
                    <a:pt x="1922" y="6931"/>
                  </a:cubicBezTo>
                  <a:lnTo>
                    <a:pt x="1985" y="6931"/>
                  </a:lnTo>
                  <a:cubicBezTo>
                    <a:pt x="2111" y="6931"/>
                    <a:pt x="2206" y="6900"/>
                    <a:pt x="2269" y="6805"/>
                  </a:cubicBezTo>
                  <a:lnTo>
                    <a:pt x="3466" y="5640"/>
                  </a:lnTo>
                  <a:cubicBezTo>
                    <a:pt x="3529" y="5545"/>
                    <a:pt x="3560" y="5388"/>
                    <a:pt x="3560" y="5262"/>
                  </a:cubicBezTo>
                  <a:lnTo>
                    <a:pt x="26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42" name="Google Shape;3642;p36"/>
          <p:cNvSpPr/>
          <p:nvPr/>
        </p:nvSpPr>
        <p:spPr>
          <a:xfrm>
            <a:off x="2188266" y="1656722"/>
            <a:ext cx="348217" cy="347272"/>
          </a:xfrm>
          <a:custGeom>
            <a:rect b="b" l="l" r="r" t="t"/>
            <a:pathLst>
              <a:path extrusionOk="0" h="11752" w="11784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3" name="Google Shape;3643;p36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2</a:t>
            </a:r>
            <a:endParaRPr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3644" name="Google Shape;3644;p36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2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8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9" name="Google Shape;3649;p37"/>
          <p:cNvSpPr txBox="1"/>
          <p:nvPr>
            <p:ph idx="3" type="subTitle"/>
          </p:nvPr>
        </p:nvSpPr>
        <p:spPr>
          <a:xfrm>
            <a:off x="4451775" y="2751025"/>
            <a:ext cx="39723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Reported </a:t>
            </a:r>
            <a:r>
              <a:rPr lang="en" sz="1400"/>
              <a:t>financial</a:t>
            </a:r>
            <a:r>
              <a:rPr lang="en" sz="1400"/>
              <a:t> loss</a:t>
            </a:r>
            <a:endParaRPr sz="1400"/>
          </a:p>
        </p:txBody>
      </p:sp>
      <p:sp>
        <p:nvSpPr>
          <p:cNvPr id="3650" name="Google Shape;3650;p37"/>
          <p:cNvSpPr txBox="1"/>
          <p:nvPr>
            <p:ph idx="1" type="subTitle"/>
          </p:nvPr>
        </p:nvSpPr>
        <p:spPr>
          <a:xfrm>
            <a:off x="4451775" y="1455454"/>
            <a:ext cx="39723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Flights canceled Dec 21st-Dec 30th</a:t>
            </a:r>
            <a:endParaRPr sz="1400"/>
          </a:p>
        </p:txBody>
      </p:sp>
      <p:sp>
        <p:nvSpPr>
          <p:cNvPr id="3651" name="Google Shape;3651;p37"/>
          <p:cNvSpPr txBox="1"/>
          <p:nvPr>
            <p:ph type="title"/>
          </p:nvPr>
        </p:nvSpPr>
        <p:spPr>
          <a:xfrm>
            <a:off x="4451775" y="660725"/>
            <a:ext cx="3972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16,647</a:t>
            </a:r>
            <a:endParaRPr/>
          </a:p>
        </p:txBody>
      </p:sp>
      <p:sp>
        <p:nvSpPr>
          <p:cNvPr id="3652" name="Google Shape;3652;p37"/>
          <p:cNvSpPr txBox="1"/>
          <p:nvPr>
            <p:ph idx="2" type="title"/>
          </p:nvPr>
        </p:nvSpPr>
        <p:spPr>
          <a:xfrm>
            <a:off x="4451775" y="1955348"/>
            <a:ext cx="3972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$1.2 Billion</a:t>
            </a:r>
            <a:endParaRPr/>
          </a:p>
        </p:txBody>
      </p:sp>
      <p:sp>
        <p:nvSpPr>
          <p:cNvPr id="3653" name="Google Shape;3653;p37"/>
          <p:cNvSpPr txBox="1"/>
          <p:nvPr>
            <p:ph idx="4" type="title"/>
          </p:nvPr>
        </p:nvSpPr>
        <p:spPr>
          <a:xfrm>
            <a:off x="4451775" y="3321398"/>
            <a:ext cx="3972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$140 Million</a:t>
            </a:r>
            <a:endParaRPr/>
          </a:p>
        </p:txBody>
      </p:sp>
      <p:sp>
        <p:nvSpPr>
          <p:cNvPr id="3654" name="Google Shape;3654;p37"/>
          <p:cNvSpPr txBox="1"/>
          <p:nvPr>
            <p:ph idx="5" type="subTitle"/>
          </p:nvPr>
        </p:nvSpPr>
        <p:spPr>
          <a:xfrm>
            <a:off x="4451775" y="4117075"/>
            <a:ext cx="39723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Fines from US Department of Transportation</a:t>
            </a:r>
            <a:endParaRPr sz="1300"/>
          </a:p>
        </p:txBody>
      </p:sp>
      <p:grpSp>
        <p:nvGrpSpPr>
          <p:cNvPr id="3655" name="Google Shape;3655;p37"/>
          <p:cNvGrpSpPr/>
          <p:nvPr/>
        </p:nvGrpSpPr>
        <p:grpSpPr>
          <a:xfrm flipH="1">
            <a:off x="237925" y="3197463"/>
            <a:ext cx="665236" cy="1946062"/>
            <a:chOff x="8991157" y="-2384450"/>
            <a:chExt cx="665236" cy="1946062"/>
          </a:xfrm>
        </p:grpSpPr>
        <p:sp>
          <p:nvSpPr>
            <p:cNvPr id="3656" name="Google Shape;3656;p37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h="45317" w="17633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37"/>
            <p:cNvSpPr/>
            <p:nvPr/>
          </p:nvSpPr>
          <p:spPr>
            <a:xfrm>
              <a:off x="8991157" y="-2114777"/>
              <a:ext cx="652289" cy="1676389"/>
            </a:xfrm>
            <a:custGeom>
              <a:rect b="b" l="l" r="r" t="t"/>
              <a:pathLst>
                <a:path extrusionOk="0" fill="none" h="45317" w="17633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37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h="45317" w="4472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37"/>
            <p:cNvSpPr/>
            <p:nvPr/>
          </p:nvSpPr>
          <p:spPr>
            <a:xfrm>
              <a:off x="8991157" y="-2114777"/>
              <a:ext cx="165430" cy="1676389"/>
            </a:xfrm>
            <a:custGeom>
              <a:rect b="b" l="l" r="r" t="t"/>
              <a:pathLst>
                <a:path extrusionOk="0" fill="none" h="45317" w="4472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37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h="45317" w="4492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37"/>
            <p:cNvSpPr/>
            <p:nvPr/>
          </p:nvSpPr>
          <p:spPr>
            <a:xfrm>
              <a:off x="9477271" y="-2114777"/>
              <a:ext cx="166170" cy="1676389"/>
            </a:xfrm>
            <a:custGeom>
              <a:rect b="b" l="l" r="r" t="t"/>
              <a:pathLst>
                <a:path extrusionOk="0" fill="none" h="45317" w="4492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37"/>
            <p:cNvSpPr/>
            <p:nvPr/>
          </p:nvSpPr>
          <p:spPr>
            <a:xfrm>
              <a:off x="8991157" y="-2114777"/>
              <a:ext cx="146712" cy="1676389"/>
            </a:xfrm>
            <a:custGeom>
              <a:rect b="b" l="l" r="r" t="t"/>
              <a:pathLst>
                <a:path extrusionOk="0" h="45317" w="3966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37"/>
            <p:cNvSpPr/>
            <p:nvPr/>
          </p:nvSpPr>
          <p:spPr>
            <a:xfrm>
              <a:off x="9047940" y="-2114777"/>
              <a:ext cx="33145" cy="1676389"/>
            </a:xfrm>
            <a:custGeom>
              <a:rect b="b" l="l" r="r" t="t"/>
              <a:pathLst>
                <a:path extrusionOk="0" h="45317" w="896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37"/>
            <p:cNvSpPr/>
            <p:nvPr/>
          </p:nvSpPr>
          <p:spPr>
            <a:xfrm>
              <a:off x="9496692" y="-2114777"/>
              <a:ext cx="146749" cy="1676389"/>
            </a:xfrm>
            <a:custGeom>
              <a:rect b="b" l="l" r="r" t="t"/>
              <a:pathLst>
                <a:path extrusionOk="0" h="45317" w="3967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37"/>
            <p:cNvSpPr/>
            <p:nvPr/>
          </p:nvSpPr>
          <p:spPr>
            <a:xfrm>
              <a:off x="9098287" y="-2283794"/>
              <a:ext cx="197799" cy="169056"/>
            </a:xfrm>
            <a:custGeom>
              <a:rect b="b" l="l" r="r" t="t"/>
              <a:pathLst>
                <a:path extrusionOk="0" h="4570" w="5347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37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37"/>
            <p:cNvSpPr/>
            <p:nvPr/>
          </p:nvSpPr>
          <p:spPr>
            <a:xfrm>
              <a:off x="9202568" y="-2033505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37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37"/>
            <p:cNvSpPr/>
            <p:nvPr/>
          </p:nvSpPr>
          <p:spPr>
            <a:xfrm>
              <a:off x="9202568" y="-1809148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37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37"/>
            <p:cNvSpPr/>
            <p:nvPr/>
          </p:nvSpPr>
          <p:spPr>
            <a:xfrm>
              <a:off x="9202568" y="-1585493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37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37"/>
            <p:cNvSpPr/>
            <p:nvPr/>
          </p:nvSpPr>
          <p:spPr>
            <a:xfrm>
              <a:off x="9202568" y="-1361099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37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37"/>
            <p:cNvSpPr/>
            <p:nvPr/>
          </p:nvSpPr>
          <p:spPr>
            <a:xfrm>
              <a:off x="9202568" y="-1137444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37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h="3305" w="6203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37"/>
            <p:cNvSpPr/>
            <p:nvPr/>
          </p:nvSpPr>
          <p:spPr>
            <a:xfrm>
              <a:off x="9202568" y="-913790"/>
              <a:ext cx="229464" cy="122260"/>
            </a:xfrm>
            <a:custGeom>
              <a:rect b="b" l="l" r="r" t="t"/>
              <a:pathLst>
                <a:path extrusionOk="0" fill="none" h="3305" w="6203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37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h="3286" w="6203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37"/>
            <p:cNvSpPr/>
            <p:nvPr/>
          </p:nvSpPr>
          <p:spPr>
            <a:xfrm>
              <a:off x="9202568" y="-689432"/>
              <a:ext cx="229464" cy="121557"/>
            </a:xfrm>
            <a:custGeom>
              <a:rect b="b" l="l" r="r" t="t"/>
              <a:pathLst>
                <a:path extrusionOk="0" fill="none" h="3286" w="6203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37"/>
            <p:cNvSpPr/>
            <p:nvPr/>
          </p:nvSpPr>
          <p:spPr>
            <a:xfrm>
              <a:off x="9553512" y="-2114777"/>
              <a:ext cx="33108" cy="1676389"/>
            </a:xfrm>
            <a:custGeom>
              <a:rect b="b" l="l" r="r" t="t"/>
              <a:pathLst>
                <a:path extrusionOk="0" h="45317" w="895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37"/>
            <p:cNvSpPr/>
            <p:nvPr/>
          </p:nvSpPr>
          <p:spPr>
            <a:xfrm>
              <a:off x="9098287" y="-2384450"/>
              <a:ext cx="438028" cy="269712"/>
            </a:xfrm>
            <a:custGeom>
              <a:rect b="b" l="l" r="r" t="t"/>
              <a:pathLst>
                <a:path extrusionOk="0" h="7291" w="11841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37"/>
            <p:cNvSpPr/>
            <p:nvPr/>
          </p:nvSpPr>
          <p:spPr>
            <a:xfrm>
              <a:off x="9296047" y="-2384450"/>
              <a:ext cx="240266" cy="225839"/>
            </a:xfrm>
            <a:custGeom>
              <a:rect b="b" l="l" r="r" t="t"/>
              <a:pathLst>
                <a:path extrusionOk="0" h="6105" w="6495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37"/>
            <p:cNvSpPr/>
            <p:nvPr/>
          </p:nvSpPr>
          <p:spPr>
            <a:xfrm>
              <a:off x="8991860" y="-2165826"/>
              <a:ext cx="664533" cy="51087"/>
            </a:xfrm>
            <a:custGeom>
              <a:rect b="b" l="l" r="r" t="t"/>
              <a:pathLst>
                <a:path extrusionOk="0" h="1381" w="17964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4" name="Google Shape;3684;p37"/>
          <p:cNvGrpSpPr/>
          <p:nvPr/>
        </p:nvGrpSpPr>
        <p:grpSpPr>
          <a:xfrm flipH="1">
            <a:off x="371900" y="1392192"/>
            <a:ext cx="3480245" cy="1373835"/>
            <a:chOff x="4112050" y="-2536483"/>
            <a:chExt cx="3480245" cy="1373835"/>
          </a:xfrm>
        </p:grpSpPr>
        <p:sp>
          <p:nvSpPr>
            <p:cNvPr id="3685" name="Google Shape;3685;p37"/>
            <p:cNvSpPr/>
            <p:nvPr/>
          </p:nvSpPr>
          <p:spPr>
            <a:xfrm>
              <a:off x="5347543" y="-1715908"/>
              <a:ext cx="272000" cy="553260"/>
            </a:xfrm>
            <a:custGeom>
              <a:rect b="b" l="l" r="r" t="t"/>
              <a:pathLst>
                <a:path extrusionOk="0" h="20552" w="10104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37"/>
            <p:cNvSpPr/>
            <p:nvPr/>
          </p:nvSpPr>
          <p:spPr>
            <a:xfrm>
              <a:off x="5347543" y="-1715908"/>
              <a:ext cx="272000" cy="553260"/>
            </a:xfrm>
            <a:custGeom>
              <a:rect b="b" l="l" r="r" t="t"/>
              <a:pathLst>
                <a:path extrusionOk="0" h="20552" w="10104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37"/>
            <p:cNvSpPr/>
            <p:nvPr/>
          </p:nvSpPr>
          <p:spPr>
            <a:xfrm>
              <a:off x="5952274" y="-2294607"/>
              <a:ext cx="752333" cy="316579"/>
            </a:xfrm>
            <a:custGeom>
              <a:rect b="b" l="l" r="r" t="t"/>
              <a:pathLst>
                <a:path extrusionOk="0" h="11760" w="27947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37"/>
            <p:cNvSpPr/>
            <p:nvPr/>
          </p:nvSpPr>
          <p:spPr>
            <a:xfrm>
              <a:off x="5952274" y="-2294607"/>
              <a:ext cx="752333" cy="316579"/>
            </a:xfrm>
            <a:custGeom>
              <a:rect b="b" l="l" r="r" t="t"/>
              <a:pathLst>
                <a:path extrusionOk="0" h="11760" w="27947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37"/>
            <p:cNvSpPr/>
            <p:nvPr/>
          </p:nvSpPr>
          <p:spPr>
            <a:xfrm>
              <a:off x="5958062" y="-2441590"/>
              <a:ext cx="526636" cy="159743"/>
            </a:xfrm>
            <a:custGeom>
              <a:rect b="b" l="l" r="r" t="t"/>
              <a:pathLst>
                <a:path extrusionOk="0" h="5934" w="19563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37"/>
            <p:cNvSpPr/>
            <p:nvPr/>
          </p:nvSpPr>
          <p:spPr>
            <a:xfrm>
              <a:off x="5382835" y="-2302118"/>
              <a:ext cx="526636" cy="159743"/>
            </a:xfrm>
            <a:custGeom>
              <a:rect b="b" l="l" r="r" t="t"/>
              <a:pathLst>
                <a:path extrusionOk="0" h="5934" w="19563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37"/>
            <p:cNvSpPr/>
            <p:nvPr/>
          </p:nvSpPr>
          <p:spPr>
            <a:xfrm>
              <a:off x="5958062" y="-2396445"/>
              <a:ext cx="526636" cy="114598"/>
            </a:xfrm>
            <a:custGeom>
              <a:rect b="b" l="l" r="r" t="t"/>
              <a:pathLst>
                <a:path extrusionOk="0" h="4257" w="19563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37"/>
            <p:cNvSpPr/>
            <p:nvPr/>
          </p:nvSpPr>
          <p:spPr>
            <a:xfrm>
              <a:off x="5385150" y="-2270298"/>
              <a:ext cx="524321" cy="105930"/>
            </a:xfrm>
            <a:custGeom>
              <a:rect b="b" l="l" r="r" t="t"/>
              <a:pathLst>
                <a:path extrusionOk="0" h="3935" w="19477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37"/>
            <p:cNvSpPr/>
            <p:nvPr/>
          </p:nvSpPr>
          <p:spPr>
            <a:xfrm>
              <a:off x="4763648" y="-1801567"/>
              <a:ext cx="451987" cy="241338"/>
            </a:xfrm>
            <a:custGeom>
              <a:rect b="b" l="l" r="r" t="t"/>
              <a:pathLst>
                <a:path extrusionOk="0" h="8965" w="1679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37"/>
            <p:cNvSpPr/>
            <p:nvPr/>
          </p:nvSpPr>
          <p:spPr>
            <a:xfrm>
              <a:off x="4833667" y="-1546366"/>
              <a:ext cx="452552" cy="240772"/>
            </a:xfrm>
            <a:custGeom>
              <a:rect b="b" l="l" r="r" t="t"/>
              <a:pathLst>
                <a:path extrusionOk="0" h="8944" w="16811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37"/>
            <p:cNvSpPr/>
            <p:nvPr/>
          </p:nvSpPr>
          <p:spPr>
            <a:xfrm>
              <a:off x="4902529" y="-1794622"/>
              <a:ext cx="313107" cy="234392"/>
            </a:xfrm>
            <a:custGeom>
              <a:rect b="b" l="l" r="r" t="t"/>
              <a:pathLst>
                <a:path extrusionOk="0" h="8707" w="11631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37"/>
            <p:cNvSpPr/>
            <p:nvPr/>
          </p:nvSpPr>
          <p:spPr>
            <a:xfrm>
              <a:off x="5020573" y="-1528410"/>
              <a:ext cx="265647" cy="222817"/>
            </a:xfrm>
            <a:custGeom>
              <a:rect b="b" l="l" r="r" t="t"/>
              <a:pathLst>
                <a:path extrusionOk="0" h="8277" w="9868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37"/>
            <p:cNvSpPr/>
            <p:nvPr/>
          </p:nvSpPr>
          <p:spPr>
            <a:xfrm>
              <a:off x="6835358" y="-1828756"/>
              <a:ext cx="756937" cy="277222"/>
            </a:xfrm>
            <a:custGeom>
              <a:rect b="b" l="l" r="r" t="t"/>
              <a:pathLst>
                <a:path extrusionOk="0" h="10298" w="28118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37"/>
            <p:cNvSpPr/>
            <p:nvPr/>
          </p:nvSpPr>
          <p:spPr>
            <a:xfrm>
              <a:off x="6835358" y="-1828756"/>
              <a:ext cx="756937" cy="277222"/>
            </a:xfrm>
            <a:custGeom>
              <a:rect b="b" l="l" r="r" t="t"/>
              <a:pathLst>
                <a:path extrusionOk="0" fill="none" h="10298" w="28118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37"/>
            <p:cNvSpPr/>
            <p:nvPr/>
          </p:nvSpPr>
          <p:spPr>
            <a:xfrm>
              <a:off x="4112050" y="-2490208"/>
              <a:ext cx="3054909" cy="1005220"/>
            </a:xfrm>
            <a:custGeom>
              <a:rect b="b" l="l" r="r" t="t"/>
              <a:pathLst>
                <a:path extrusionOk="0" h="37341" w="113481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37"/>
            <p:cNvSpPr/>
            <p:nvPr/>
          </p:nvSpPr>
          <p:spPr>
            <a:xfrm>
              <a:off x="4112050" y="-2490208"/>
              <a:ext cx="3054909" cy="1005220"/>
            </a:xfrm>
            <a:custGeom>
              <a:rect b="b" l="l" r="r" t="t"/>
              <a:pathLst>
                <a:path extrusionOk="0" fill="none" h="37341" w="113481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37"/>
            <p:cNvSpPr/>
            <p:nvPr/>
          </p:nvSpPr>
          <p:spPr>
            <a:xfrm>
              <a:off x="6440684" y="-2230376"/>
              <a:ext cx="899316" cy="600128"/>
            </a:xfrm>
            <a:custGeom>
              <a:rect b="b" l="l" r="r" t="t"/>
              <a:pathLst>
                <a:path extrusionOk="0" h="22293" w="33407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37"/>
            <p:cNvSpPr/>
            <p:nvPr/>
          </p:nvSpPr>
          <p:spPr>
            <a:xfrm>
              <a:off x="5422758" y="-2536483"/>
              <a:ext cx="1784150" cy="497105"/>
            </a:xfrm>
            <a:custGeom>
              <a:rect b="b" l="l" r="r" t="t"/>
              <a:pathLst>
                <a:path extrusionOk="0" h="18466" w="66276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37"/>
            <p:cNvSpPr/>
            <p:nvPr/>
          </p:nvSpPr>
          <p:spPr>
            <a:xfrm>
              <a:off x="4200563" y="-2424819"/>
              <a:ext cx="54432" cy="64285"/>
            </a:xfrm>
            <a:custGeom>
              <a:rect b="b" l="l" r="r" t="t"/>
              <a:pathLst>
                <a:path extrusionOk="0" h="2388" w="2022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37"/>
            <p:cNvSpPr/>
            <p:nvPr/>
          </p:nvSpPr>
          <p:spPr>
            <a:xfrm>
              <a:off x="4299521" y="-2320639"/>
              <a:ext cx="55590" cy="100142"/>
            </a:xfrm>
            <a:custGeom>
              <a:rect b="b" l="l" r="r" t="t"/>
              <a:pathLst>
                <a:path extrusionOk="0" h="3720" w="2065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37"/>
            <p:cNvSpPr/>
            <p:nvPr/>
          </p:nvSpPr>
          <p:spPr>
            <a:xfrm>
              <a:off x="4299521" y="-2320639"/>
              <a:ext cx="55590" cy="100142"/>
            </a:xfrm>
            <a:custGeom>
              <a:rect b="b" l="l" r="r" t="t"/>
              <a:pathLst>
                <a:path extrusionOk="0" fill="none" h="3720" w="2065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37"/>
            <p:cNvSpPr/>
            <p:nvPr/>
          </p:nvSpPr>
          <p:spPr>
            <a:xfrm>
              <a:off x="4378235" y="-2261630"/>
              <a:ext cx="24901" cy="29558"/>
            </a:xfrm>
            <a:custGeom>
              <a:rect b="b" l="l" r="r" t="t"/>
              <a:pathLst>
                <a:path extrusionOk="0" h="1098" w="925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37"/>
            <p:cNvSpPr/>
            <p:nvPr/>
          </p:nvSpPr>
          <p:spPr>
            <a:xfrm>
              <a:off x="4378235" y="-2261630"/>
              <a:ext cx="24901" cy="29558"/>
            </a:xfrm>
            <a:custGeom>
              <a:rect b="b" l="l" r="r" t="t"/>
              <a:pathLst>
                <a:path extrusionOk="0" fill="none" h="1098" w="925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37"/>
            <p:cNvSpPr/>
            <p:nvPr/>
          </p:nvSpPr>
          <p:spPr>
            <a:xfrm>
              <a:off x="4408897" y="-2250054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37"/>
            <p:cNvSpPr/>
            <p:nvPr/>
          </p:nvSpPr>
          <p:spPr>
            <a:xfrm>
              <a:off x="4408897" y="-2250054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37"/>
            <p:cNvSpPr/>
            <p:nvPr/>
          </p:nvSpPr>
          <p:spPr>
            <a:xfrm>
              <a:off x="4439585" y="-2237886"/>
              <a:ext cx="24309" cy="28966"/>
            </a:xfrm>
            <a:custGeom>
              <a:rect b="b" l="l" r="r" t="t"/>
              <a:pathLst>
                <a:path extrusionOk="0" h="1076" w="903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37"/>
            <p:cNvSpPr/>
            <p:nvPr/>
          </p:nvSpPr>
          <p:spPr>
            <a:xfrm>
              <a:off x="4439585" y="-2237886"/>
              <a:ext cx="24309" cy="28966"/>
            </a:xfrm>
            <a:custGeom>
              <a:rect b="b" l="l" r="r" t="t"/>
              <a:pathLst>
                <a:path extrusionOk="0" fill="none" h="1076" w="903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37"/>
            <p:cNvSpPr/>
            <p:nvPr/>
          </p:nvSpPr>
          <p:spPr>
            <a:xfrm>
              <a:off x="4470247" y="-2226311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37"/>
            <p:cNvSpPr/>
            <p:nvPr/>
          </p:nvSpPr>
          <p:spPr>
            <a:xfrm>
              <a:off x="4470247" y="-2226311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37"/>
            <p:cNvSpPr/>
            <p:nvPr/>
          </p:nvSpPr>
          <p:spPr>
            <a:xfrm>
              <a:off x="4500909" y="-2214170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37"/>
            <p:cNvSpPr/>
            <p:nvPr/>
          </p:nvSpPr>
          <p:spPr>
            <a:xfrm>
              <a:off x="4500909" y="-2214170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37"/>
            <p:cNvSpPr/>
            <p:nvPr/>
          </p:nvSpPr>
          <p:spPr>
            <a:xfrm>
              <a:off x="4531598" y="-2202594"/>
              <a:ext cx="24309" cy="29531"/>
            </a:xfrm>
            <a:custGeom>
              <a:rect b="b" l="l" r="r" t="t"/>
              <a:pathLst>
                <a:path extrusionOk="0" h="1097" w="903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37"/>
            <p:cNvSpPr/>
            <p:nvPr/>
          </p:nvSpPr>
          <p:spPr>
            <a:xfrm>
              <a:off x="4531598" y="-2202594"/>
              <a:ext cx="24309" cy="29531"/>
            </a:xfrm>
            <a:custGeom>
              <a:rect b="b" l="l" r="r" t="t"/>
              <a:pathLst>
                <a:path extrusionOk="0" fill="none" h="1097" w="903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37"/>
            <p:cNvSpPr/>
            <p:nvPr/>
          </p:nvSpPr>
          <p:spPr>
            <a:xfrm>
              <a:off x="4562260" y="-2190427"/>
              <a:ext cx="24336" cy="28939"/>
            </a:xfrm>
            <a:custGeom>
              <a:rect b="b" l="l" r="r" t="t"/>
              <a:pathLst>
                <a:path extrusionOk="0" h="1075" w="904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37"/>
            <p:cNvSpPr/>
            <p:nvPr/>
          </p:nvSpPr>
          <p:spPr>
            <a:xfrm>
              <a:off x="4562260" y="-2190427"/>
              <a:ext cx="24336" cy="28939"/>
            </a:xfrm>
            <a:custGeom>
              <a:rect b="b" l="l" r="r" t="t"/>
              <a:pathLst>
                <a:path extrusionOk="0" fill="none" h="1075" w="904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37"/>
            <p:cNvSpPr/>
            <p:nvPr/>
          </p:nvSpPr>
          <p:spPr>
            <a:xfrm>
              <a:off x="4592922" y="-2178878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37"/>
            <p:cNvSpPr/>
            <p:nvPr/>
          </p:nvSpPr>
          <p:spPr>
            <a:xfrm>
              <a:off x="4592922" y="-2178878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37"/>
            <p:cNvSpPr/>
            <p:nvPr/>
          </p:nvSpPr>
          <p:spPr>
            <a:xfrm>
              <a:off x="4623611" y="-2167302"/>
              <a:ext cx="24309" cy="29558"/>
            </a:xfrm>
            <a:custGeom>
              <a:rect b="b" l="l" r="r" t="t"/>
              <a:pathLst>
                <a:path extrusionOk="0" h="1098" w="903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37"/>
            <p:cNvSpPr/>
            <p:nvPr/>
          </p:nvSpPr>
          <p:spPr>
            <a:xfrm>
              <a:off x="4623611" y="-2167302"/>
              <a:ext cx="24309" cy="29558"/>
            </a:xfrm>
            <a:custGeom>
              <a:rect b="b" l="l" r="r" t="t"/>
              <a:pathLst>
                <a:path extrusionOk="0" fill="none" h="1098" w="903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37"/>
            <p:cNvSpPr/>
            <p:nvPr/>
          </p:nvSpPr>
          <p:spPr>
            <a:xfrm>
              <a:off x="4653680" y="-2155134"/>
              <a:ext cx="24928" cy="28966"/>
            </a:xfrm>
            <a:custGeom>
              <a:rect b="b" l="l" r="r" t="t"/>
              <a:pathLst>
                <a:path extrusionOk="0" h="1076" w="926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37"/>
            <p:cNvSpPr/>
            <p:nvPr/>
          </p:nvSpPr>
          <p:spPr>
            <a:xfrm>
              <a:off x="4653680" y="-2155134"/>
              <a:ext cx="24928" cy="28966"/>
            </a:xfrm>
            <a:custGeom>
              <a:rect b="b" l="l" r="r" t="t"/>
              <a:pathLst>
                <a:path extrusionOk="0" fill="none" h="1076" w="926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37"/>
            <p:cNvSpPr/>
            <p:nvPr/>
          </p:nvSpPr>
          <p:spPr>
            <a:xfrm>
              <a:off x="4684369" y="-2143559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37"/>
            <p:cNvSpPr/>
            <p:nvPr/>
          </p:nvSpPr>
          <p:spPr>
            <a:xfrm>
              <a:off x="4684369" y="-2143559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37"/>
            <p:cNvSpPr/>
            <p:nvPr/>
          </p:nvSpPr>
          <p:spPr>
            <a:xfrm>
              <a:off x="4715031" y="-2131418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37"/>
            <p:cNvSpPr/>
            <p:nvPr/>
          </p:nvSpPr>
          <p:spPr>
            <a:xfrm>
              <a:off x="4715031" y="-2131418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37"/>
            <p:cNvSpPr/>
            <p:nvPr/>
          </p:nvSpPr>
          <p:spPr>
            <a:xfrm>
              <a:off x="4745693" y="-2119842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37"/>
            <p:cNvSpPr/>
            <p:nvPr/>
          </p:nvSpPr>
          <p:spPr>
            <a:xfrm>
              <a:off x="4745693" y="-2119842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37"/>
            <p:cNvSpPr/>
            <p:nvPr/>
          </p:nvSpPr>
          <p:spPr>
            <a:xfrm>
              <a:off x="4881127" y="-2088588"/>
              <a:ext cx="24309" cy="28966"/>
            </a:xfrm>
            <a:custGeom>
              <a:rect b="b" l="l" r="r" t="t"/>
              <a:pathLst>
                <a:path extrusionOk="0" h="1076" w="903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37"/>
            <p:cNvSpPr/>
            <p:nvPr/>
          </p:nvSpPr>
          <p:spPr>
            <a:xfrm>
              <a:off x="4881127" y="-2088588"/>
              <a:ext cx="24309" cy="28966"/>
            </a:xfrm>
            <a:custGeom>
              <a:rect b="b" l="l" r="r" t="t"/>
              <a:pathLst>
                <a:path extrusionOk="0" fill="none" h="1076" w="903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37"/>
            <p:cNvSpPr/>
            <p:nvPr/>
          </p:nvSpPr>
          <p:spPr>
            <a:xfrm>
              <a:off x="4911789" y="-2077013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37"/>
            <p:cNvSpPr/>
            <p:nvPr/>
          </p:nvSpPr>
          <p:spPr>
            <a:xfrm>
              <a:off x="4911789" y="-2077013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37"/>
            <p:cNvSpPr/>
            <p:nvPr/>
          </p:nvSpPr>
          <p:spPr>
            <a:xfrm>
              <a:off x="4942451" y="-2064872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37"/>
            <p:cNvSpPr/>
            <p:nvPr/>
          </p:nvSpPr>
          <p:spPr>
            <a:xfrm>
              <a:off x="4942451" y="-2064872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37"/>
            <p:cNvSpPr/>
            <p:nvPr/>
          </p:nvSpPr>
          <p:spPr>
            <a:xfrm>
              <a:off x="4973140" y="-2053296"/>
              <a:ext cx="24309" cy="28966"/>
            </a:xfrm>
            <a:custGeom>
              <a:rect b="b" l="l" r="r" t="t"/>
              <a:pathLst>
                <a:path extrusionOk="0" h="1076" w="903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37"/>
            <p:cNvSpPr/>
            <p:nvPr/>
          </p:nvSpPr>
          <p:spPr>
            <a:xfrm>
              <a:off x="4973140" y="-2053296"/>
              <a:ext cx="24309" cy="28966"/>
            </a:xfrm>
            <a:custGeom>
              <a:rect b="b" l="l" r="r" t="t"/>
              <a:pathLst>
                <a:path extrusionOk="0" fill="none" h="1076" w="903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37"/>
            <p:cNvSpPr/>
            <p:nvPr/>
          </p:nvSpPr>
          <p:spPr>
            <a:xfrm>
              <a:off x="5003209" y="-2041720"/>
              <a:ext cx="24928" cy="29558"/>
            </a:xfrm>
            <a:custGeom>
              <a:rect b="b" l="l" r="r" t="t"/>
              <a:pathLst>
                <a:path extrusionOk="0" h="1098" w="926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37"/>
            <p:cNvSpPr/>
            <p:nvPr/>
          </p:nvSpPr>
          <p:spPr>
            <a:xfrm>
              <a:off x="5003209" y="-2041720"/>
              <a:ext cx="24928" cy="29558"/>
            </a:xfrm>
            <a:custGeom>
              <a:rect b="b" l="l" r="r" t="t"/>
              <a:pathLst>
                <a:path extrusionOk="0" fill="none" h="1098" w="926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37"/>
            <p:cNvSpPr/>
            <p:nvPr/>
          </p:nvSpPr>
          <p:spPr>
            <a:xfrm>
              <a:off x="5033898" y="-2029553"/>
              <a:ext cx="24336" cy="28939"/>
            </a:xfrm>
            <a:custGeom>
              <a:rect b="b" l="l" r="r" t="t"/>
              <a:pathLst>
                <a:path extrusionOk="0" h="1075" w="904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37"/>
            <p:cNvSpPr/>
            <p:nvPr/>
          </p:nvSpPr>
          <p:spPr>
            <a:xfrm>
              <a:off x="5033898" y="-2029553"/>
              <a:ext cx="24336" cy="28939"/>
            </a:xfrm>
            <a:custGeom>
              <a:rect b="b" l="l" r="r" t="t"/>
              <a:pathLst>
                <a:path extrusionOk="0" fill="none" h="1075" w="904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37"/>
            <p:cNvSpPr/>
            <p:nvPr/>
          </p:nvSpPr>
          <p:spPr>
            <a:xfrm>
              <a:off x="5064560" y="-2017977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37"/>
            <p:cNvSpPr/>
            <p:nvPr/>
          </p:nvSpPr>
          <p:spPr>
            <a:xfrm>
              <a:off x="5064560" y="-2017977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37"/>
            <p:cNvSpPr/>
            <p:nvPr/>
          </p:nvSpPr>
          <p:spPr>
            <a:xfrm>
              <a:off x="5095222" y="-2005836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37"/>
            <p:cNvSpPr/>
            <p:nvPr/>
          </p:nvSpPr>
          <p:spPr>
            <a:xfrm>
              <a:off x="5095222" y="-2005836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37"/>
            <p:cNvSpPr/>
            <p:nvPr/>
          </p:nvSpPr>
          <p:spPr>
            <a:xfrm>
              <a:off x="5125911" y="-1994260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37"/>
            <p:cNvSpPr/>
            <p:nvPr/>
          </p:nvSpPr>
          <p:spPr>
            <a:xfrm>
              <a:off x="5125911" y="-1994260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37"/>
            <p:cNvSpPr/>
            <p:nvPr/>
          </p:nvSpPr>
          <p:spPr>
            <a:xfrm>
              <a:off x="5156573" y="-1982120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37"/>
            <p:cNvSpPr/>
            <p:nvPr/>
          </p:nvSpPr>
          <p:spPr>
            <a:xfrm>
              <a:off x="5156573" y="-1982120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37"/>
            <p:cNvSpPr/>
            <p:nvPr/>
          </p:nvSpPr>
          <p:spPr>
            <a:xfrm>
              <a:off x="5187235" y="-1970544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37"/>
            <p:cNvSpPr/>
            <p:nvPr/>
          </p:nvSpPr>
          <p:spPr>
            <a:xfrm>
              <a:off x="5187235" y="-1970544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37"/>
            <p:cNvSpPr/>
            <p:nvPr/>
          </p:nvSpPr>
          <p:spPr>
            <a:xfrm>
              <a:off x="5217923" y="-1958968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37"/>
            <p:cNvSpPr/>
            <p:nvPr/>
          </p:nvSpPr>
          <p:spPr>
            <a:xfrm>
              <a:off x="5217923" y="-1958968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37"/>
            <p:cNvSpPr/>
            <p:nvPr/>
          </p:nvSpPr>
          <p:spPr>
            <a:xfrm>
              <a:off x="5248585" y="-1946801"/>
              <a:ext cx="24336" cy="28939"/>
            </a:xfrm>
            <a:custGeom>
              <a:rect b="b" l="l" r="r" t="t"/>
              <a:pathLst>
                <a:path extrusionOk="0" h="1075" w="904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37"/>
            <p:cNvSpPr/>
            <p:nvPr/>
          </p:nvSpPr>
          <p:spPr>
            <a:xfrm>
              <a:off x="5248585" y="-1946801"/>
              <a:ext cx="24336" cy="28939"/>
            </a:xfrm>
            <a:custGeom>
              <a:rect b="b" l="l" r="r" t="t"/>
              <a:pathLst>
                <a:path extrusionOk="0" fill="none" h="1075" w="904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37"/>
            <p:cNvSpPr/>
            <p:nvPr/>
          </p:nvSpPr>
          <p:spPr>
            <a:xfrm>
              <a:off x="5404264" y="-1894737"/>
              <a:ext cx="24309" cy="28966"/>
            </a:xfrm>
            <a:custGeom>
              <a:rect b="b" l="l" r="r" t="t"/>
              <a:pathLst>
                <a:path extrusionOk="0" h="1076" w="903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37"/>
            <p:cNvSpPr/>
            <p:nvPr/>
          </p:nvSpPr>
          <p:spPr>
            <a:xfrm>
              <a:off x="5404264" y="-1894737"/>
              <a:ext cx="24309" cy="28966"/>
            </a:xfrm>
            <a:custGeom>
              <a:rect b="b" l="l" r="r" t="t"/>
              <a:pathLst>
                <a:path extrusionOk="0" fill="none" h="1076" w="903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37"/>
            <p:cNvSpPr/>
            <p:nvPr/>
          </p:nvSpPr>
          <p:spPr>
            <a:xfrm>
              <a:off x="5434925" y="-1883162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37"/>
            <p:cNvSpPr/>
            <p:nvPr/>
          </p:nvSpPr>
          <p:spPr>
            <a:xfrm>
              <a:off x="5434925" y="-1883162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37"/>
            <p:cNvSpPr/>
            <p:nvPr/>
          </p:nvSpPr>
          <p:spPr>
            <a:xfrm>
              <a:off x="5465587" y="-1871586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37"/>
            <p:cNvSpPr/>
            <p:nvPr/>
          </p:nvSpPr>
          <p:spPr>
            <a:xfrm>
              <a:off x="5465587" y="-1871586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37"/>
            <p:cNvSpPr/>
            <p:nvPr/>
          </p:nvSpPr>
          <p:spPr>
            <a:xfrm>
              <a:off x="5496276" y="-1859418"/>
              <a:ext cx="24309" cy="28939"/>
            </a:xfrm>
            <a:custGeom>
              <a:rect b="b" l="l" r="r" t="t"/>
              <a:pathLst>
                <a:path extrusionOk="0" h="1075" w="903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37"/>
            <p:cNvSpPr/>
            <p:nvPr/>
          </p:nvSpPr>
          <p:spPr>
            <a:xfrm>
              <a:off x="5496276" y="-1859418"/>
              <a:ext cx="24309" cy="28939"/>
            </a:xfrm>
            <a:custGeom>
              <a:rect b="b" l="l" r="r" t="t"/>
              <a:pathLst>
                <a:path extrusionOk="0" fill="none" h="1075" w="903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37"/>
            <p:cNvSpPr/>
            <p:nvPr/>
          </p:nvSpPr>
          <p:spPr>
            <a:xfrm>
              <a:off x="5526346" y="-1847843"/>
              <a:ext cx="24928" cy="29531"/>
            </a:xfrm>
            <a:custGeom>
              <a:rect b="b" l="l" r="r" t="t"/>
              <a:pathLst>
                <a:path extrusionOk="0" h="1097" w="926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37"/>
            <p:cNvSpPr/>
            <p:nvPr/>
          </p:nvSpPr>
          <p:spPr>
            <a:xfrm>
              <a:off x="5526346" y="-1847843"/>
              <a:ext cx="24928" cy="29531"/>
            </a:xfrm>
            <a:custGeom>
              <a:rect b="b" l="l" r="r" t="t"/>
              <a:pathLst>
                <a:path extrusionOk="0" fill="none" h="1097" w="926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37"/>
            <p:cNvSpPr/>
            <p:nvPr/>
          </p:nvSpPr>
          <p:spPr>
            <a:xfrm>
              <a:off x="5557035" y="-1835702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37"/>
            <p:cNvSpPr/>
            <p:nvPr/>
          </p:nvSpPr>
          <p:spPr>
            <a:xfrm>
              <a:off x="5557035" y="-1835702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37"/>
            <p:cNvSpPr/>
            <p:nvPr/>
          </p:nvSpPr>
          <p:spPr>
            <a:xfrm>
              <a:off x="5587696" y="-1824126"/>
              <a:ext cx="24336" cy="29531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37"/>
            <p:cNvSpPr/>
            <p:nvPr/>
          </p:nvSpPr>
          <p:spPr>
            <a:xfrm>
              <a:off x="5587696" y="-1824126"/>
              <a:ext cx="24336" cy="29531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37"/>
            <p:cNvSpPr/>
            <p:nvPr/>
          </p:nvSpPr>
          <p:spPr>
            <a:xfrm>
              <a:off x="5618358" y="-1811985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37"/>
            <p:cNvSpPr/>
            <p:nvPr/>
          </p:nvSpPr>
          <p:spPr>
            <a:xfrm>
              <a:off x="5618358" y="-1811985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37"/>
            <p:cNvSpPr/>
            <p:nvPr/>
          </p:nvSpPr>
          <p:spPr>
            <a:xfrm>
              <a:off x="5649047" y="-1800410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37"/>
            <p:cNvSpPr/>
            <p:nvPr/>
          </p:nvSpPr>
          <p:spPr>
            <a:xfrm>
              <a:off x="5649047" y="-1800410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37"/>
            <p:cNvSpPr/>
            <p:nvPr/>
          </p:nvSpPr>
          <p:spPr>
            <a:xfrm>
              <a:off x="5679709" y="-1788834"/>
              <a:ext cx="24336" cy="29558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37"/>
            <p:cNvSpPr/>
            <p:nvPr/>
          </p:nvSpPr>
          <p:spPr>
            <a:xfrm>
              <a:off x="5679709" y="-1788834"/>
              <a:ext cx="24336" cy="29558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37"/>
            <p:cNvSpPr/>
            <p:nvPr/>
          </p:nvSpPr>
          <p:spPr>
            <a:xfrm>
              <a:off x="5710371" y="-1776666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37"/>
            <p:cNvSpPr/>
            <p:nvPr/>
          </p:nvSpPr>
          <p:spPr>
            <a:xfrm>
              <a:off x="5710371" y="-1776666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37"/>
            <p:cNvSpPr/>
            <p:nvPr/>
          </p:nvSpPr>
          <p:spPr>
            <a:xfrm>
              <a:off x="5741060" y="-1765091"/>
              <a:ext cx="24309" cy="29531"/>
            </a:xfrm>
            <a:custGeom>
              <a:rect b="b" l="l" r="r" t="t"/>
              <a:pathLst>
                <a:path extrusionOk="0" h="1097" w="903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37"/>
            <p:cNvSpPr/>
            <p:nvPr/>
          </p:nvSpPr>
          <p:spPr>
            <a:xfrm>
              <a:off x="5741060" y="-1765091"/>
              <a:ext cx="24309" cy="29531"/>
            </a:xfrm>
            <a:custGeom>
              <a:rect b="b" l="l" r="r" t="t"/>
              <a:pathLst>
                <a:path extrusionOk="0" fill="none" h="1097" w="903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37"/>
            <p:cNvSpPr/>
            <p:nvPr/>
          </p:nvSpPr>
          <p:spPr>
            <a:xfrm>
              <a:off x="5771722" y="-1752950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37"/>
            <p:cNvSpPr/>
            <p:nvPr/>
          </p:nvSpPr>
          <p:spPr>
            <a:xfrm>
              <a:off x="5771722" y="-1752950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37"/>
            <p:cNvSpPr/>
            <p:nvPr/>
          </p:nvSpPr>
          <p:spPr>
            <a:xfrm>
              <a:off x="4810516" y="-2192176"/>
              <a:ext cx="54998" cy="100142"/>
            </a:xfrm>
            <a:custGeom>
              <a:rect b="b" l="l" r="r" t="t"/>
              <a:pathLst>
                <a:path extrusionOk="0" h="3720" w="2043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37"/>
            <p:cNvSpPr/>
            <p:nvPr/>
          </p:nvSpPr>
          <p:spPr>
            <a:xfrm>
              <a:off x="5319762" y="-2002956"/>
              <a:ext cx="55590" cy="100142"/>
            </a:xfrm>
            <a:custGeom>
              <a:rect b="b" l="l" r="r" t="t"/>
              <a:pathLst>
                <a:path extrusionOk="0" h="3720" w="2065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37"/>
            <p:cNvSpPr/>
            <p:nvPr/>
          </p:nvSpPr>
          <p:spPr>
            <a:xfrm>
              <a:off x="5319762" y="-2002956"/>
              <a:ext cx="55590" cy="100142"/>
            </a:xfrm>
            <a:custGeom>
              <a:rect b="b" l="l" r="r" t="t"/>
              <a:pathLst>
                <a:path extrusionOk="0" fill="none" h="3720" w="2065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37"/>
            <p:cNvSpPr/>
            <p:nvPr/>
          </p:nvSpPr>
          <p:spPr>
            <a:xfrm>
              <a:off x="6201123" y="-2203752"/>
              <a:ext cx="1138878" cy="693298"/>
            </a:xfrm>
            <a:custGeom>
              <a:rect b="b" l="l" r="r" t="t"/>
              <a:pathLst>
                <a:path extrusionOk="0" fill="none" h="25754" w="42306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37"/>
            <p:cNvSpPr/>
            <p:nvPr/>
          </p:nvSpPr>
          <p:spPr>
            <a:xfrm>
              <a:off x="4112615" y="-2335122"/>
              <a:ext cx="592" cy="4092"/>
            </a:xfrm>
            <a:custGeom>
              <a:rect b="b" l="l" r="r" t="t"/>
              <a:pathLst>
                <a:path extrusionOk="0" h="152" w="22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37"/>
            <p:cNvSpPr/>
            <p:nvPr/>
          </p:nvSpPr>
          <p:spPr>
            <a:xfrm>
              <a:off x="4112615" y="-2331057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37"/>
            <p:cNvSpPr/>
            <p:nvPr/>
          </p:nvSpPr>
          <p:spPr>
            <a:xfrm>
              <a:off x="4112615" y="-2331649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37"/>
            <p:cNvSpPr/>
            <p:nvPr/>
          </p:nvSpPr>
          <p:spPr>
            <a:xfrm>
              <a:off x="4112615" y="-2331649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37"/>
            <p:cNvSpPr/>
            <p:nvPr/>
          </p:nvSpPr>
          <p:spPr>
            <a:xfrm>
              <a:off x="4112615" y="-2332214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37"/>
            <p:cNvSpPr/>
            <p:nvPr/>
          </p:nvSpPr>
          <p:spPr>
            <a:xfrm>
              <a:off x="4112615" y="-2332806"/>
              <a:ext cx="27" cy="619"/>
            </a:xfrm>
            <a:custGeom>
              <a:rect b="b" l="l" r="r" t="t"/>
              <a:pathLst>
                <a:path extrusionOk="0" fill="none" h="23" w="1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37"/>
            <p:cNvSpPr/>
            <p:nvPr/>
          </p:nvSpPr>
          <p:spPr>
            <a:xfrm>
              <a:off x="4112615" y="-2332806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37"/>
            <p:cNvSpPr/>
            <p:nvPr/>
          </p:nvSpPr>
          <p:spPr>
            <a:xfrm>
              <a:off x="4112615" y="-2333372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37"/>
            <p:cNvSpPr/>
            <p:nvPr/>
          </p:nvSpPr>
          <p:spPr>
            <a:xfrm>
              <a:off x="4112615" y="-2333372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37"/>
            <p:cNvSpPr/>
            <p:nvPr/>
          </p:nvSpPr>
          <p:spPr>
            <a:xfrm>
              <a:off x="4112615" y="-2333964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37"/>
            <p:cNvSpPr/>
            <p:nvPr/>
          </p:nvSpPr>
          <p:spPr>
            <a:xfrm>
              <a:off x="4113180" y="-2333964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37"/>
            <p:cNvSpPr/>
            <p:nvPr/>
          </p:nvSpPr>
          <p:spPr>
            <a:xfrm>
              <a:off x="4113180" y="-2334529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37"/>
            <p:cNvSpPr/>
            <p:nvPr/>
          </p:nvSpPr>
          <p:spPr>
            <a:xfrm>
              <a:off x="4113180" y="-2335122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37"/>
            <p:cNvSpPr/>
            <p:nvPr/>
          </p:nvSpPr>
          <p:spPr>
            <a:xfrm>
              <a:off x="4112050" y="-2393565"/>
              <a:ext cx="2383066" cy="877915"/>
            </a:xfrm>
            <a:custGeom>
              <a:rect b="b" l="l" r="r" t="t"/>
              <a:pathLst>
                <a:path extrusionOk="0" h="32612" w="88524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37"/>
            <p:cNvSpPr/>
            <p:nvPr/>
          </p:nvSpPr>
          <p:spPr>
            <a:xfrm>
              <a:off x="5771722" y="-1752950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37"/>
            <p:cNvSpPr/>
            <p:nvPr/>
          </p:nvSpPr>
          <p:spPr>
            <a:xfrm>
              <a:off x="5741060" y="-1765091"/>
              <a:ext cx="24309" cy="29531"/>
            </a:xfrm>
            <a:custGeom>
              <a:rect b="b" l="l" r="r" t="t"/>
              <a:pathLst>
                <a:path extrusionOk="0" fill="none" h="1097" w="903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37"/>
            <p:cNvSpPr/>
            <p:nvPr/>
          </p:nvSpPr>
          <p:spPr>
            <a:xfrm>
              <a:off x="5710371" y="-1776666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37"/>
            <p:cNvSpPr/>
            <p:nvPr/>
          </p:nvSpPr>
          <p:spPr>
            <a:xfrm>
              <a:off x="4112050" y="-2393565"/>
              <a:ext cx="2383066" cy="877915"/>
            </a:xfrm>
            <a:custGeom>
              <a:rect b="b" l="l" r="r" t="t"/>
              <a:pathLst>
                <a:path extrusionOk="0" fill="none" h="32612" w="88524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37"/>
            <p:cNvSpPr/>
            <p:nvPr/>
          </p:nvSpPr>
          <p:spPr>
            <a:xfrm>
              <a:off x="4299521" y="-2265103"/>
              <a:ext cx="46922" cy="44606"/>
            </a:xfrm>
            <a:custGeom>
              <a:rect b="b" l="l" r="r" t="t"/>
              <a:pathLst>
                <a:path extrusionOk="0" fill="none" h="1657" w="1743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37"/>
            <p:cNvSpPr/>
            <p:nvPr/>
          </p:nvSpPr>
          <p:spPr>
            <a:xfrm>
              <a:off x="4379958" y="-2238479"/>
              <a:ext cx="16825" cy="6407"/>
            </a:xfrm>
            <a:custGeom>
              <a:rect b="b" l="l" r="r" t="t"/>
              <a:pathLst>
                <a:path extrusionOk="0" h="238" w="625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37"/>
            <p:cNvSpPr/>
            <p:nvPr/>
          </p:nvSpPr>
          <p:spPr>
            <a:xfrm>
              <a:off x="4379958" y="-2238479"/>
              <a:ext cx="16825" cy="6407"/>
            </a:xfrm>
            <a:custGeom>
              <a:rect b="b" l="l" r="r" t="t"/>
              <a:pathLst>
                <a:path extrusionOk="0" fill="none" h="238" w="625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37"/>
            <p:cNvSpPr/>
            <p:nvPr/>
          </p:nvSpPr>
          <p:spPr>
            <a:xfrm>
              <a:off x="4409489" y="-2228061"/>
              <a:ext cx="19113" cy="7565"/>
            </a:xfrm>
            <a:custGeom>
              <a:rect b="b" l="l" r="r" t="t"/>
              <a:pathLst>
                <a:path extrusionOk="0" h="281" w="71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37"/>
            <p:cNvSpPr/>
            <p:nvPr/>
          </p:nvSpPr>
          <p:spPr>
            <a:xfrm>
              <a:off x="4409489" y="-2228061"/>
              <a:ext cx="19113" cy="7565"/>
            </a:xfrm>
            <a:custGeom>
              <a:rect b="b" l="l" r="r" t="t"/>
              <a:pathLst>
                <a:path extrusionOk="0" fill="none" h="281" w="71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37"/>
            <p:cNvSpPr/>
            <p:nvPr/>
          </p:nvSpPr>
          <p:spPr>
            <a:xfrm>
              <a:off x="4439585" y="-2217643"/>
              <a:ext cx="20836" cy="8722"/>
            </a:xfrm>
            <a:custGeom>
              <a:rect b="b" l="l" r="r" t="t"/>
              <a:pathLst>
                <a:path extrusionOk="0" h="324" w="774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37"/>
            <p:cNvSpPr/>
            <p:nvPr/>
          </p:nvSpPr>
          <p:spPr>
            <a:xfrm>
              <a:off x="4439585" y="-2217643"/>
              <a:ext cx="20836" cy="8722"/>
            </a:xfrm>
            <a:custGeom>
              <a:rect b="b" l="l" r="r" t="t"/>
              <a:pathLst>
                <a:path extrusionOk="0" fill="none" h="324" w="774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37"/>
            <p:cNvSpPr/>
            <p:nvPr/>
          </p:nvSpPr>
          <p:spPr>
            <a:xfrm>
              <a:off x="4470247" y="-2207225"/>
              <a:ext cx="21428" cy="10445"/>
            </a:xfrm>
            <a:custGeom>
              <a:rect b="b" l="l" r="r" t="t"/>
              <a:pathLst>
                <a:path extrusionOk="0" h="388" w="796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37"/>
            <p:cNvSpPr/>
            <p:nvPr/>
          </p:nvSpPr>
          <p:spPr>
            <a:xfrm>
              <a:off x="4470247" y="-2207225"/>
              <a:ext cx="21428" cy="10445"/>
            </a:xfrm>
            <a:custGeom>
              <a:rect b="b" l="l" r="r" t="t"/>
              <a:pathLst>
                <a:path extrusionOk="0" fill="none" h="388" w="796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37"/>
            <p:cNvSpPr/>
            <p:nvPr/>
          </p:nvSpPr>
          <p:spPr>
            <a:xfrm>
              <a:off x="4500909" y="-2196214"/>
              <a:ext cx="22021" cy="11010"/>
            </a:xfrm>
            <a:custGeom>
              <a:rect b="b" l="l" r="r" t="t"/>
              <a:pathLst>
                <a:path extrusionOk="0" h="409" w="818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37"/>
            <p:cNvSpPr/>
            <p:nvPr/>
          </p:nvSpPr>
          <p:spPr>
            <a:xfrm>
              <a:off x="4500909" y="-2196214"/>
              <a:ext cx="22021" cy="11010"/>
            </a:xfrm>
            <a:custGeom>
              <a:rect b="b" l="l" r="r" t="t"/>
              <a:pathLst>
                <a:path extrusionOk="0" fill="none" h="409" w="818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37"/>
            <p:cNvSpPr/>
            <p:nvPr/>
          </p:nvSpPr>
          <p:spPr>
            <a:xfrm>
              <a:off x="4531598" y="-2185796"/>
              <a:ext cx="21994" cy="12733"/>
            </a:xfrm>
            <a:custGeom>
              <a:rect b="b" l="l" r="r" t="t"/>
              <a:pathLst>
                <a:path extrusionOk="0" h="473" w="817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37"/>
            <p:cNvSpPr/>
            <p:nvPr/>
          </p:nvSpPr>
          <p:spPr>
            <a:xfrm>
              <a:off x="4531598" y="-2185796"/>
              <a:ext cx="21994" cy="12733"/>
            </a:xfrm>
            <a:custGeom>
              <a:rect b="b" l="l" r="r" t="t"/>
              <a:pathLst>
                <a:path extrusionOk="0" fill="none" h="473" w="817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37"/>
            <p:cNvSpPr/>
            <p:nvPr/>
          </p:nvSpPr>
          <p:spPr>
            <a:xfrm>
              <a:off x="4562260" y="-2175405"/>
              <a:ext cx="22021" cy="13918"/>
            </a:xfrm>
            <a:custGeom>
              <a:rect b="b" l="l" r="r" t="t"/>
              <a:pathLst>
                <a:path extrusionOk="0" h="517" w="818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37"/>
            <p:cNvSpPr/>
            <p:nvPr/>
          </p:nvSpPr>
          <p:spPr>
            <a:xfrm>
              <a:off x="4562260" y="-2175405"/>
              <a:ext cx="22021" cy="13918"/>
            </a:xfrm>
            <a:custGeom>
              <a:rect b="b" l="l" r="r" t="t"/>
              <a:pathLst>
                <a:path extrusionOk="0" fill="none" h="517" w="818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37"/>
            <p:cNvSpPr/>
            <p:nvPr/>
          </p:nvSpPr>
          <p:spPr>
            <a:xfrm>
              <a:off x="4592922" y="-2164395"/>
              <a:ext cx="22021" cy="15075"/>
            </a:xfrm>
            <a:custGeom>
              <a:rect b="b" l="l" r="r" t="t"/>
              <a:pathLst>
                <a:path extrusionOk="0" h="560" w="818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37"/>
            <p:cNvSpPr/>
            <p:nvPr/>
          </p:nvSpPr>
          <p:spPr>
            <a:xfrm>
              <a:off x="4592922" y="-2164395"/>
              <a:ext cx="22021" cy="15075"/>
            </a:xfrm>
            <a:custGeom>
              <a:rect b="b" l="l" r="r" t="t"/>
              <a:pathLst>
                <a:path extrusionOk="0" fill="none" h="560" w="818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37"/>
            <p:cNvSpPr/>
            <p:nvPr/>
          </p:nvSpPr>
          <p:spPr>
            <a:xfrm>
              <a:off x="4623611" y="-2153977"/>
              <a:ext cx="22586" cy="16233"/>
            </a:xfrm>
            <a:custGeom>
              <a:rect b="b" l="l" r="r" t="t"/>
              <a:pathLst>
                <a:path extrusionOk="0" h="603" w="839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37"/>
            <p:cNvSpPr/>
            <p:nvPr/>
          </p:nvSpPr>
          <p:spPr>
            <a:xfrm>
              <a:off x="4623611" y="-2153977"/>
              <a:ext cx="22586" cy="16233"/>
            </a:xfrm>
            <a:custGeom>
              <a:rect b="b" l="l" r="r" t="t"/>
              <a:pathLst>
                <a:path extrusionOk="0" fill="none" h="603" w="839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37"/>
            <p:cNvSpPr/>
            <p:nvPr/>
          </p:nvSpPr>
          <p:spPr>
            <a:xfrm>
              <a:off x="4653680" y="-2143559"/>
              <a:ext cx="23178" cy="17390"/>
            </a:xfrm>
            <a:custGeom>
              <a:rect b="b" l="l" r="r" t="t"/>
              <a:pathLst>
                <a:path extrusionOk="0" h="646" w="861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37"/>
            <p:cNvSpPr/>
            <p:nvPr/>
          </p:nvSpPr>
          <p:spPr>
            <a:xfrm>
              <a:off x="4653680" y="-2143559"/>
              <a:ext cx="23178" cy="17390"/>
            </a:xfrm>
            <a:custGeom>
              <a:rect b="b" l="l" r="r" t="t"/>
              <a:pathLst>
                <a:path extrusionOk="0" fill="none" h="646" w="861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37"/>
            <p:cNvSpPr/>
            <p:nvPr/>
          </p:nvSpPr>
          <p:spPr>
            <a:xfrm>
              <a:off x="4684369" y="-2132575"/>
              <a:ext cx="23178" cy="18548"/>
            </a:xfrm>
            <a:custGeom>
              <a:rect b="b" l="l" r="r" t="t"/>
              <a:pathLst>
                <a:path extrusionOk="0" h="689" w="861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37"/>
            <p:cNvSpPr/>
            <p:nvPr/>
          </p:nvSpPr>
          <p:spPr>
            <a:xfrm>
              <a:off x="4684369" y="-2132575"/>
              <a:ext cx="23178" cy="18548"/>
            </a:xfrm>
            <a:custGeom>
              <a:rect b="b" l="l" r="r" t="t"/>
              <a:pathLst>
                <a:path extrusionOk="0" fill="none" h="689" w="861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37"/>
            <p:cNvSpPr/>
            <p:nvPr/>
          </p:nvSpPr>
          <p:spPr>
            <a:xfrm>
              <a:off x="4715031" y="-2122157"/>
              <a:ext cx="23178" cy="19705"/>
            </a:xfrm>
            <a:custGeom>
              <a:rect b="b" l="l" r="r" t="t"/>
              <a:pathLst>
                <a:path extrusionOk="0" h="732" w="861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37"/>
            <p:cNvSpPr/>
            <p:nvPr/>
          </p:nvSpPr>
          <p:spPr>
            <a:xfrm>
              <a:off x="4715031" y="-2122157"/>
              <a:ext cx="23178" cy="19705"/>
            </a:xfrm>
            <a:custGeom>
              <a:rect b="b" l="l" r="r" t="t"/>
              <a:pathLst>
                <a:path extrusionOk="0" fill="none" h="732" w="861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37"/>
            <p:cNvSpPr/>
            <p:nvPr/>
          </p:nvSpPr>
          <p:spPr>
            <a:xfrm>
              <a:off x="4745693" y="-2111739"/>
              <a:ext cx="23178" cy="21428"/>
            </a:xfrm>
            <a:custGeom>
              <a:rect b="b" l="l" r="r" t="t"/>
              <a:pathLst>
                <a:path extrusionOk="0" h="796" w="861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37"/>
            <p:cNvSpPr/>
            <p:nvPr/>
          </p:nvSpPr>
          <p:spPr>
            <a:xfrm>
              <a:off x="4745693" y="-2111739"/>
              <a:ext cx="23178" cy="21428"/>
            </a:xfrm>
            <a:custGeom>
              <a:rect b="b" l="l" r="r" t="t"/>
              <a:pathLst>
                <a:path extrusionOk="0" fill="none" h="796" w="861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37"/>
            <p:cNvSpPr/>
            <p:nvPr/>
          </p:nvSpPr>
          <p:spPr>
            <a:xfrm>
              <a:off x="4892111" y="-2061399"/>
              <a:ext cx="5222" cy="1777"/>
            </a:xfrm>
            <a:custGeom>
              <a:rect b="b" l="l" r="r" t="t"/>
              <a:pathLst>
                <a:path extrusionOk="0" h="66" w="194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37"/>
            <p:cNvSpPr/>
            <p:nvPr/>
          </p:nvSpPr>
          <p:spPr>
            <a:xfrm>
              <a:off x="4892111" y="-2061399"/>
              <a:ext cx="5222" cy="1777"/>
            </a:xfrm>
            <a:custGeom>
              <a:rect b="b" l="l" r="r" t="t"/>
              <a:pathLst>
                <a:path extrusionOk="0" fill="none" h="66" w="194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37"/>
            <p:cNvSpPr/>
            <p:nvPr/>
          </p:nvSpPr>
          <p:spPr>
            <a:xfrm>
              <a:off x="4912354" y="-2054454"/>
              <a:ext cx="17983" cy="6972"/>
            </a:xfrm>
            <a:custGeom>
              <a:rect b="b" l="l" r="r" t="t"/>
              <a:pathLst>
                <a:path extrusionOk="0" h="259" w="668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37"/>
            <p:cNvSpPr/>
            <p:nvPr/>
          </p:nvSpPr>
          <p:spPr>
            <a:xfrm>
              <a:off x="4912354" y="-2054454"/>
              <a:ext cx="17983" cy="6972"/>
            </a:xfrm>
            <a:custGeom>
              <a:rect b="b" l="l" r="r" t="t"/>
              <a:pathLst>
                <a:path extrusionOk="0" fill="none" h="259" w="668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37"/>
            <p:cNvSpPr/>
            <p:nvPr/>
          </p:nvSpPr>
          <p:spPr>
            <a:xfrm>
              <a:off x="4942451" y="-2044036"/>
              <a:ext cx="19705" cy="8130"/>
            </a:xfrm>
            <a:custGeom>
              <a:rect b="b" l="l" r="r" t="t"/>
              <a:pathLst>
                <a:path extrusionOk="0" h="302" w="732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37"/>
            <p:cNvSpPr/>
            <p:nvPr/>
          </p:nvSpPr>
          <p:spPr>
            <a:xfrm>
              <a:off x="4942451" y="-2044036"/>
              <a:ext cx="19705" cy="8130"/>
            </a:xfrm>
            <a:custGeom>
              <a:rect b="b" l="l" r="r" t="t"/>
              <a:pathLst>
                <a:path extrusionOk="0" fill="none" h="302" w="732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37"/>
            <p:cNvSpPr/>
            <p:nvPr/>
          </p:nvSpPr>
          <p:spPr>
            <a:xfrm>
              <a:off x="4972548" y="-2033618"/>
              <a:ext cx="21428" cy="9880"/>
            </a:xfrm>
            <a:custGeom>
              <a:rect b="b" l="l" r="r" t="t"/>
              <a:pathLst>
                <a:path extrusionOk="0" h="367" w="796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37"/>
            <p:cNvSpPr/>
            <p:nvPr/>
          </p:nvSpPr>
          <p:spPr>
            <a:xfrm>
              <a:off x="4972548" y="-2033618"/>
              <a:ext cx="21428" cy="9880"/>
            </a:xfrm>
            <a:custGeom>
              <a:rect b="b" l="l" r="r" t="t"/>
              <a:pathLst>
                <a:path extrusionOk="0" fill="none" h="367" w="796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37"/>
            <p:cNvSpPr/>
            <p:nvPr/>
          </p:nvSpPr>
          <p:spPr>
            <a:xfrm>
              <a:off x="5003209" y="-2023199"/>
              <a:ext cx="22021" cy="11037"/>
            </a:xfrm>
            <a:custGeom>
              <a:rect b="b" l="l" r="r" t="t"/>
              <a:pathLst>
                <a:path extrusionOk="0" h="410" w="818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37"/>
            <p:cNvSpPr/>
            <p:nvPr/>
          </p:nvSpPr>
          <p:spPr>
            <a:xfrm>
              <a:off x="5003209" y="-2023199"/>
              <a:ext cx="22021" cy="11037"/>
            </a:xfrm>
            <a:custGeom>
              <a:rect b="b" l="l" r="r" t="t"/>
              <a:pathLst>
                <a:path extrusionOk="0" fill="none" h="410" w="818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37"/>
            <p:cNvSpPr/>
            <p:nvPr/>
          </p:nvSpPr>
          <p:spPr>
            <a:xfrm>
              <a:off x="5033898" y="-2012189"/>
              <a:ext cx="22021" cy="11576"/>
            </a:xfrm>
            <a:custGeom>
              <a:rect b="b" l="l" r="r" t="t"/>
              <a:pathLst>
                <a:path extrusionOk="0" h="430" w="818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37"/>
            <p:cNvSpPr/>
            <p:nvPr/>
          </p:nvSpPr>
          <p:spPr>
            <a:xfrm>
              <a:off x="5033898" y="-2012189"/>
              <a:ext cx="22021" cy="11576"/>
            </a:xfrm>
            <a:custGeom>
              <a:rect b="b" l="l" r="r" t="t"/>
              <a:pathLst>
                <a:path extrusionOk="0" fill="none" h="430" w="818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37"/>
            <p:cNvSpPr/>
            <p:nvPr/>
          </p:nvSpPr>
          <p:spPr>
            <a:xfrm>
              <a:off x="5064560" y="-2001798"/>
              <a:ext cx="22021" cy="13352"/>
            </a:xfrm>
            <a:custGeom>
              <a:rect b="b" l="l" r="r" t="t"/>
              <a:pathLst>
                <a:path extrusionOk="0" h="496" w="818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37"/>
            <p:cNvSpPr/>
            <p:nvPr/>
          </p:nvSpPr>
          <p:spPr>
            <a:xfrm>
              <a:off x="5064560" y="-2001798"/>
              <a:ext cx="22021" cy="13352"/>
            </a:xfrm>
            <a:custGeom>
              <a:rect b="b" l="l" r="r" t="t"/>
              <a:pathLst>
                <a:path extrusionOk="0" fill="none" h="496" w="818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37"/>
            <p:cNvSpPr/>
            <p:nvPr/>
          </p:nvSpPr>
          <p:spPr>
            <a:xfrm>
              <a:off x="5095222" y="-1991380"/>
              <a:ext cx="22613" cy="14510"/>
            </a:xfrm>
            <a:custGeom>
              <a:rect b="b" l="l" r="r" t="t"/>
              <a:pathLst>
                <a:path extrusionOk="0" h="539" w="84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37"/>
            <p:cNvSpPr/>
            <p:nvPr/>
          </p:nvSpPr>
          <p:spPr>
            <a:xfrm>
              <a:off x="5095222" y="-1991380"/>
              <a:ext cx="22613" cy="14510"/>
            </a:xfrm>
            <a:custGeom>
              <a:rect b="b" l="l" r="r" t="t"/>
              <a:pathLst>
                <a:path extrusionOk="0" fill="none" h="539" w="84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37"/>
            <p:cNvSpPr/>
            <p:nvPr/>
          </p:nvSpPr>
          <p:spPr>
            <a:xfrm>
              <a:off x="5125911" y="-1980370"/>
              <a:ext cx="22586" cy="15641"/>
            </a:xfrm>
            <a:custGeom>
              <a:rect b="b" l="l" r="r" t="t"/>
              <a:pathLst>
                <a:path extrusionOk="0" h="581" w="839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37"/>
            <p:cNvSpPr/>
            <p:nvPr/>
          </p:nvSpPr>
          <p:spPr>
            <a:xfrm>
              <a:off x="5125911" y="-1980370"/>
              <a:ext cx="22586" cy="15641"/>
            </a:xfrm>
            <a:custGeom>
              <a:rect b="b" l="l" r="r" t="t"/>
              <a:pathLst>
                <a:path extrusionOk="0" fill="none" h="581" w="839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37"/>
            <p:cNvSpPr/>
            <p:nvPr/>
          </p:nvSpPr>
          <p:spPr>
            <a:xfrm>
              <a:off x="5156573" y="-1969952"/>
              <a:ext cx="22586" cy="16798"/>
            </a:xfrm>
            <a:custGeom>
              <a:rect b="b" l="l" r="r" t="t"/>
              <a:pathLst>
                <a:path extrusionOk="0" h="624" w="839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37"/>
            <p:cNvSpPr/>
            <p:nvPr/>
          </p:nvSpPr>
          <p:spPr>
            <a:xfrm>
              <a:off x="5156573" y="-1969952"/>
              <a:ext cx="22586" cy="16798"/>
            </a:xfrm>
            <a:custGeom>
              <a:rect b="b" l="l" r="r" t="t"/>
              <a:pathLst>
                <a:path extrusionOk="0" fill="none" h="624" w="839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37"/>
            <p:cNvSpPr/>
            <p:nvPr/>
          </p:nvSpPr>
          <p:spPr>
            <a:xfrm>
              <a:off x="5187235" y="-1959534"/>
              <a:ext cx="22613" cy="18548"/>
            </a:xfrm>
            <a:custGeom>
              <a:rect b="b" l="l" r="r" t="t"/>
              <a:pathLst>
                <a:path extrusionOk="0" h="689" w="84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37"/>
            <p:cNvSpPr/>
            <p:nvPr/>
          </p:nvSpPr>
          <p:spPr>
            <a:xfrm>
              <a:off x="5187235" y="-1959534"/>
              <a:ext cx="22613" cy="18548"/>
            </a:xfrm>
            <a:custGeom>
              <a:rect b="b" l="l" r="r" t="t"/>
              <a:pathLst>
                <a:path extrusionOk="0" fill="none" h="689" w="84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37"/>
            <p:cNvSpPr/>
            <p:nvPr/>
          </p:nvSpPr>
          <p:spPr>
            <a:xfrm>
              <a:off x="5217923" y="-1948550"/>
              <a:ext cx="23178" cy="19140"/>
            </a:xfrm>
            <a:custGeom>
              <a:rect b="b" l="l" r="r" t="t"/>
              <a:pathLst>
                <a:path extrusionOk="0" h="711" w="861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37"/>
            <p:cNvSpPr/>
            <p:nvPr/>
          </p:nvSpPr>
          <p:spPr>
            <a:xfrm>
              <a:off x="5217923" y="-1948550"/>
              <a:ext cx="23178" cy="19140"/>
            </a:xfrm>
            <a:custGeom>
              <a:rect b="b" l="l" r="r" t="t"/>
              <a:pathLst>
                <a:path extrusionOk="0" fill="none" h="711" w="861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37"/>
            <p:cNvSpPr/>
            <p:nvPr/>
          </p:nvSpPr>
          <p:spPr>
            <a:xfrm>
              <a:off x="6506665" y="-1590918"/>
              <a:ext cx="657413" cy="105930"/>
            </a:xfrm>
            <a:custGeom>
              <a:rect b="b" l="l" r="r" t="t"/>
              <a:pathLst>
                <a:path extrusionOk="0" h="3935" w="24421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37"/>
            <p:cNvSpPr/>
            <p:nvPr/>
          </p:nvSpPr>
          <p:spPr>
            <a:xfrm>
              <a:off x="6503192" y="-1515111"/>
              <a:ext cx="27" cy="619"/>
            </a:xfrm>
            <a:custGeom>
              <a:rect b="b" l="l" r="r" t="t"/>
              <a:pathLst>
                <a:path extrusionOk="0" fill="none" h="23" w="1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37"/>
            <p:cNvSpPr/>
            <p:nvPr/>
          </p:nvSpPr>
          <p:spPr>
            <a:xfrm>
              <a:off x="6502034" y="-1515111"/>
              <a:ext cx="592" cy="27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37"/>
            <p:cNvSpPr/>
            <p:nvPr/>
          </p:nvSpPr>
          <p:spPr>
            <a:xfrm>
              <a:off x="6501442" y="-1515111"/>
              <a:ext cx="619" cy="27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37"/>
            <p:cNvSpPr/>
            <p:nvPr/>
          </p:nvSpPr>
          <p:spPr>
            <a:xfrm>
              <a:off x="6500877" y="-1515111"/>
              <a:ext cx="27" cy="27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37"/>
            <p:cNvSpPr/>
            <p:nvPr/>
          </p:nvSpPr>
          <p:spPr>
            <a:xfrm>
              <a:off x="6499719" y="-1515111"/>
              <a:ext cx="592" cy="27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37"/>
            <p:cNvSpPr/>
            <p:nvPr/>
          </p:nvSpPr>
          <p:spPr>
            <a:xfrm>
              <a:off x="6499127" y="-1515111"/>
              <a:ext cx="619" cy="27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37"/>
            <p:cNvSpPr/>
            <p:nvPr/>
          </p:nvSpPr>
          <p:spPr>
            <a:xfrm>
              <a:off x="6498562" y="-1515111"/>
              <a:ext cx="592" cy="27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37"/>
            <p:cNvSpPr/>
            <p:nvPr/>
          </p:nvSpPr>
          <p:spPr>
            <a:xfrm>
              <a:off x="6497404" y="-1515111"/>
              <a:ext cx="592" cy="27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37"/>
            <p:cNvSpPr/>
            <p:nvPr/>
          </p:nvSpPr>
          <p:spPr>
            <a:xfrm>
              <a:off x="6496812" y="-1515111"/>
              <a:ext cx="619" cy="27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37"/>
            <p:cNvSpPr/>
            <p:nvPr/>
          </p:nvSpPr>
          <p:spPr>
            <a:xfrm>
              <a:off x="6496246" y="-1515677"/>
              <a:ext cx="592" cy="592"/>
            </a:xfrm>
            <a:custGeom>
              <a:rect b="b" l="l" r="r" t="t"/>
              <a:pathLst>
                <a:path extrusionOk="0" fill="none" h="22" w="22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37"/>
            <p:cNvSpPr/>
            <p:nvPr/>
          </p:nvSpPr>
          <p:spPr>
            <a:xfrm>
              <a:off x="6495089" y="-1515677"/>
              <a:ext cx="1184" cy="27"/>
            </a:xfrm>
            <a:custGeom>
              <a:rect b="b" l="l" r="r" t="t"/>
              <a:pathLst>
                <a:path extrusionOk="0" fill="none" h="1" w="44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37"/>
            <p:cNvSpPr/>
            <p:nvPr/>
          </p:nvSpPr>
          <p:spPr>
            <a:xfrm>
              <a:off x="6506665" y="-1590918"/>
              <a:ext cx="657413" cy="105930"/>
            </a:xfrm>
            <a:custGeom>
              <a:rect b="b" l="l" r="r" t="t"/>
              <a:pathLst>
                <a:path extrusionOk="0" fill="none" h="3935" w="24421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37"/>
            <p:cNvSpPr/>
            <p:nvPr/>
          </p:nvSpPr>
          <p:spPr>
            <a:xfrm>
              <a:off x="5248585" y="-1938132"/>
              <a:ext cx="23178" cy="20271"/>
            </a:xfrm>
            <a:custGeom>
              <a:rect b="b" l="l" r="r" t="t"/>
              <a:pathLst>
                <a:path extrusionOk="0" h="753" w="861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37"/>
            <p:cNvSpPr/>
            <p:nvPr/>
          </p:nvSpPr>
          <p:spPr>
            <a:xfrm>
              <a:off x="5248585" y="-1938132"/>
              <a:ext cx="23178" cy="20271"/>
            </a:xfrm>
            <a:custGeom>
              <a:rect b="b" l="l" r="r" t="t"/>
              <a:pathLst>
                <a:path extrusionOk="0" fill="none" h="753" w="861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37"/>
            <p:cNvSpPr/>
            <p:nvPr/>
          </p:nvSpPr>
          <p:spPr>
            <a:xfrm>
              <a:off x="5404264" y="-1884319"/>
              <a:ext cx="23151" cy="18548"/>
            </a:xfrm>
            <a:custGeom>
              <a:rect b="b" l="l" r="r" t="t"/>
              <a:pathLst>
                <a:path extrusionOk="0" h="689" w="86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37"/>
            <p:cNvSpPr/>
            <p:nvPr/>
          </p:nvSpPr>
          <p:spPr>
            <a:xfrm>
              <a:off x="5404264" y="-1884319"/>
              <a:ext cx="23151" cy="18548"/>
            </a:xfrm>
            <a:custGeom>
              <a:rect b="b" l="l" r="r" t="t"/>
              <a:pathLst>
                <a:path extrusionOk="0" fill="none" h="689" w="86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37"/>
            <p:cNvSpPr/>
            <p:nvPr/>
          </p:nvSpPr>
          <p:spPr>
            <a:xfrm>
              <a:off x="5434925" y="-1873901"/>
              <a:ext cx="23178" cy="20298"/>
            </a:xfrm>
            <a:custGeom>
              <a:rect b="b" l="l" r="r" t="t"/>
              <a:pathLst>
                <a:path extrusionOk="0" h="754" w="861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37"/>
            <p:cNvSpPr/>
            <p:nvPr/>
          </p:nvSpPr>
          <p:spPr>
            <a:xfrm>
              <a:off x="5434925" y="-1873901"/>
              <a:ext cx="23178" cy="20298"/>
            </a:xfrm>
            <a:custGeom>
              <a:rect b="b" l="l" r="r" t="t"/>
              <a:pathLst>
                <a:path extrusionOk="0" fill="none" h="754" w="861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37"/>
            <p:cNvSpPr/>
            <p:nvPr/>
          </p:nvSpPr>
          <p:spPr>
            <a:xfrm>
              <a:off x="5465587" y="-1863483"/>
              <a:ext cx="23178" cy="21455"/>
            </a:xfrm>
            <a:custGeom>
              <a:rect b="b" l="l" r="r" t="t"/>
              <a:pathLst>
                <a:path extrusionOk="0" h="797" w="861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37"/>
            <p:cNvSpPr/>
            <p:nvPr/>
          </p:nvSpPr>
          <p:spPr>
            <a:xfrm>
              <a:off x="5465587" y="-1863483"/>
              <a:ext cx="23178" cy="21455"/>
            </a:xfrm>
            <a:custGeom>
              <a:rect b="b" l="l" r="r" t="t"/>
              <a:pathLst>
                <a:path extrusionOk="0" fill="none" h="797" w="861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37"/>
            <p:cNvSpPr/>
            <p:nvPr/>
          </p:nvSpPr>
          <p:spPr>
            <a:xfrm>
              <a:off x="5496276" y="-1853065"/>
              <a:ext cx="23151" cy="22586"/>
            </a:xfrm>
            <a:custGeom>
              <a:rect b="b" l="l" r="r" t="t"/>
              <a:pathLst>
                <a:path extrusionOk="0" h="839" w="86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37"/>
            <p:cNvSpPr/>
            <p:nvPr/>
          </p:nvSpPr>
          <p:spPr>
            <a:xfrm>
              <a:off x="5496276" y="-1853065"/>
              <a:ext cx="23151" cy="22586"/>
            </a:xfrm>
            <a:custGeom>
              <a:rect b="b" l="l" r="r" t="t"/>
              <a:pathLst>
                <a:path extrusionOk="0" fill="none" h="839" w="86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37"/>
            <p:cNvSpPr/>
            <p:nvPr/>
          </p:nvSpPr>
          <p:spPr>
            <a:xfrm>
              <a:off x="5526346" y="-1842055"/>
              <a:ext cx="24336" cy="23743"/>
            </a:xfrm>
            <a:custGeom>
              <a:rect b="b" l="l" r="r" t="t"/>
              <a:pathLst>
                <a:path extrusionOk="0" h="882" w="904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37"/>
            <p:cNvSpPr/>
            <p:nvPr/>
          </p:nvSpPr>
          <p:spPr>
            <a:xfrm>
              <a:off x="5526346" y="-1842055"/>
              <a:ext cx="24336" cy="23743"/>
            </a:xfrm>
            <a:custGeom>
              <a:rect b="b" l="l" r="r" t="t"/>
              <a:pathLst>
                <a:path extrusionOk="0" fill="none" h="882" w="904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37"/>
            <p:cNvSpPr/>
            <p:nvPr/>
          </p:nvSpPr>
          <p:spPr>
            <a:xfrm>
              <a:off x="5557035" y="-1831637"/>
              <a:ext cx="24336" cy="24901"/>
            </a:xfrm>
            <a:custGeom>
              <a:rect b="b" l="l" r="r" t="t"/>
              <a:pathLst>
                <a:path extrusionOk="0" h="925" w="904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37"/>
            <p:cNvSpPr/>
            <p:nvPr/>
          </p:nvSpPr>
          <p:spPr>
            <a:xfrm>
              <a:off x="5557035" y="-1831637"/>
              <a:ext cx="24336" cy="24901"/>
            </a:xfrm>
            <a:custGeom>
              <a:rect b="b" l="l" r="r" t="t"/>
              <a:pathLst>
                <a:path extrusionOk="0" fill="none" h="925" w="904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37"/>
            <p:cNvSpPr/>
            <p:nvPr/>
          </p:nvSpPr>
          <p:spPr>
            <a:xfrm>
              <a:off x="5587696" y="-1821246"/>
              <a:ext cx="24336" cy="26651"/>
            </a:xfrm>
            <a:custGeom>
              <a:rect b="b" l="l" r="r" t="t"/>
              <a:pathLst>
                <a:path extrusionOk="0" h="990" w="904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37"/>
            <p:cNvSpPr/>
            <p:nvPr/>
          </p:nvSpPr>
          <p:spPr>
            <a:xfrm>
              <a:off x="5587696" y="-1821246"/>
              <a:ext cx="24336" cy="26651"/>
            </a:xfrm>
            <a:custGeom>
              <a:rect b="b" l="l" r="r" t="t"/>
              <a:pathLst>
                <a:path extrusionOk="0" fill="none" h="990" w="904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37"/>
            <p:cNvSpPr/>
            <p:nvPr/>
          </p:nvSpPr>
          <p:spPr>
            <a:xfrm>
              <a:off x="5618358" y="-1810235"/>
              <a:ext cx="24336" cy="27216"/>
            </a:xfrm>
            <a:custGeom>
              <a:rect b="b" l="l" r="r" t="t"/>
              <a:pathLst>
                <a:path extrusionOk="0" h="1011" w="904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37"/>
            <p:cNvSpPr/>
            <p:nvPr/>
          </p:nvSpPr>
          <p:spPr>
            <a:xfrm>
              <a:off x="5618358" y="-1810235"/>
              <a:ext cx="24336" cy="27216"/>
            </a:xfrm>
            <a:custGeom>
              <a:rect b="b" l="l" r="r" t="t"/>
              <a:pathLst>
                <a:path extrusionOk="0" fill="none" h="1011" w="904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37"/>
            <p:cNvSpPr/>
            <p:nvPr/>
          </p:nvSpPr>
          <p:spPr>
            <a:xfrm>
              <a:off x="5649047" y="-1799252"/>
              <a:ext cx="24336" cy="28401"/>
            </a:xfrm>
            <a:custGeom>
              <a:rect b="b" l="l" r="r" t="t"/>
              <a:pathLst>
                <a:path extrusionOk="0" h="1055" w="904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37"/>
            <p:cNvSpPr/>
            <p:nvPr/>
          </p:nvSpPr>
          <p:spPr>
            <a:xfrm>
              <a:off x="5649047" y="-1799252"/>
              <a:ext cx="24336" cy="28401"/>
            </a:xfrm>
            <a:custGeom>
              <a:rect b="b" l="l" r="r" t="t"/>
              <a:pathLst>
                <a:path extrusionOk="0" fill="none" h="1055" w="904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37"/>
            <p:cNvSpPr/>
            <p:nvPr/>
          </p:nvSpPr>
          <p:spPr>
            <a:xfrm>
              <a:off x="5679709" y="-1788242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37"/>
            <p:cNvSpPr/>
            <p:nvPr/>
          </p:nvSpPr>
          <p:spPr>
            <a:xfrm>
              <a:off x="5679709" y="-1788242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37"/>
            <p:cNvSpPr/>
            <p:nvPr/>
          </p:nvSpPr>
          <p:spPr>
            <a:xfrm>
              <a:off x="5710371" y="-1776666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37"/>
            <p:cNvSpPr/>
            <p:nvPr/>
          </p:nvSpPr>
          <p:spPr>
            <a:xfrm>
              <a:off x="5710371" y="-1776666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37"/>
            <p:cNvSpPr/>
            <p:nvPr/>
          </p:nvSpPr>
          <p:spPr>
            <a:xfrm>
              <a:off x="5741060" y="-1765091"/>
              <a:ext cx="24309" cy="29531"/>
            </a:xfrm>
            <a:custGeom>
              <a:rect b="b" l="l" r="r" t="t"/>
              <a:pathLst>
                <a:path extrusionOk="0" h="1097" w="903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37"/>
            <p:cNvSpPr/>
            <p:nvPr/>
          </p:nvSpPr>
          <p:spPr>
            <a:xfrm>
              <a:off x="5741060" y="-1765091"/>
              <a:ext cx="24309" cy="29531"/>
            </a:xfrm>
            <a:custGeom>
              <a:rect b="b" l="l" r="r" t="t"/>
              <a:pathLst>
                <a:path extrusionOk="0" fill="none" h="1097" w="903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37"/>
            <p:cNvSpPr/>
            <p:nvPr/>
          </p:nvSpPr>
          <p:spPr>
            <a:xfrm>
              <a:off x="5771722" y="-1752950"/>
              <a:ext cx="24336" cy="28966"/>
            </a:xfrm>
            <a:custGeom>
              <a:rect b="b" l="l" r="r" t="t"/>
              <a:pathLst>
                <a:path extrusionOk="0" h="1076" w="904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37"/>
            <p:cNvSpPr/>
            <p:nvPr/>
          </p:nvSpPr>
          <p:spPr>
            <a:xfrm>
              <a:off x="5771722" y="-1752950"/>
              <a:ext cx="24336" cy="28966"/>
            </a:xfrm>
            <a:custGeom>
              <a:rect b="b" l="l" r="r" t="t"/>
              <a:pathLst>
                <a:path extrusionOk="0" fill="none" h="1076" w="904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37"/>
            <p:cNvSpPr/>
            <p:nvPr/>
          </p:nvSpPr>
          <p:spPr>
            <a:xfrm>
              <a:off x="5348701" y="-1903998"/>
              <a:ext cx="2342" cy="619"/>
            </a:xfrm>
            <a:custGeom>
              <a:rect b="b" l="l" r="r" t="t"/>
              <a:pathLst>
                <a:path extrusionOk="0" h="23" w="8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37"/>
            <p:cNvSpPr/>
            <p:nvPr/>
          </p:nvSpPr>
          <p:spPr>
            <a:xfrm>
              <a:off x="5348701" y="-1903998"/>
              <a:ext cx="2342" cy="619"/>
            </a:xfrm>
            <a:custGeom>
              <a:rect b="b" l="l" r="r" t="t"/>
              <a:pathLst>
                <a:path extrusionOk="0" fill="none" h="23" w="8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37"/>
            <p:cNvSpPr/>
            <p:nvPr/>
          </p:nvSpPr>
          <p:spPr>
            <a:xfrm>
              <a:off x="6201123" y="-1637786"/>
              <a:ext cx="479176" cy="127332"/>
            </a:xfrm>
            <a:custGeom>
              <a:rect b="b" l="l" r="r" t="t"/>
              <a:pathLst>
                <a:path extrusionOk="0" h="4730" w="1780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37"/>
            <p:cNvSpPr/>
            <p:nvPr/>
          </p:nvSpPr>
          <p:spPr>
            <a:xfrm>
              <a:off x="6201123" y="-1637786"/>
              <a:ext cx="479176" cy="127332"/>
            </a:xfrm>
            <a:custGeom>
              <a:rect b="b" l="l" r="r" t="t"/>
              <a:pathLst>
                <a:path extrusionOk="0" fill="none" h="4730" w="1780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37"/>
            <p:cNvSpPr/>
            <p:nvPr/>
          </p:nvSpPr>
          <p:spPr>
            <a:xfrm>
              <a:off x="4748600" y="-2040563"/>
              <a:ext cx="792256" cy="877915"/>
            </a:xfrm>
            <a:custGeom>
              <a:rect b="b" l="l" r="r" t="t"/>
              <a:pathLst>
                <a:path extrusionOk="0" h="32612" w="2943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37"/>
            <p:cNvSpPr/>
            <p:nvPr/>
          </p:nvSpPr>
          <p:spPr>
            <a:xfrm>
              <a:off x="6585944" y="-1608282"/>
              <a:ext cx="424771" cy="335665"/>
            </a:xfrm>
            <a:custGeom>
              <a:rect b="b" l="l" r="r" t="t"/>
              <a:pathLst>
                <a:path extrusionOk="0" h="12469" w="15779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37"/>
            <p:cNvSpPr/>
            <p:nvPr/>
          </p:nvSpPr>
          <p:spPr>
            <a:xfrm>
              <a:off x="4876497" y="-2033618"/>
              <a:ext cx="664359" cy="837966"/>
            </a:xfrm>
            <a:custGeom>
              <a:rect b="b" l="l" r="r" t="t"/>
              <a:pathLst>
                <a:path extrusionOk="0" h="31128" w="24679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37"/>
            <p:cNvSpPr/>
            <p:nvPr/>
          </p:nvSpPr>
          <p:spPr>
            <a:xfrm>
              <a:off x="5422758" y="-2454431"/>
              <a:ext cx="1784150" cy="497105"/>
            </a:xfrm>
            <a:custGeom>
              <a:rect b="b" l="l" r="r" t="t"/>
              <a:pathLst>
                <a:path extrusionOk="0" h="18466" w="66276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37"/>
            <p:cNvSpPr/>
            <p:nvPr/>
          </p:nvSpPr>
          <p:spPr>
            <a:xfrm>
              <a:off x="6425635" y="-1879097"/>
              <a:ext cx="149325" cy="112283"/>
            </a:xfrm>
            <a:custGeom>
              <a:rect b="b" l="l" r="r" t="t"/>
              <a:pathLst>
                <a:path extrusionOk="0" h="4171" w="5547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37"/>
            <p:cNvSpPr/>
            <p:nvPr/>
          </p:nvSpPr>
          <p:spPr>
            <a:xfrm>
              <a:off x="6425635" y="-1879097"/>
              <a:ext cx="149325" cy="112283"/>
            </a:xfrm>
            <a:custGeom>
              <a:rect b="b" l="l" r="r" t="t"/>
              <a:pathLst>
                <a:path extrusionOk="0" fill="none" h="4171" w="5547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37"/>
            <p:cNvSpPr/>
            <p:nvPr/>
          </p:nvSpPr>
          <p:spPr>
            <a:xfrm>
              <a:off x="6440684" y="-1860010"/>
              <a:ext cx="159178" cy="67165"/>
            </a:xfrm>
            <a:custGeom>
              <a:rect b="b" l="l" r="r" t="t"/>
              <a:pathLst>
                <a:path extrusionOk="0" h="2495" w="5913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37"/>
            <p:cNvSpPr/>
            <p:nvPr/>
          </p:nvSpPr>
          <p:spPr>
            <a:xfrm>
              <a:off x="6974830" y="-1636063"/>
              <a:ext cx="50933" cy="24336"/>
            </a:xfrm>
            <a:custGeom>
              <a:rect b="b" l="l" r="r" t="t"/>
              <a:pathLst>
                <a:path extrusionOk="0" h="904" w="1892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37"/>
            <p:cNvSpPr/>
            <p:nvPr/>
          </p:nvSpPr>
          <p:spPr>
            <a:xfrm>
              <a:off x="6974830" y="-1636063"/>
              <a:ext cx="50933" cy="24336"/>
            </a:xfrm>
            <a:custGeom>
              <a:rect b="b" l="l" r="r" t="t"/>
              <a:pathLst>
                <a:path extrusionOk="0" fill="none" h="904" w="1892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37"/>
            <p:cNvSpPr/>
            <p:nvPr/>
          </p:nvSpPr>
          <p:spPr>
            <a:xfrm>
              <a:off x="6779795" y="-1685246"/>
              <a:ext cx="245968" cy="73519"/>
            </a:xfrm>
            <a:custGeom>
              <a:rect b="b" l="l" r="r" t="t"/>
              <a:pathLst>
                <a:path extrusionOk="0" h="2731" w="9137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37"/>
            <p:cNvSpPr/>
            <p:nvPr/>
          </p:nvSpPr>
          <p:spPr>
            <a:xfrm>
              <a:off x="6779795" y="-1685246"/>
              <a:ext cx="245968" cy="73519"/>
            </a:xfrm>
            <a:custGeom>
              <a:rect b="b" l="l" r="r" t="t"/>
              <a:pathLst>
                <a:path extrusionOk="0" fill="none" h="2731" w="9137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37"/>
            <p:cNvSpPr/>
            <p:nvPr/>
          </p:nvSpPr>
          <p:spPr>
            <a:xfrm>
              <a:off x="6824347" y="-1698544"/>
              <a:ext cx="150510" cy="68296"/>
            </a:xfrm>
            <a:custGeom>
              <a:rect b="b" l="l" r="r" t="t"/>
              <a:pathLst>
                <a:path extrusionOk="0" h="2537" w="5591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37"/>
            <p:cNvSpPr/>
            <p:nvPr/>
          </p:nvSpPr>
          <p:spPr>
            <a:xfrm>
              <a:off x="6533288" y="-1808512"/>
              <a:ext cx="311357" cy="152825"/>
            </a:xfrm>
            <a:custGeom>
              <a:rect b="b" l="l" r="r" t="t"/>
              <a:pathLst>
                <a:path extrusionOk="0" h="5677" w="11566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37"/>
            <p:cNvSpPr/>
            <p:nvPr/>
          </p:nvSpPr>
          <p:spPr>
            <a:xfrm>
              <a:off x="6533288" y="-1808512"/>
              <a:ext cx="311357" cy="152825"/>
            </a:xfrm>
            <a:custGeom>
              <a:rect b="b" l="l" r="r" t="t"/>
              <a:pathLst>
                <a:path extrusionOk="0" fill="none" h="5677" w="11566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6" name="Google Shape;3916;p37"/>
          <p:cNvGrpSpPr/>
          <p:nvPr/>
        </p:nvGrpSpPr>
        <p:grpSpPr>
          <a:xfrm flipH="1">
            <a:off x="955473" y="3938138"/>
            <a:ext cx="811246" cy="1205364"/>
            <a:chOff x="8044750" y="-1789024"/>
            <a:chExt cx="811246" cy="1205364"/>
          </a:xfrm>
        </p:grpSpPr>
        <p:sp>
          <p:nvSpPr>
            <p:cNvPr id="3917" name="Google Shape;3917;p37"/>
            <p:cNvSpPr/>
            <p:nvPr/>
          </p:nvSpPr>
          <p:spPr>
            <a:xfrm>
              <a:off x="8064874" y="-1789024"/>
              <a:ext cx="770961" cy="1205364"/>
            </a:xfrm>
            <a:custGeom>
              <a:rect b="b" l="l" r="r" t="t"/>
              <a:pathLst>
                <a:path extrusionOk="0" h="32584" w="20841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37"/>
            <p:cNvSpPr/>
            <p:nvPr/>
          </p:nvSpPr>
          <p:spPr>
            <a:xfrm>
              <a:off x="8044750" y="-1789024"/>
              <a:ext cx="811246" cy="56155"/>
            </a:xfrm>
            <a:custGeom>
              <a:rect b="b" l="l" r="r" t="t"/>
              <a:pathLst>
                <a:path extrusionOk="0" h="1518" w="2193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37"/>
            <p:cNvSpPr/>
            <p:nvPr/>
          </p:nvSpPr>
          <p:spPr>
            <a:xfrm>
              <a:off x="8044750" y="-13992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37"/>
            <p:cNvSpPr/>
            <p:nvPr/>
          </p:nvSpPr>
          <p:spPr>
            <a:xfrm>
              <a:off x="8161978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37"/>
            <p:cNvSpPr/>
            <p:nvPr/>
          </p:nvSpPr>
          <p:spPr>
            <a:xfrm>
              <a:off x="8325927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37"/>
            <p:cNvSpPr/>
            <p:nvPr/>
          </p:nvSpPr>
          <p:spPr>
            <a:xfrm>
              <a:off x="8489914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37"/>
            <p:cNvSpPr/>
            <p:nvPr/>
          </p:nvSpPr>
          <p:spPr>
            <a:xfrm>
              <a:off x="8653863" y="-1666765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37"/>
            <p:cNvSpPr/>
            <p:nvPr/>
          </p:nvSpPr>
          <p:spPr>
            <a:xfrm>
              <a:off x="8161978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37"/>
            <p:cNvSpPr/>
            <p:nvPr/>
          </p:nvSpPr>
          <p:spPr>
            <a:xfrm>
              <a:off x="8325927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37"/>
            <p:cNvSpPr/>
            <p:nvPr/>
          </p:nvSpPr>
          <p:spPr>
            <a:xfrm>
              <a:off x="8489914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37"/>
            <p:cNvSpPr/>
            <p:nvPr/>
          </p:nvSpPr>
          <p:spPr>
            <a:xfrm>
              <a:off x="8653863" y="-15330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37"/>
            <p:cNvSpPr/>
            <p:nvPr/>
          </p:nvSpPr>
          <p:spPr>
            <a:xfrm>
              <a:off x="8044750" y="-974938"/>
              <a:ext cx="811246" cy="113678"/>
            </a:xfrm>
            <a:custGeom>
              <a:rect b="b" l="l" r="r" t="t"/>
              <a:pathLst>
                <a:path extrusionOk="0" h="3073" w="2193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37"/>
            <p:cNvSpPr/>
            <p:nvPr/>
          </p:nvSpPr>
          <p:spPr>
            <a:xfrm>
              <a:off x="8161978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37"/>
            <p:cNvSpPr/>
            <p:nvPr/>
          </p:nvSpPr>
          <p:spPr>
            <a:xfrm>
              <a:off x="8325927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37"/>
            <p:cNvSpPr/>
            <p:nvPr/>
          </p:nvSpPr>
          <p:spPr>
            <a:xfrm>
              <a:off x="8489914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37"/>
            <p:cNvSpPr/>
            <p:nvPr/>
          </p:nvSpPr>
          <p:spPr>
            <a:xfrm>
              <a:off x="8653863" y="-1242465"/>
              <a:ext cx="84898" cy="90669"/>
            </a:xfrm>
            <a:custGeom>
              <a:rect b="b" l="l" r="r" t="t"/>
              <a:pathLst>
                <a:path extrusionOk="0" h="2451" w="2295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37"/>
            <p:cNvSpPr/>
            <p:nvPr/>
          </p:nvSpPr>
          <p:spPr>
            <a:xfrm>
              <a:off x="8161978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37"/>
            <p:cNvSpPr/>
            <p:nvPr/>
          </p:nvSpPr>
          <p:spPr>
            <a:xfrm>
              <a:off x="8325927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37"/>
            <p:cNvSpPr/>
            <p:nvPr/>
          </p:nvSpPr>
          <p:spPr>
            <a:xfrm>
              <a:off x="8489914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37"/>
            <p:cNvSpPr/>
            <p:nvPr/>
          </p:nvSpPr>
          <p:spPr>
            <a:xfrm>
              <a:off x="8653863" y="-1108701"/>
              <a:ext cx="84898" cy="91371"/>
            </a:xfrm>
            <a:custGeom>
              <a:rect b="b" l="l" r="r" t="t"/>
              <a:pathLst>
                <a:path extrusionOk="0" h="2470" w="2295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37" name="Google Shape;3937;p37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3</a:t>
            </a:r>
            <a:endParaRPr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3938" name="Google Shape;3938;p37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3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2" name="Shape 3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3" name="Google Shape;3943;p38"/>
          <p:cNvSpPr txBox="1"/>
          <p:nvPr>
            <p:ph type="title"/>
          </p:nvPr>
        </p:nvSpPr>
        <p:spPr>
          <a:xfrm>
            <a:off x="738900" y="1199000"/>
            <a:ext cx="3727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</a:t>
            </a:r>
            <a:endParaRPr/>
          </a:p>
        </p:txBody>
      </p:sp>
      <p:sp>
        <p:nvSpPr>
          <p:cNvPr id="3944" name="Google Shape;3944;p38"/>
          <p:cNvSpPr txBox="1"/>
          <p:nvPr>
            <p:ph idx="1" type="subTitle"/>
          </p:nvPr>
        </p:nvSpPr>
        <p:spPr>
          <a:xfrm>
            <a:off x="739500" y="1819775"/>
            <a:ext cx="3957000" cy="24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data sets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OpenFlights.org</a:t>
            </a:r>
            <a:r>
              <a:rPr lang="en"/>
              <a:t> (routes and airports)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 airline routes dataset is used to measure how “busy” each airport is and estimate the demand between airports.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airport dataset shows the geographic points of the airport and is used to calculate the distances.   </a:t>
            </a:r>
            <a:endParaRPr/>
          </a:p>
        </p:txBody>
      </p:sp>
      <p:grpSp>
        <p:nvGrpSpPr>
          <p:cNvPr id="3945" name="Google Shape;3945;p38"/>
          <p:cNvGrpSpPr/>
          <p:nvPr/>
        </p:nvGrpSpPr>
        <p:grpSpPr>
          <a:xfrm>
            <a:off x="4972185" y="1323602"/>
            <a:ext cx="3432984" cy="2496295"/>
            <a:chOff x="331763" y="414153"/>
            <a:chExt cx="6903246" cy="5019697"/>
          </a:xfrm>
        </p:grpSpPr>
        <p:sp>
          <p:nvSpPr>
            <p:cNvPr id="3946" name="Google Shape;3946;p38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38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38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38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950" name="Google Shape;3950;p38"/>
          <p:cNvPicPr preferRelativeResize="0"/>
          <p:nvPr/>
        </p:nvPicPr>
        <p:blipFill rotWithShape="1">
          <a:blip r:embed="rId4">
            <a:alphaModFix/>
          </a:blip>
          <a:srcRect b="0" l="3892" r="3883" t="0"/>
          <a:stretch/>
        </p:blipFill>
        <p:spPr>
          <a:xfrm>
            <a:off x="5064083" y="1415829"/>
            <a:ext cx="3249110" cy="1981718"/>
          </a:xfrm>
          <a:prstGeom prst="rect">
            <a:avLst/>
          </a:prstGeom>
          <a:noFill/>
          <a:ln>
            <a:noFill/>
          </a:ln>
        </p:spPr>
      </p:pic>
      <p:sp>
        <p:nvSpPr>
          <p:cNvPr id="3951" name="Google Shape;3951;p38"/>
          <p:cNvSpPr/>
          <p:nvPr/>
        </p:nvSpPr>
        <p:spPr>
          <a:xfrm>
            <a:off x="5571288" y="3819900"/>
            <a:ext cx="2234700" cy="134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2" name="Google Shape;3952;p38"/>
          <p:cNvGrpSpPr/>
          <p:nvPr/>
        </p:nvGrpSpPr>
        <p:grpSpPr>
          <a:xfrm>
            <a:off x="4231782" y="1506195"/>
            <a:ext cx="965604" cy="239081"/>
            <a:chOff x="4036326" y="-955475"/>
            <a:chExt cx="1775987" cy="439811"/>
          </a:xfrm>
        </p:grpSpPr>
        <p:sp>
          <p:nvSpPr>
            <p:cNvPr id="3953" name="Google Shape;3953;p38"/>
            <p:cNvSpPr/>
            <p:nvPr/>
          </p:nvSpPr>
          <p:spPr>
            <a:xfrm>
              <a:off x="4203186" y="-955475"/>
              <a:ext cx="1609127" cy="439811"/>
            </a:xfrm>
            <a:custGeom>
              <a:rect b="b" l="l" r="r" t="t"/>
              <a:pathLst>
                <a:path extrusionOk="0" h="9469" w="34644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4036326" y="-783902"/>
              <a:ext cx="1609127" cy="268234"/>
            </a:xfrm>
            <a:custGeom>
              <a:rect b="b" l="l" r="r" t="t"/>
              <a:pathLst>
                <a:path extrusionOk="0" h="5775" w="34644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55" name="Google Shape;3955;p38"/>
          <p:cNvGrpSpPr/>
          <p:nvPr/>
        </p:nvGrpSpPr>
        <p:grpSpPr>
          <a:xfrm flipH="1">
            <a:off x="218869" y="1247703"/>
            <a:ext cx="1143167" cy="451268"/>
            <a:chOff x="5454775" y="-1447800"/>
            <a:chExt cx="3232025" cy="1275850"/>
          </a:xfrm>
        </p:grpSpPr>
        <p:sp>
          <p:nvSpPr>
            <p:cNvPr id="3956" name="Google Shape;3956;p38"/>
            <p:cNvSpPr/>
            <p:nvPr/>
          </p:nvSpPr>
          <p:spPr>
            <a:xfrm>
              <a:off x="6602150" y="-685750"/>
              <a:ext cx="252600" cy="513800"/>
            </a:xfrm>
            <a:custGeom>
              <a:rect b="b" l="l" r="r" t="t"/>
              <a:pathLst>
                <a:path extrusionOk="0" h="20552" w="10104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6602150" y="-685750"/>
              <a:ext cx="252600" cy="513800"/>
            </a:xfrm>
            <a:custGeom>
              <a:rect b="b" l="l" r="r" t="t"/>
              <a:pathLst>
                <a:path extrusionOk="0" h="20552" w="10104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7163750" y="-1223175"/>
              <a:ext cx="698675" cy="294000"/>
            </a:xfrm>
            <a:custGeom>
              <a:rect b="b" l="l" r="r" t="t"/>
              <a:pathLst>
                <a:path extrusionOk="0" h="11760" w="27947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7163750" y="-1223175"/>
              <a:ext cx="698675" cy="294000"/>
            </a:xfrm>
            <a:custGeom>
              <a:rect b="b" l="l" r="r" t="t"/>
              <a:pathLst>
                <a:path extrusionOk="0" h="11760" w="27947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7169125" y="-1359675"/>
              <a:ext cx="489075" cy="148350"/>
            </a:xfrm>
            <a:custGeom>
              <a:rect b="b" l="l" r="r" t="t"/>
              <a:pathLst>
                <a:path extrusionOk="0" h="5934" w="19563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38"/>
            <p:cNvSpPr/>
            <p:nvPr/>
          </p:nvSpPr>
          <p:spPr>
            <a:xfrm>
              <a:off x="6634925" y="-1230150"/>
              <a:ext cx="489075" cy="148350"/>
            </a:xfrm>
            <a:custGeom>
              <a:rect b="b" l="l" r="r" t="t"/>
              <a:pathLst>
                <a:path extrusionOk="0" h="5934" w="19563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7169125" y="-1317750"/>
              <a:ext cx="489075" cy="106425"/>
            </a:xfrm>
            <a:custGeom>
              <a:rect b="b" l="l" r="r" t="t"/>
              <a:pathLst>
                <a:path extrusionOk="0" h="4257" w="19563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6637075" y="-1200600"/>
              <a:ext cx="486925" cy="98375"/>
            </a:xfrm>
            <a:custGeom>
              <a:rect b="b" l="l" r="r" t="t"/>
              <a:pathLst>
                <a:path extrusionOk="0" h="3935" w="19477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6059900" y="-765300"/>
              <a:ext cx="419750" cy="224125"/>
            </a:xfrm>
            <a:custGeom>
              <a:rect b="b" l="l" r="r" t="t"/>
              <a:pathLst>
                <a:path extrusionOk="0" h="8965" w="1679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6124925" y="-528300"/>
              <a:ext cx="420275" cy="223600"/>
            </a:xfrm>
            <a:custGeom>
              <a:rect b="b" l="l" r="r" t="t"/>
              <a:pathLst>
                <a:path extrusionOk="0" h="8944" w="16811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6188875" y="-758850"/>
              <a:ext cx="290775" cy="217675"/>
            </a:xfrm>
            <a:custGeom>
              <a:rect b="b" l="l" r="r" t="t"/>
              <a:pathLst>
                <a:path extrusionOk="0" h="8707" w="11631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6298500" y="-511625"/>
              <a:ext cx="246700" cy="206925"/>
            </a:xfrm>
            <a:custGeom>
              <a:rect b="b" l="l" r="r" t="t"/>
              <a:pathLst>
                <a:path extrusionOk="0" h="8277" w="9868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7983850" y="-790550"/>
              <a:ext cx="702950" cy="257450"/>
            </a:xfrm>
            <a:custGeom>
              <a:rect b="b" l="l" r="r" t="t"/>
              <a:pathLst>
                <a:path extrusionOk="0" h="10298" w="28118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7983850" y="-790550"/>
              <a:ext cx="702950" cy="257450"/>
            </a:xfrm>
            <a:custGeom>
              <a:rect b="b" l="l" r="r" t="t"/>
              <a:pathLst>
                <a:path extrusionOk="0" fill="none" h="10298" w="28118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5454775" y="-1404825"/>
              <a:ext cx="2837025" cy="933525"/>
            </a:xfrm>
            <a:custGeom>
              <a:rect b="b" l="l" r="r" t="t"/>
              <a:pathLst>
                <a:path extrusionOk="0" h="37341" w="113481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5454775" y="-1404825"/>
              <a:ext cx="2837025" cy="933525"/>
            </a:xfrm>
            <a:custGeom>
              <a:rect b="b" l="l" r="r" t="t"/>
              <a:pathLst>
                <a:path extrusionOk="0" fill="none" h="37341" w="113481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7617325" y="-1163525"/>
              <a:ext cx="835175" cy="557325"/>
            </a:xfrm>
            <a:custGeom>
              <a:rect b="b" l="l" r="r" t="t"/>
              <a:pathLst>
                <a:path extrusionOk="0" h="22293" w="33407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6672000" y="-1447800"/>
              <a:ext cx="1656900" cy="461650"/>
            </a:xfrm>
            <a:custGeom>
              <a:rect b="b" l="l" r="r" t="t"/>
              <a:pathLst>
                <a:path extrusionOk="0" h="18466" w="66276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5536975" y="-1344100"/>
              <a:ext cx="50550" cy="59700"/>
            </a:xfrm>
            <a:custGeom>
              <a:rect b="b" l="l" r="r" t="t"/>
              <a:pathLst>
                <a:path extrusionOk="0" h="2388" w="2022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5628875" y="-1247350"/>
              <a:ext cx="51625" cy="93000"/>
            </a:xfrm>
            <a:custGeom>
              <a:rect b="b" l="l" r="r" t="t"/>
              <a:pathLst>
                <a:path extrusionOk="0" h="3720" w="2065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5628875" y="-1247350"/>
              <a:ext cx="51625" cy="93000"/>
            </a:xfrm>
            <a:custGeom>
              <a:rect b="b" l="l" r="r" t="t"/>
              <a:pathLst>
                <a:path extrusionOk="0" fill="none" h="3720" w="2065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5701975" y="-1192550"/>
              <a:ext cx="23125" cy="27450"/>
            </a:xfrm>
            <a:custGeom>
              <a:rect b="b" l="l" r="r" t="t"/>
              <a:pathLst>
                <a:path extrusionOk="0" h="1098" w="925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5701975" y="-1192550"/>
              <a:ext cx="23125" cy="27450"/>
            </a:xfrm>
            <a:custGeom>
              <a:rect b="b" l="l" r="r" t="t"/>
              <a:pathLst>
                <a:path extrusionOk="0" fill="none" h="1098" w="925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5730450" y="-1181800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5730450" y="-1181800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5758950" y="-1170500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5758950" y="-1170500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5787425" y="-115975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5787425" y="-115975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5815900" y="-11484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5815900" y="-11484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5844400" y="-1137725"/>
              <a:ext cx="22575" cy="27425"/>
            </a:xfrm>
            <a:custGeom>
              <a:rect b="b" l="l" r="r" t="t"/>
              <a:pathLst>
                <a:path extrusionOk="0" h="1097" w="903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5844400" y="-11377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5872875" y="-1126425"/>
              <a:ext cx="22600" cy="26875"/>
            </a:xfrm>
            <a:custGeom>
              <a:rect b="b" l="l" r="r" t="t"/>
              <a:pathLst>
                <a:path extrusionOk="0" h="1075" w="904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5872875" y="-1126425"/>
              <a:ext cx="22600" cy="26875"/>
            </a:xfrm>
            <a:custGeom>
              <a:rect b="b" l="l" r="r" t="t"/>
              <a:pathLst>
                <a:path extrusionOk="0" fill="none" h="1075" w="904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5901350" y="-1115700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5901350" y="-1115700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5929850" y="-1104950"/>
              <a:ext cx="22575" cy="27450"/>
            </a:xfrm>
            <a:custGeom>
              <a:rect b="b" l="l" r="r" t="t"/>
              <a:pathLst>
                <a:path extrusionOk="0" h="1098" w="903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5929850" y="-1104950"/>
              <a:ext cx="22575" cy="27450"/>
            </a:xfrm>
            <a:custGeom>
              <a:rect b="b" l="l" r="r" t="t"/>
              <a:pathLst>
                <a:path extrusionOk="0" fill="none" h="1098" w="903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5957775" y="-1093650"/>
              <a:ext cx="23150" cy="26900"/>
            </a:xfrm>
            <a:custGeom>
              <a:rect b="b" l="l" r="r" t="t"/>
              <a:pathLst>
                <a:path extrusionOk="0" h="1076" w="926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5957775" y="-1093650"/>
              <a:ext cx="23150" cy="26900"/>
            </a:xfrm>
            <a:custGeom>
              <a:rect b="b" l="l" r="r" t="t"/>
              <a:pathLst>
                <a:path extrusionOk="0" fill="none" h="1076" w="926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5986275" y="-108290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5986275" y="-108290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6014750" y="-107162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6014750" y="-107162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6043225" y="-1060875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6043225" y="-1060875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6169000" y="-1031850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6169000" y="-1031850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6197475" y="-102110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6197475" y="-102110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6225950" y="-100982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38"/>
            <p:cNvSpPr/>
            <p:nvPr/>
          </p:nvSpPr>
          <p:spPr>
            <a:xfrm>
              <a:off x="6225950" y="-100982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38"/>
            <p:cNvSpPr/>
            <p:nvPr/>
          </p:nvSpPr>
          <p:spPr>
            <a:xfrm>
              <a:off x="6254450" y="-999075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38"/>
            <p:cNvSpPr/>
            <p:nvPr/>
          </p:nvSpPr>
          <p:spPr>
            <a:xfrm>
              <a:off x="6254450" y="-999075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38"/>
            <p:cNvSpPr/>
            <p:nvPr/>
          </p:nvSpPr>
          <p:spPr>
            <a:xfrm>
              <a:off x="6282375" y="-988325"/>
              <a:ext cx="23150" cy="27450"/>
            </a:xfrm>
            <a:custGeom>
              <a:rect b="b" l="l" r="r" t="t"/>
              <a:pathLst>
                <a:path extrusionOk="0" h="1098" w="926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38"/>
            <p:cNvSpPr/>
            <p:nvPr/>
          </p:nvSpPr>
          <p:spPr>
            <a:xfrm>
              <a:off x="6282375" y="-988325"/>
              <a:ext cx="23150" cy="27450"/>
            </a:xfrm>
            <a:custGeom>
              <a:rect b="b" l="l" r="r" t="t"/>
              <a:pathLst>
                <a:path extrusionOk="0" fill="none" h="1098" w="926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6310875" y="-977025"/>
              <a:ext cx="22600" cy="26875"/>
            </a:xfrm>
            <a:custGeom>
              <a:rect b="b" l="l" r="r" t="t"/>
              <a:pathLst>
                <a:path extrusionOk="0" h="1075" w="904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6310875" y="-977025"/>
              <a:ext cx="22600" cy="26875"/>
            </a:xfrm>
            <a:custGeom>
              <a:rect b="b" l="l" r="r" t="t"/>
              <a:pathLst>
                <a:path extrusionOk="0" fill="none" h="1075" w="904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6339350" y="-966275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6339350" y="-966275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6367825" y="-95500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6367825" y="-95500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6396325" y="-94425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6396325" y="-94425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6424800" y="-9329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6424800" y="-9329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6453275" y="-92222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6453275" y="-92222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6481775" y="-91147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6481775" y="-91147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6510250" y="-900175"/>
              <a:ext cx="22600" cy="26875"/>
            </a:xfrm>
            <a:custGeom>
              <a:rect b="b" l="l" r="r" t="t"/>
              <a:pathLst>
                <a:path extrusionOk="0" h="1075" w="904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6510250" y="-900175"/>
              <a:ext cx="22600" cy="26875"/>
            </a:xfrm>
            <a:custGeom>
              <a:rect b="b" l="l" r="r" t="t"/>
              <a:pathLst>
                <a:path extrusionOk="0" fill="none" h="1075" w="904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6654825" y="-851825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6654825" y="-851825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6683300" y="-84107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6683300" y="-84107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6711775" y="-83032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6711775" y="-83032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6740275" y="-819025"/>
              <a:ext cx="22575" cy="26875"/>
            </a:xfrm>
            <a:custGeom>
              <a:rect b="b" l="l" r="r" t="t"/>
              <a:pathLst>
                <a:path extrusionOk="0" h="1075" w="903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6740275" y="-819025"/>
              <a:ext cx="22575" cy="26875"/>
            </a:xfrm>
            <a:custGeom>
              <a:rect b="b" l="l" r="r" t="t"/>
              <a:pathLst>
                <a:path extrusionOk="0" fill="none" h="1075" w="903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6768200" y="-808275"/>
              <a:ext cx="23150" cy="27425"/>
            </a:xfrm>
            <a:custGeom>
              <a:rect b="b" l="l" r="r" t="t"/>
              <a:pathLst>
                <a:path extrusionOk="0" h="1097" w="926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6768200" y="-808275"/>
              <a:ext cx="23150" cy="27425"/>
            </a:xfrm>
            <a:custGeom>
              <a:rect b="b" l="l" r="r" t="t"/>
              <a:pathLst>
                <a:path extrusionOk="0" fill="none" h="1097" w="926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6796700" y="-79700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6796700" y="-79700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6825175" y="-78625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6825175" y="-78625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6853650" y="-7749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6853650" y="-7749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6882150" y="-76422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6882150" y="-76422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6910625" y="-75347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6910625" y="-75347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h="1097" w="903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38"/>
            <p:cNvSpPr/>
            <p:nvPr/>
          </p:nvSpPr>
          <p:spPr>
            <a:xfrm>
              <a:off x="6103425" y="-1128050"/>
              <a:ext cx="51075" cy="93000"/>
            </a:xfrm>
            <a:custGeom>
              <a:rect b="b" l="l" r="r" t="t"/>
              <a:pathLst>
                <a:path extrusionOk="0" h="3720" w="2043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38"/>
            <p:cNvSpPr/>
            <p:nvPr/>
          </p:nvSpPr>
          <p:spPr>
            <a:xfrm>
              <a:off x="6576350" y="-952325"/>
              <a:ext cx="51625" cy="93000"/>
            </a:xfrm>
            <a:custGeom>
              <a:rect b="b" l="l" r="r" t="t"/>
              <a:pathLst>
                <a:path extrusionOk="0" h="3720" w="2065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38"/>
            <p:cNvSpPr/>
            <p:nvPr/>
          </p:nvSpPr>
          <p:spPr>
            <a:xfrm>
              <a:off x="6576350" y="-952325"/>
              <a:ext cx="51625" cy="93000"/>
            </a:xfrm>
            <a:custGeom>
              <a:rect b="b" l="l" r="r" t="t"/>
              <a:pathLst>
                <a:path extrusionOk="0" fill="none" h="3720" w="2065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38"/>
            <p:cNvSpPr/>
            <p:nvPr/>
          </p:nvSpPr>
          <p:spPr>
            <a:xfrm>
              <a:off x="7394850" y="-1138800"/>
              <a:ext cx="1057650" cy="643850"/>
            </a:xfrm>
            <a:custGeom>
              <a:rect b="b" l="l" r="r" t="t"/>
              <a:pathLst>
                <a:path extrusionOk="0" fill="none" h="25754" w="42306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38"/>
            <p:cNvSpPr/>
            <p:nvPr/>
          </p:nvSpPr>
          <p:spPr>
            <a:xfrm>
              <a:off x="5455300" y="-1260800"/>
              <a:ext cx="550" cy="3800"/>
            </a:xfrm>
            <a:custGeom>
              <a:rect b="b" l="l" r="r" t="t"/>
              <a:pathLst>
                <a:path extrusionOk="0" h="152" w="22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5455300" y="-12570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5455300" y="-1257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5455300" y="-1257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5455300" y="-125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5455300" y="-1258650"/>
              <a:ext cx="25" cy="575"/>
            </a:xfrm>
            <a:custGeom>
              <a:rect b="b" l="l" r="r" t="t"/>
              <a:pathLst>
                <a:path extrusionOk="0" fill="none" h="23" w="1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5455300" y="-12586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5455300" y="-12591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5455300" y="-12591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5455300" y="-12597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5455825" y="-12597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5455825" y="-1260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5455825" y="-12608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5454775" y="-1315075"/>
              <a:ext cx="2213100" cy="815300"/>
            </a:xfrm>
            <a:custGeom>
              <a:rect b="b" l="l" r="r" t="t"/>
              <a:pathLst>
                <a:path extrusionOk="0" h="32612" w="88524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5454775" y="-1315075"/>
              <a:ext cx="2213100" cy="815300"/>
            </a:xfrm>
            <a:custGeom>
              <a:rect b="b" l="l" r="r" t="t"/>
              <a:pathLst>
                <a:path extrusionOk="0" fill="none" h="32612" w="88524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5628875" y="-1195775"/>
              <a:ext cx="43575" cy="41425"/>
            </a:xfrm>
            <a:custGeom>
              <a:rect b="b" l="l" r="r" t="t"/>
              <a:pathLst>
                <a:path extrusionOk="0" h="1657" w="1743">
                  <a:moveTo>
                    <a:pt x="130" y="1"/>
                  </a:move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5628875" y="-1195775"/>
              <a:ext cx="43575" cy="41425"/>
            </a:xfrm>
            <a:custGeom>
              <a:rect b="b" l="l" r="r" t="t"/>
              <a:pathLst>
                <a:path extrusionOk="0" fill="none" h="1657" w="1743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5703575" y="-1171050"/>
              <a:ext cx="15625" cy="5950"/>
            </a:xfrm>
            <a:custGeom>
              <a:rect b="b" l="l" r="r" t="t"/>
              <a:pathLst>
                <a:path extrusionOk="0" h="238" w="625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5703575" y="-1171050"/>
              <a:ext cx="15625" cy="5950"/>
            </a:xfrm>
            <a:custGeom>
              <a:rect b="b" l="l" r="r" t="t"/>
              <a:pathLst>
                <a:path extrusionOk="0" fill="none" h="238" w="625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5731000" y="-1161375"/>
              <a:ext cx="17750" cy="7025"/>
            </a:xfrm>
            <a:custGeom>
              <a:rect b="b" l="l" r="r" t="t"/>
              <a:pathLst>
                <a:path extrusionOk="0" h="281" w="71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5731000" y="-1161375"/>
              <a:ext cx="17750" cy="7025"/>
            </a:xfrm>
            <a:custGeom>
              <a:rect b="b" l="l" r="r" t="t"/>
              <a:pathLst>
                <a:path extrusionOk="0" fill="none" h="281" w="71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5758950" y="-1151700"/>
              <a:ext cx="19350" cy="8100"/>
            </a:xfrm>
            <a:custGeom>
              <a:rect b="b" l="l" r="r" t="t"/>
              <a:pathLst>
                <a:path extrusionOk="0" h="324" w="774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5758950" y="-1151700"/>
              <a:ext cx="19350" cy="8100"/>
            </a:xfrm>
            <a:custGeom>
              <a:rect b="b" l="l" r="r" t="t"/>
              <a:pathLst>
                <a:path extrusionOk="0" fill="none" h="324" w="774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5787425" y="-1142025"/>
              <a:ext cx="19900" cy="9700"/>
            </a:xfrm>
            <a:custGeom>
              <a:rect b="b" l="l" r="r" t="t"/>
              <a:pathLst>
                <a:path extrusionOk="0" h="388" w="796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5787425" y="-1142025"/>
              <a:ext cx="19900" cy="9700"/>
            </a:xfrm>
            <a:custGeom>
              <a:rect b="b" l="l" r="r" t="t"/>
              <a:pathLst>
                <a:path extrusionOk="0" fill="none" h="388" w="796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5815900" y="-1131800"/>
              <a:ext cx="20450" cy="10225"/>
            </a:xfrm>
            <a:custGeom>
              <a:rect b="b" l="l" r="r" t="t"/>
              <a:pathLst>
                <a:path extrusionOk="0" h="409" w="818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5815900" y="-1131800"/>
              <a:ext cx="20450" cy="10225"/>
            </a:xfrm>
            <a:custGeom>
              <a:rect b="b" l="l" r="r" t="t"/>
              <a:pathLst>
                <a:path extrusionOk="0" fill="none" h="409" w="818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5844400" y="-1122125"/>
              <a:ext cx="20425" cy="11825"/>
            </a:xfrm>
            <a:custGeom>
              <a:rect b="b" l="l" r="r" t="t"/>
              <a:pathLst>
                <a:path extrusionOk="0" h="473" w="817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5844400" y="-1122125"/>
              <a:ext cx="20425" cy="11825"/>
            </a:xfrm>
            <a:custGeom>
              <a:rect b="b" l="l" r="r" t="t"/>
              <a:pathLst>
                <a:path extrusionOk="0" fill="none" h="473" w="817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5872875" y="-1112475"/>
              <a:ext cx="20450" cy="12925"/>
            </a:xfrm>
            <a:custGeom>
              <a:rect b="b" l="l" r="r" t="t"/>
              <a:pathLst>
                <a:path extrusionOk="0" h="517" w="818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5872875" y="-1112475"/>
              <a:ext cx="20450" cy="12925"/>
            </a:xfrm>
            <a:custGeom>
              <a:rect b="b" l="l" r="r" t="t"/>
              <a:pathLst>
                <a:path extrusionOk="0" fill="none" h="517" w="818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5901350" y="-1102250"/>
              <a:ext cx="20450" cy="14000"/>
            </a:xfrm>
            <a:custGeom>
              <a:rect b="b" l="l" r="r" t="t"/>
              <a:pathLst>
                <a:path extrusionOk="0" h="560" w="818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5901350" y="-1102250"/>
              <a:ext cx="20450" cy="14000"/>
            </a:xfrm>
            <a:custGeom>
              <a:rect b="b" l="l" r="r" t="t"/>
              <a:pathLst>
                <a:path extrusionOk="0" fill="none" h="560" w="818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5929850" y="-1092575"/>
              <a:ext cx="20975" cy="15075"/>
            </a:xfrm>
            <a:custGeom>
              <a:rect b="b" l="l" r="r" t="t"/>
              <a:pathLst>
                <a:path extrusionOk="0" h="603" w="839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5929850" y="-1092575"/>
              <a:ext cx="20975" cy="15075"/>
            </a:xfrm>
            <a:custGeom>
              <a:rect b="b" l="l" r="r" t="t"/>
              <a:pathLst>
                <a:path extrusionOk="0" fill="none" h="603" w="839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5957775" y="-1082900"/>
              <a:ext cx="21525" cy="16150"/>
            </a:xfrm>
            <a:custGeom>
              <a:rect b="b" l="l" r="r" t="t"/>
              <a:pathLst>
                <a:path extrusionOk="0" h="646" w="861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5957775" y="-1082900"/>
              <a:ext cx="21525" cy="16150"/>
            </a:xfrm>
            <a:custGeom>
              <a:rect b="b" l="l" r="r" t="t"/>
              <a:pathLst>
                <a:path extrusionOk="0" fill="none" h="646" w="861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5986275" y="-1072700"/>
              <a:ext cx="21525" cy="17225"/>
            </a:xfrm>
            <a:custGeom>
              <a:rect b="b" l="l" r="r" t="t"/>
              <a:pathLst>
                <a:path extrusionOk="0" h="689" w="861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5986275" y="-1072700"/>
              <a:ext cx="21525" cy="17225"/>
            </a:xfrm>
            <a:custGeom>
              <a:rect b="b" l="l" r="r" t="t"/>
              <a:pathLst>
                <a:path extrusionOk="0" fill="none" h="689" w="861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6014750" y="-1063025"/>
              <a:ext cx="21525" cy="18300"/>
            </a:xfrm>
            <a:custGeom>
              <a:rect b="b" l="l" r="r" t="t"/>
              <a:pathLst>
                <a:path extrusionOk="0" h="732" w="861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6014750" y="-1063025"/>
              <a:ext cx="21525" cy="18300"/>
            </a:xfrm>
            <a:custGeom>
              <a:rect b="b" l="l" r="r" t="t"/>
              <a:pathLst>
                <a:path extrusionOk="0" fill="none" h="732" w="861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6043225" y="-1053350"/>
              <a:ext cx="21525" cy="19900"/>
            </a:xfrm>
            <a:custGeom>
              <a:rect b="b" l="l" r="r" t="t"/>
              <a:pathLst>
                <a:path extrusionOk="0" h="796" w="861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6043225" y="-1053350"/>
              <a:ext cx="21525" cy="19900"/>
            </a:xfrm>
            <a:custGeom>
              <a:rect b="b" l="l" r="r" t="t"/>
              <a:pathLst>
                <a:path extrusionOk="0" fill="none" h="796" w="861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6179200" y="-1006600"/>
              <a:ext cx="4850" cy="1650"/>
            </a:xfrm>
            <a:custGeom>
              <a:rect b="b" l="l" r="r" t="t"/>
              <a:pathLst>
                <a:path extrusionOk="0" h="66" w="194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6179200" y="-1006600"/>
              <a:ext cx="4850" cy="1650"/>
            </a:xfrm>
            <a:custGeom>
              <a:rect b="b" l="l" r="r" t="t"/>
              <a:pathLst>
                <a:path extrusionOk="0" fill="none" h="66" w="194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6198000" y="-1000150"/>
              <a:ext cx="16700" cy="6475"/>
            </a:xfrm>
            <a:custGeom>
              <a:rect b="b" l="l" r="r" t="t"/>
              <a:pathLst>
                <a:path extrusionOk="0" h="259" w="668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6198000" y="-1000150"/>
              <a:ext cx="16700" cy="6475"/>
            </a:xfrm>
            <a:custGeom>
              <a:rect b="b" l="l" r="r" t="t"/>
              <a:pathLst>
                <a:path extrusionOk="0" fill="none" h="259" w="668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6225950" y="-990475"/>
              <a:ext cx="18300" cy="7550"/>
            </a:xfrm>
            <a:custGeom>
              <a:rect b="b" l="l" r="r" t="t"/>
              <a:pathLst>
                <a:path extrusionOk="0" h="302" w="732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6225950" y="-990475"/>
              <a:ext cx="18300" cy="7550"/>
            </a:xfrm>
            <a:custGeom>
              <a:rect b="b" l="l" r="r" t="t"/>
              <a:pathLst>
                <a:path extrusionOk="0" fill="none" h="302" w="732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6253900" y="-980800"/>
              <a:ext cx="19900" cy="9175"/>
            </a:xfrm>
            <a:custGeom>
              <a:rect b="b" l="l" r="r" t="t"/>
              <a:pathLst>
                <a:path extrusionOk="0" h="367" w="796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6253900" y="-980800"/>
              <a:ext cx="19900" cy="9175"/>
            </a:xfrm>
            <a:custGeom>
              <a:rect b="b" l="l" r="r" t="t"/>
              <a:pathLst>
                <a:path extrusionOk="0" fill="none" h="367" w="796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6282375" y="-971125"/>
              <a:ext cx="20450" cy="10250"/>
            </a:xfrm>
            <a:custGeom>
              <a:rect b="b" l="l" r="r" t="t"/>
              <a:pathLst>
                <a:path extrusionOk="0" h="410" w="818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6282375" y="-971125"/>
              <a:ext cx="20450" cy="10250"/>
            </a:xfrm>
            <a:custGeom>
              <a:rect b="b" l="l" r="r" t="t"/>
              <a:pathLst>
                <a:path extrusionOk="0" fill="none" h="410" w="818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6310875" y="-960900"/>
              <a:ext cx="20450" cy="10750"/>
            </a:xfrm>
            <a:custGeom>
              <a:rect b="b" l="l" r="r" t="t"/>
              <a:pathLst>
                <a:path extrusionOk="0" h="430" w="818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6310875" y="-960900"/>
              <a:ext cx="20450" cy="10750"/>
            </a:xfrm>
            <a:custGeom>
              <a:rect b="b" l="l" r="r" t="t"/>
              <a:pathLst>
                <a:path extrusionOk="0" fill="none" h="430" w="818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6339350" y="-951250"/>
              <a:ext cx="20450" cy="12400"/>
            </a:xfrm>
            <a:custGeom>
              <a:rect b="b" l="l" r="r" t="t"/>
              <a:pathLst>
                <a:path extrusionOk="0" h="496" w="818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6339350" y="-951250"/>
              <a:ext cx="20450" cy="12400"/>
            </a:xfrm>
            <a:custGeom>
              <a:rect b="b" l="l" r="r" t="t"/>
              <a:pathLst>
                <a:path extrusionOk="0" fill="none" h="496" w="818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6367825" y="-941575"/>
              <a:ext cx="21000" cy="13475"/>
            </a:xfrm>
            <a:custGeom>
              <a:rect b="b" l="l" r="r" t="t"/>
              <a:pathLst>
                <a:path extrusionOk="0" h="539" w="84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6367825" y="-941575"/>
              <a:ext cx="21000" cy="13475"/>
            </a:xfrm>
            <a:custGeom>
              <a:rect b="b" l="l" r="r" t="t"/>
              <a:pathLst>
                <a:path extrusionOk="0" fill="none" h="539" w="84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6396325" y="-931350"/>
              <a:ext cx="20975" cy="14525"/>
            </a:xfrm>
            <a:custGeom>
              <a:rect b="b" l="l" r="r" t="t"/>
              <a:pathLst>
                <a:path extrusionOk="0" h="581" w="839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6396325" y="-931350"/>
              <a:ext cx="20975" cy="14525"/>
            </a:xfrm>
            <a:custGeom>
              <a:rect b="b" l="l" r="r" t="t"/>
              <a:pathLst>
                <a:path extrusionOk="0" fill="none" h="581" w="839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6424800" y="-921675"/>
              <a:ext cx="20975" cy="15600"/>
            </a:xfrm>
            <a:custGeom>
              <a:rect b="b" l="l" r="r" t="t"/>
              <a:pathLst>
                <a:path extrusionOk="0" h="624" w="839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6424800" y="-921675"/>
              <a:ext cx="20975" cy="15600"/>
            </a:xfrm>
            <a:custGeom>
              <a:rect b="b" l="l" r="r" t="t"/>
              <a:pathLst>
                <a:path extrusionOk="0" fill="none" h="624" w="839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6453275" y="-912000"/>
              <a:ext cx="21000" cy="17225"/>
            </a:xfrm>
            <a:custGeom>
              <a:rect b="b" l="l" r="r" t="t"/>
              <a:pathLst>
                <a:path extrusionOk="0" h="689" w="84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6453275" y="-912000"/>
              <a:ext cx="21000" cy="17225"/>
            </a:xfrm>
            <a:custGeom>
              <a:rect b="b" l="l" r="r" t="t"/>
              <a:pathLst>
                <a:path extrusionOk="0" fill="none" h="689" w="84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6481775" y="-901800"/>
              <a:ext cx="21525" cy="17775"/>
            </a:xfrm>
            <a:custGeom>
              <a:rect b="b" l="l" r="r" t="t"/>
              <a:pathLst>
                <a:path extrusionOk="0" h="711" w="861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6481775" y="-901800"/>
              <a:ext cx="21525" cy="17775"/>
            </a:xfrm>
            <a:custGeom>
              <a:rect b="b" l="l" r="r" t="t"/>
              <a:pathLst>
                <a:path extrusionOk="0" fill="none" h="711" w="861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7678600" y="-569675"/>
              <a:ext cx="610525" cy="98375"/>
            </a:xfrm>
            <a:custGeom>
              <a:rect b="b" l="l" r="r" t="t"/>
              <a:pathLst>
                <a:path extrusionOk="0" h="3935" w="24421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7675375" y="-499275"/>
              <a:ext cx="25" cy="575"/>
            </a:xfrm>
            <a:custGeom>
              <a:rect b="b" l="l" r="r" t="t"/>
              <a:pathLst>
                <a:path extrusionOk="0" fill="none" h="23" w="1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7674300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7673750" y="-499275"/>
              <a:ext cx="575" cy="25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7673225" y="-4992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7672150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7671600" y="-499275"/>
              <a:ext cx="575" cy="25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7671075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7670000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7669450" y="-499275"/>
              <a:ext cx="575" cy="25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7668925" y="-499800"/>
              <a:ext cx="550" cy="550"/>
            </a:xfrm>
            <a:custGeom>
              <a:rect b="b" l="l" r="r" t="t"/>
              <a:pathLst>
                <a:path extrusionOk="0" fill="none" h="22" w="22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7667850" y="-499800"/>
              <a:ext cx="1100" cy="25"/>
            </a:xfrm>
            <a:custGeom>
              <a:rect b="b" l="l" r="r" t="t"/>
              <a:pathLst>
                <a:path extrusionOk="0" fill="none" h="1" w="44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7678600" y="-569675"/>
              <a:ext cx="610525" cy="98375"/>
            </a:xfrm>
            <a:custGeom>
              <a:rect b="b" l="l" r="r" t="t"/>
              <a:pathLst>
                <a:path extrusionOk="0" fill="none" h="3935" w="24421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6510250" y="-892125"/>
              <a:ext cx="21525" cy="18825"/>
            </a:xfrm>
            <a:custGeom>
              <a:rect b="b" l="l" r="r" t="t"/>
              <a:pathLst>
                <a:path extrusionOk="0" h="753" w="861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6510250" y="-892125"/>
              <a:ext cx="21525" cy="18825"/>
            </a:xfrm>
            <a:custGeom>
              <a:rect b="b" l="l" r="r" t="t"/>
              <a:pathLst>
                <a:path extrusionOk="0" fill="none" h="753" w="861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6654825" y="-842150"/>
              <a:ext cx="21500" cy="17225"/>
            </a:xfrm>
            <a:custGeom>
              <a:rect b="b" l="l" r="r" t="t"/>
              <a:pathLst>
                <a:path extrusionOk="0" h="689" w="86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6654825" y="-842150"/>
              <a:ext cx="21500" cy="17225"/>
            </a:xfrm>
            <a:custGeom>
              <a:rect b="b" l="l" r="r" t="t"/>
              <a:pathLst>
                <a:path extrusionOk="0" fill="none" h="689" w="86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6683300" y="-832475"/>
              <a:ext cx="21525" cy="18850"/>
            </a:xfrm>
            <a:custGeom>
              <a:rect b="b" l="l" r="r" t="t"/>
              <a:pathLst>
                <a:path extrusionOk="0" h="754" w="861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6683300" y="-832475"/>
              <a:ext cx="21525" cy="18850"/>
            </a:xfrm>
            <a:custGeom>
              <a:rect b="b" l="l" r="r" t="t"/>
              <a:pathLst>
                <a:path extrusionOk="0" fill="none" h="754" w="861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6711775" y="-822800"/>
              <a:ext cx="21525" cy="19925"/>
            </a:xfrm>
            <a:custGeom>
              <a:rect b="b" l="l" r="r" t="t"/>
              <a:pathLst>
                <a:path extrusionOk="0" h="797" w="861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38"/>
            <p:cNvSpPr/>
            <p:nvPr/>
          </p:nvSpPr>
          <p:spPr>
            <a:xfrm>
              <a:off x="6711775" y="-822800"/>
              <a:ext cx="21525" cy="19925"/>
            </a:xfrm>
            <a:custGeom>
              <a:rect b="b" l="l" r="r" t="t"/>
              <a:pathLst>
                <a:path extrusionOk="0" fill="none" h="797" w="861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38"/>
            <p:cNvSpPr/>
            <p:nvPr/>
          </p:nvSpPr>
          <p:spPr>
            <a:xfrm>
              <a:off x="6740275" y="-813125"/>
              <a:ext cx="21500" cy="20975"/>
            </a:xfrm>
            <a:custGeom>
              <a:rect b="b" l="l" r="r" t="t"/>
              <a:pathLst>
                <a:path extrusionOk="0" h="839" w="86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38"/>
            <p:cNvSpPr/>
            <p:nvPr/>
          </p:nvSpPr>
          <p:spPr>
            <a:xfrm>
              <a:off x="6740275" y="-813125"/>
              <a:ext cx="21500" cy="20975"/>
            </a:xfrm>
            <a:custGeom>
              <a:rect b="b" l="l" r="r" t="t"/>
              <a:pathLst>
                <a:path extrusionOk="0" fill="none" h="839" w="86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38"/>
            <p:cNvSpPr/>
            <p:nvPr/>
          </p:nvSpPr>
          <p:spPr>
            <a:xfrm>
              <a:off x="6768200" y="-802900"/>
              <a:ext cx="22600" cy="22050"/>
            </a:xfrm>
            <a:custGeom>
              <a:rect b="b" l="l" r="r" t="t"/>
              <a:pathLst>
                <a:path extrusionOk="0" h="882" w="904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38"/>
            <p:cNvSpPr/>
            <p:nvPr/>
          </p:nvSpPr>
          <p:spPr>
            <a:xfrm>
              <a:off x="6768200" y="-802900"/>
              <a:ext cx="22600" cy="22050"/>
            </a:xfrm>
            <a:custGeom>
              <a:rect b="b" l="l" r="r" t="t"/>
              <a:pathLst>
                <a:path extrusionOk="0" fill="none" h="882" w="904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38"/>
            <p:cNvSpPr/>
            <p:nvPr/>
          </p:nvSpPr>
          <p:spPr>
            <a:xfrm>
              <a:off x="6796700" y="-793225"/>
              <a:ext cx="22600" cy="23125"/>
            </a:xfrm>
            <a:custGeom>
              <a:rect b="b" l="l" r="r" t="t"/>
              <a:pathLst>
                <a:path extrusionOk="0" h="925" w="904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38"/>
            <p:cNvSpPr/>
            <p:nvPr/>
          </p:nvSpPr>
          <p:spPr>
            <a:xfrm>
              <a:off x="6796700" y="-793225"/>
              <a:ext cx="22600" cy="23125"/>
            </a:xfrm>
            <a:custGeom>
              <a:rect b="b" l="l" r="r" t="t"/>
              <a:pathLst>
                <a:path extrusionOk="0" fill="none" h="925" w="904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38"/>
            <p:cNvSpPr/>
            <p:nvPr/>
          </p:nvSpPr>
          <p:spPr>
            <a:xfrm>
              <a:off x="6825175" y="-783575"/>
              <a:ext cx="22600" cy="24750"/>
            </a:xfrm>
            <a:custGeom>
              <a:rect b="b" l="l" r="r" t="t"/>
              <a:pathLst>
                <a:path extrusionOk="0" h="990" w="904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38"/>
            <p:cNvSpPr/>
            <p:nvPr/>
          </p:nvSpPr>
          <p:spPr>
            <a:xfrm>
              <a:off x="6825175" y="-783575"/>
              <a:ext cx="22600" cy="24750"/>
            </a:xfrm>
            <a:custGeom>
              <a:rect b="b" l="l" r="r" t="t"/>
              <a:pathLst>
                <a:path extrusionOk="0" fill="none" h="990" w="904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38"/>
            <p:cNvSpPr/>
            <p:nvPr/>
          </p:nvSpPr>
          <p:spPr>
            <a:xfrm>
              <a:off x="6853650" y="-773350"/>
              <a:ext cx="22600" cy="25275"/>
            </a:xfrm>
            <a:custGeom>
              <a:rect b="b" l="l" r="r" t="t"/>
              <a:pathLst>
                <a:path extrusionOk="0" h="1011" w="904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38"/>
            <p:cNvSpPr/>
            <p:nvPr/>
          </p:nvSpPr>
          <p:spPr>
            <a:xfrm>
              <a:off x="6853650" y="-773350"/>
              <a:ext cx="22600" cy="25275"/>
            </a:xfrm>
            <a:custGeom>
              <a:rect b="b" l="l" r="r" t="t"/>
              <a:pathLst>
                <a:path extrusionOk="0" fill="none" h="1011" w="904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38"/>
            <p:cNvSpPr/>
            <p:nvPr/>
          </p:nvSpPr>
          <p:spPr>
            <a:xfrm>
              <a:off x="6882150" y="-763150"/>
              <a:ext cx="22600" cy="26375"/>
            </a:xfrm>
            <a:custGeom>
              <a:rect b="b" l="l" r="r" t="t"/>
              <a:pathLst>
                <a:path extrusionOk="0" h="1055" w="904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38"/>
            <p:cNvSpPr/>
            <p:nvPr/>
          </p:nvSpPr>
          <p:spPr>
            <a:xfrm>
              <a:off x="6882150" y="-763150"/>
              <a:ext cx="22600" cy="26375"/>
            </a:xfrm>
            <a:custGeom>
              <a:rect b="b" l="l" r="r" t="t"/>
              <a:pathLst>
                <a:path extrusionOk="0" fill="none" h="1055" w="904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38"/>
            <p:cNvSpPr/>
            <p:nvPr/>
          </p:nvSpPr>
          <p:spPr>
            <a:xfrm>
              <a:off x="6910625" y="-75292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38"/>
            <p:cNvSpPr/>
            <p:nvPr/>
          </p:nvSpPr>
          <p:spPr>
            <a:xfrm>
              <a:off x="6910625" y="-75292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38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38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38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h="1097" w="903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38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38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38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38"/>
            <p:cNvSpPr/>
            <p:nvPr/>
          </p:nvSpPr>
          <p:spPr>
            <a:xfrm>
              <a:off x="6603225" y="-860425"/>
              <a:ext cx="2175" cy="575"/>
            </a:xfrm>
            <a:custGeom>
              <a:rect b="b" l="l" r="r" t="t"/>
              <a:pathLst>
                <a:path extrusionOk="0" h="23" w="8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38"/>
            <p:cNvSpPr/>
            <p:nvPr/>
          </p:nvSpPr>
          <p:spPr>
            <a:xfrm>
              <a:off x="6603225" y="-860425"/>
              <a:ext cx="2175" cy="575"/>
            </a:xfrm>
            <a:custGeom>
              <a:rect b="b" l="l" r="r" t="t"/>
              <a:pathLst>
                <a:path extrusionOk="0" fill="none" h="23" w="8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38"/>
            <p:cNvSpPr/>
            <p:nvPr/>
          </p:nvSpPr>
          <p:spPr>
            <a:xfrm>
              <a:off x="7394850" y="-613200"/>
              <a:ext cx="445000" cy="118250"/>
            </a:xfrm>
            <a:custGeom>
              <a:rect b="b" l="l" r="r" t="t"/>
              <a:pathLst>
                <a:path extrusionOk="0" h="4730" w="1780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38"/>
            <p:cNvSpPr/>
            <p:nvPr/>
          </p:nvSpPr>
          <p:spPr>
            <a:xfrm>
              <a:off x="7394850" y="-613200"/>
              <a:ext cx="445000" cy="118250"/>
            </a:xfrm>
            <a:custGeom>
              <a:rect b="b" l="l" r="r" t="t"/>
              <a:pathLst>
                <a:path extrusionOk="0" fill="none" h="4730" w="1780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38"/>
            <p:cNvSpPr/>
            <p:nvPr/>
          </p:nvSpPr>
          <p:spPr>
            <a:xfrm>
              <a:off x="6045925" y="-987250"/>
              <a:ext cx="735750" cy="815300"/>
            </a:xfrm>
            <a:custGeom>
              <a:rect b="b" l="l" r="r" t="t"/>
              <a:pathLst>
                <a:path extrusionOk="0" h="32612" w="2943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38"/>
            <p:cNvSpPr/>
            <p:nvPr/>
          </p:nvSpPr>
          <p:spPr>
            <a:xfrm>
              <a:off x="7752225" y="-585800"/>
              <a:ext cx="394475" cy="311725"/>
            </a:xfrm>
            <a:custGeom>
              <a:rect b="b" l="l" r="r" t="t"/>
              <a:pathLst>
                <a:path extrusionOk="0" h="12469" w="15779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38"/>
            <p:cNvSpPr/>
            <p:nvPr/>
          </p:nvSpPr>
          <p:spPr>
            <a:xfrm>
              <a:off x="6164700" y="-980800"/>
              <a:ext cx="616975" cy="778200"/>
            </a:xfrm>
            <a:custGeom>
              <a:rect b="b" l="l" r="r" t="t"/>
              <a:pathLst>
                <a:path extrusionOk="0" h="31128" w="24679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38"/>
            <p:cNvSpPr/>
            <p:nvPr/>
          </p:nvSpPr>
          <p:spPr>
            <a:xfrm>
              <a:off x="6672000" y="-1371600"/>
              <a:ext cx="1656900" cy="461650"/>
            </a:xfrm>
            <a:custGeom>
              <a:rect b="b" l="l" r="r" t="t"/>
              <a:pathLst>
                <a:path extrusionOk="0" h="18466" w="66276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38"/>
            <p:cNvSpPr/>
            <p:nvPr/>
          </p:nvSpPr>
          <p:spPr>
            <a:xfrm>
              <a:off x="7603350" y="-837300"/>
              <a:ext cx="138675" cy="104275"/>
            </a:xfrm>
            <a:custGeom>
              <a:rect b="b" l="l" r="r" t="t"/>
              <a:pathLst>
                <a:path extrusionOk="0" h="4171" w="5547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38"/>
            <p:cNvSpPr/>
            <p:nvPr/>
          </p:nvSpPr>
          <p:spPr>
            <a:xfrm>
              <a:off x="7603350" y="-837300"/>
              <a:ext cx="138675" cy="104275"/>
            </a:xfrm>
            <a:custGeom>
              <a:rect b="b" l="l" r="r" t="t"/>
              <a:pathLst>
                <a:path extrusionOk="0" fill="none" h="4171" w="5547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38"/>
            <p:cNvSpPr/>
            <p:nvPr/>
          </p:nvSpPr>
          <p:spPr>
            <a:xfrm>
              <a:off x="7617325" y="-819575"/>
              <a:ext cx="147825" cy="62375"/>
            </a:xfrm>
            <a:custGeom>
              <a:rect b="b" l="l" r="r" t="t"/>
              <a:pathLst>
                <a:path extrusionOk="0" h="2495" w="5913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38"/>
            <p:cNvSpPr/>
            <p:nvPr/>
          </p:nvSpPr>
          <p:spPr>
            <a:xfrm>
              <a:off x="8113375" y="-611600"/>
              <a:ext cx="47300" cy="22600"/>
            </a:xfrm>
            <a:custGeom>
              <a:rect b="b" l="l" r="r" t="t"/>
              <a:pathLst>
                <a:path extrusionOk="0" h="904" w="1892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38"/>
            <p:cNvSpPr/>
            <p:nvPr/>
          </p:nvSpPr>
          <p:spPr>
            <a:xfrm>
              <a:off x="8113375" y="-611600"/>
              <a:ext cx="47300" cy="22600"/>
            </a:xfrm>
            <a:custGeom>
              <a:rect b="b" l="l" r="r" t="t"/>
              <a:pathLst>
                <a:path extrusionOk="0" fill="none" h="904" w="1892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38"/>
            <p:cNvSpPr/>
            <p:nvPr/>
          </p:nvSpPr>
          <p:spPr>
            <a:xfrm>
              <a:off x="7932250" y="-657275"/>
              <a:ext cx="228425" cy="68275"/>
            </a:xfrm>
            <a:custGeom>
              <a:rect b="b" l="l" r="r" t="t"/>
              <a:pathLst>
                <a:path extrusionOk="0" h="2731" w="9137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38"/>
            <p:cNvSpPr/>
            <p:nvPr/>
          </p:nvSpPr>
          <p:spPr>
            <a:xfrm>
              <a:off x="7932250" y="-657275"/>
              <a:ext cx="228425" cy="68275"/>
            </a:xfrm>
            <a:custGeom>
              <a:rect b="b" l="l" r="r" t="t"/>
              <a:pathLst>
                <a:path extrusionOk="0" fill="none" h="2731" w="9137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38"/>
            <p:cNvSpPr/>
            <p:nvPr/>
          </p:nvSpPr>
          <p:spPr>
            <a:xfrm>
              <a:off x="7973625" y="-669625"/>
              <a:ext cx="139775" cy="63425"/>
            </a:xfrm>
            <a:custGeom>
              <a:rect b="b" l="l" r="r" t="t"/>
              <a:pathLst>
                <a:path extrusionOk="0" h="2537" w="5591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38"/>
            <p:cNvSpPr/>
            <p:nvPr/>
          </p:nvSpPr>
          <p:spPr>
            <a:xfrm>
              <a:off x="7703325" y="-771750"/>
              <a:ext cx="289150" cy="141925"/>
            </a:xfrm>
            <a:custGeom>
              <a:rect b="b" l="l" r="r" t="t"/>
              <a:pathLst>
                <a:path extrusionOk="0" h="5677" w="11566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38"/>
            <p:cNvSpPr/>
            <p:nvPr/>
          </p:nvSpPr>
          <p:spPr>
            <a:xfrm>
              <a:off x="7703325" y="-771750"/>
              <a:ext cx="289150" cy="141925"/>
            </a:xfrm>
            <a:custGeom>
              <a:rect b="b" l="l" r="r" t="t"/>
              <a:pathLst>
                <a:path extrusionOk="0" fill="none" h="5677" w="11566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188" name="Google Shape;418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4075" y="1415825"/>
            <a:ext cx="3249125" cy="1981724"/>
          </a:xfrm>
          <a:prstGeom prst="rect">
            <a:avLst/>
          </a:prstGeom>
          <a:noFill/>
          <a:ln>
            <a:noFill/>
          </a:ln>
        </p:spPr>
      </p:pic>
      <p:sp>
        <p:nvSpPr>
          <p:cNvPr id="4189" name="Google Shape;4189;p38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4</a:t>
            </a:r>
            <a:endParaRPr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4190" name="Google Shape;4190;p38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4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4" name="Shape 4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5" name="Google Shape;4195;p39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Formulation</a:t>
            </a:r>
            <a:endParaRPr/>
          </a:p>
        </p:txBody>
      </p:sp>
      <p:sp>
        <p:nvSpPr>
          <p:cNvPr id="4196" name="Google Shape;4196;p39"/>
          <p:cNvSpPr txBox="1"/>
          <p:nvPr>
            <p:ph idx="1" type="body"/>
          </p:nvPr>
        </p:nvSpPr>
        <p:spPr>
          <a:xfrm>
            <a:off x="1067250" y="1028925"/>
            <a:ext cx="6929700" cy="3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Minimize the total weighted travel distance between airports and their assigned hubs, where weights reflect airport activity.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Select exactly 5 hubs.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Each airport is assigned to exactly one hub.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Airports can only be assigned to selected hubs.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 is to design an efficient hub-and-spoke network that reduces total travel distance while prioritizing high-travel airports as hubs. This does not mean that the highest-travel airports will automatically be chosen as hubs.</a:t>
            </a:r>
            <a:endParaRPr/>
          </a:p>
        </p:txBody>
      </p:sp>
      <p:sp>
        <p:nvSpPr>
          <p:cNvPr id="4197" name="Google Shape;4197;p39"/>
          <p:cNvSpPr/>
          <p:nvPr/>
        </p:nvSpPr>
        <p:spPr>
          <a:xfrm>
            <a:off x="881640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5</a:t>
            </a:r>
            <a:endParaRPr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4198" name="Google Shape;4198;p39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5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2" name="Shape 4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3" name="Google Shape;4203;p40"/>
          <p:cNvSpPr txBox="1"/>
          <p:nvPr>
            <p:ph idx="4" type="title"/>
          </p:nvPr>
        </p:nvSpPr>
        <p:spPr>
          <a:xfrm>
            <a:off x="719925" y="2168104"/>
            <a:ext cx="25056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Simplified Demand </a:t>
            </a:r>
            <a:r>
              <a:rPr lang="en"/>
              <a:t>Approximation</a:t>
            </a:r>
            <a:endParaRPr/>
          </a:p>
        </p:txBody>
      </p:sp>
      <p:sp>
        <p:nvSpPr>
          <p:cNvPr id="4204" name="Google Shape;4204;p40"/>
          <p:cNvSpPr txBox="1"/>
          <p:nvPr>
            <p:ph idx="5" type="title"/>
          </p:nvPr>
        </p:nvSpPr>
        <p:spPr>
          <a:xfrm>
            <a:off x="3319199" y="2168104"/>
            <a:ext cx="25056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Distance-Only Cost Measure</a:t>
            </a:r>
            <a:endParaRPr/>
          </a:p>
        </p:txBody>
      </p:sp>
      <p:sp>
        <p:nvSpPr>
          <p:cNvPr id="4205" name="Google Shape;4205;p40"/>
          <p:cNvSpPr txBox="1"/>
          <p:nvPr>
            <p:ph idx="6" type="title"/>
          </p:nvPr>
        </p:nvSpPr>
        <p:spPr>
          <a:xfrm>
            <a:off x="5569413" y="2168091"/>
            <a:ext cx="32037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Capacity or Operational Constraints</a:t>
            </a:r>
            <a:endParaRPr/>
          </a:p>
        </p:txBody>
      </p:sp>
      <p:sp>
        <p:nvSpPr>
          <p:cNvPr id="4206" name="Google Shape;4206;p40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Limitations</a:t>
            </a:r>
            <a:endParaRPr/>
          </a:p>
        </p:txBody>
      </p:sp>
      <p:sp>
        <p:nvSpPr>
          <p:cNvPr id="4207" name="Google Shape;4207;p40"/>
          <p:cNvSpPr txBox="1"/>
          <p:nvPr>
            <p:ph idx="1" type="subTitle"/>
          </p:nvPr>
        </p:nvSpPr>
        <p:spPr>
          <a:xfrm>
            <a:off x="721879" y="2808650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Demand is estimated using route activity not passenger data, which may not be fully reflective of true traffic patterns.</a:t>
            </a:r>
            <a:endParaRPr/>
          </a:p>
        </p:txBody>
      </p:sp>
      <p:sp>
        <p:nvSpPr>
          <p:cNvPr id="4208" name="Google Shape;4208;p40"/>
          <p:cNvSpPr txBox="1"/>
          <p:nvPr>
            <p:ph idx="2" type="subTitle"/>
          </p:nvPr>
        </p:nvSpPr>
        <p:spPr>
          <a:xfrm>
            <a:off x="3321150" y="2808650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 minimizes geographic distance but does not account for cost, flight frequency, or airlines operational constraints.</a:t>
            </a:r>
            <a:endParaRPr/>
          </a:p>
        </p:txBody>
      </p:sp>
      <p:sp>
        <p:nvSpPr>
          <p:cNvPr id="4209" name="Google Shape;4209;p40"/>
          <p:cNvSpPr txBox="1"/>
          <p:nvPr>
            <p:ph idx="3" type="subTitle"/>
          </p:nvPr>
        </p:nvSpPr>
        <p:spPr>
          <a:xfrm>
            <a:off x="5920421" y="2808650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Airports are assumed to handle unlimited traffic; congestion, runway limits, and sheduling are not considered.</a:t>
            </a:r>
            <a:endParaRPr/>
          </a:p>
        </p:txBody>
      </p:sp>
      <p:sp>
        <p:nvSpPr>
          <p:cNvPr id="4210" name="Google Shape;4210;p40"/>
          <p:cNvSpPr/>
          <p:nvPr/>
        </p:nvSpPr>
        <p:spPr>
          <a:xfrm>
            <a:off x="1593229" y="1247308"/>
            <a:ext cx="759000" cy="759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1" name="Google Shape;4211;p40"/>
          <p:cNvSpPr/>
          <p:nvPr/>
        </p:nvSpPr>
        <p:spPr>
          <a:xfrm>
            <a:off x="4192500" y="1247308"/>
            <a:ext cx="759000" cy="759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2" name="Google Shape;4212;p40"/>
          <p:cNvSpPr/>
          <p:nvPr/>
        </p:nvSpPr>
        <p:spPr>
          <a:xfrm>
            <a:off x="6791771" y="1247308"/>
            <a:ext cx="759000" cy="759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3" name="Google Shape;4213;p40"/>
          <p:cNvSpPr/>
          <p:nvPr/>
        </p:nvSpPr>
        <p:spPr>
          <a:xfrm>
            <a:off x="1804992" y="1459058"/>
            <a:ext cx="335475" cy="335500"/>
          </a:xfrm>
          <a:custGeom>
            <a:rect b="b" l="l" r="r" t="t"/>
            <a:pathLst>
              <a:path extrusionOk="0" h="13420" w="13419">
                <a:moveTo>
                  <a:pt x="12114" y="1"/>
                </a:moveTo>
                <a:lnTo>
                  <a:pt x="11835" y="47"/>
                </a:lnTo>
                <a:lnTo>
                  <a:pt x="11602" y="94"/>
                </a:lnTo>
                <a:lnTo>
                  <a:pt x="11369" y="234"/>
                </a:lnTo>
                <a:lnTo>
                  <a:pt x="11182" y="420"/>
                </a:lnTo>
                <a:lnTo>
                  <a:pt x="8433" y="3262"/>
                </a:lnTo>
                <a:lnTo>
                  <a:pt x="1724" y="1072"/>
                </a:lnTo>
                <a:lnTo>
                  <a:pt x="326" y="2470"/>
                </a:lnTo>
                <a:lnTo>
                  <a:pt x="5917" y="5918"/>
                </a:lnTo>
                <a:lnTo>
                  <a:pt x="3075" y="8853"/>
                </a:lnTo>
                <a:lnTo>
                  <a:pt x="1258" y="8574"/>
                </a:lnTo>
                <a:lnTo>
                  <a:pt x="0" y="9832"/>
                </a:lnTo>
                <a:lnTo>
                  <a:pt x="2656" y="10763"/>
                </a:lnTo>
                <a:lnTo>
                  <a:pt x="3588" y="13419"/>
                </a:lnTo>
                <a:lnTo>
                  <a:pt x="4846" y="12161"/>
                </a:lnTo>
                <a:lnTo>
                  <a:pt x="4566" y="10344"/>
                </a:lnTo>
                <a:lnTo>
                  <a:pt x="7502" y="7502"/>
                </a:lnTo>
                <a:lnTo>
                  <a:pt x="10949" y="13093"/>
                </a:lnTo>
                <a:lnTo>
                  <a:pt x="12347" y="11695"/>
                </a:lnTo>
                <a:lnTo>
                  <a:pt x="10157" y="4986"/>
                </a:lnTo>
                <a:lnTo>
                  <a:pt x="13000" y="2237"/>
                </a:lnTo>
                <a:lnTo>
                  <a:pt x="13186" y="2051"/>
                </a:lnTo>
                <a:lnTo>
                  <a:pt x="13326" y="1818"/>
                </a:lnTo>
                <a:lnTo>
                  <a:pt x="13372" y="1585"/>
                </a:lnTo>
                <a:lnTo>
                  <a:pt x="13419" y="1305"/>
                </a:lnTo>
                <a:lnTo>
                  <a:pt x="13372" y="1072"/>
                </a:lnTo>
                <a:lnTo>
                  <a:pt x="13326" y="839"/>
                </a:lnTo>
                <a:lnTo>
                  <a:pt x="13186" y="606"/>
                </a:lnTo>
                <a:lnTo>
                  <a:pt x="13046" y="373"/>
                </a:lnTo>
                <a:lnTo>
                  <a:pt x="12813" y="234"/>
                </a:lnTo>
                <a:lnTo>
                  <a:pt x="12580" y="94"/>
                </a:lnTo>
                <a:lnTo>
                  <a:pt x="12347" y="47"/>
                </a:lnTo>
                <a:lnTo>
                  <a:pt x="1211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14" name="Google Shape;4214;p40"/>
          <p:cNvGrpSpPr/>
          <p:nvPr/>
        </p:nvGrpSpPr>
        <p:grpSpPr>
          <a:xfrm>
            <a:off x="4404250" y="1497508"/>
            <a:ext cx="335500" cy="258600"/>
            <a:chOff x="4769200" y="2031650"/>
            <a:chExt cx="335500" cy="258600"/>
          </a:xfrm>
        </p:grpSpPr>
        <p:sp>
          <p:nvSpPr>
            <p:cNvPr id="4215" name="Google Shape;4215;p40"/>
            <p:cNvSpPr/>
            <p:nvPr/>
          </p:nvSpPr>
          <p:spPr>
            <a:xfrm>
              <a:off x="4789000" y="2031650"/>
              <a:ext cx="315700" cy="172400"/>
            </a:xfrm>
            <a:custGeom>
              <a:rect b="b" l="l" r="r" t="t"/>
              <a:pathLst>
                <a:path extrusionOk="0" h="6896" w="12628">
                  <a:moveTo>
                    <a:pt x="5079" y="0"/>
                  </a:moveTo>
                  <a:lnTo>
                    <a:pt x="3216" y="1072"/>
                  </a:lnTo>
                  <a:lnTo>
                    <a:pt x="5592" y="3588"/>
                  </a:lnTo>
                  <a:lnTo>
                    <a:pt x="2703" y="5358"/>
                  </a:lnTo>
                  <a:lnTo>
                    <a:pt x="1305" y="4753"/>
                  </a:lnTo>
                  <a:lnTo>
                    <a:pt x="1" y="5498"/>
                  </a:lnTo>
                  <a:lnTo>
                    <a:pt x="1911" y="6803"/>
                  </a:lnTo>
                  <a:lnTo>
                    <a:pt x="3542" y="6896"/>
                  </a:lnTo>
                  <a:lnTo>
                    <a:pt x="12068" y="2190"/>
                  </a:lnTo>
                  <a:lnTo>
                    <a:pt x="12255" y="2050"/>
                  </a:lnTo>
                  <a:lnTo>
                    <a:pt x="12394" y="1911"/>
                  </a:lnTo>
                  <a:lnTo>
                    <a:pt x="12534" y="1724"/>
                  </a:lnTo>
                  <a:lnTo>
                    <a:pt x="12581" y="1538"/>
                  </a:lnTo>
                  <a:lnTo>
                    <a:pt x="12627" y="1351"/>
                  </a:lnTo>
                  <a:lnTo>
                    <a:pt x="12627" y="1118"/>
                  </a:lnTo>
                  <a:lnTo>
                    <a:pt x="12581" y="932"/>
                  </a:lnTo>
                  <a:lnTo>
                    <a:pt x="12487" y="699"/>
                  </a:lnTo>
                  <a:lnTo>
                    <a:pt x="12348" y="513"/>
                  </a:lnTo>
                  <a:lnTo>
                    <a:pt x="12208" y="373"/>
                  </a:lnTo>
                  <a:lnTo>
                    <a:pt x="12022" y="280"/>
                  </a:lnTo>
                  <a:lnTo>
                    <a:pt x="11835" y="187"/>
                  </a:lnTo>
                  <a:lnTo>
                    <a:pt x="11416" y="187"/>
                  </a:lnTo>
                  <a:lnTo>
                    <a:pt x="11229" y="233"/>
                  </a:lnTo>
                  <a:lnTo>
                    <a:pt x="10997" y="326"/>
                  </a:lnTo>
                  <a:lnTo>
                    <a:pt x="8201" y="2050"/>
                  </a:lnTo>
                  <a:lnTo>
                    <a:pt x="50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40"/>
            <p:cNvSpPr/>
            <p:nvPr/>
          </p:nvSpPr>
          <p:spPr>
            <a:xfrm>
              <a:off x="4769200" y="2270425"/>
              <a:ext cx="298225" cy="19825"/>
            </a:xfrm>
            <a:custGeom>
              <a:rect b="b" l="l" r="r" t="t"/>
              <a:pathLst>
                <a:path extrusionOk="0" h="793" w="11929">
                  <a:moveTo>
                    <a:pt x="1" y="1"/>
                  </a:moveTo>
                  <a:lnTo>
                    <a:pt x="1" y="793"/>
                  </a:lnTo>
                  <a:lnTo>
                    <a:pt x="11928" y="793"/>
                  </a:lnTo>
                  <a:lnTo>
                    <a:pt x="119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7" name="Google Shape;4217;p40"/>
          <p:cNvGrpSpPr/>
          <p:nvPr/>
        </p:nvGrpSpPr>
        <p:grpSpPr>
          <a:xfrm>
            <a:off x="7003533" y="1490508"/>
            <a:ext cx="335475" cy="272600"/>
            <a:chOff x="5525175" y="2024650"/>
            <a:chExt cx="335475" cy="272600"/>
          </a:xfrm>
        </p:grpSpPr>
        <p:sp>
          <p:nvSpPr>
            <p:cNvPr id="4218" name="Google Shape;4218;p40"/>
            <p:cNvSpPr/>
            <p:nvPr/>
          </p:nvSpPr>
          <p:spPr>
            <a:xfrm>
              <a:off x="5525175" y="2024650"/>
              <a:ext cx="300525" cy="194550"/>
            </a:xfrm>
            <a:custGeom>
              <a:rect b="b" l="l" r="r" t="t"/>
              <a:pathLst>
                <a:path extrusionOk="0" h="7782" w="12021">
                  <a:moveTo>
                    <a:pt x="5545" y="1"/>
                  </a:moveTo>
                  <a:lnTo>
                    <a:pt x="5172" y="3542"/>
                  </a:lnTo>
                  <a:lnTo>
                    <a:pt x="1864" y="2423"/>
                  </a:lnTo>
                  <a:lnTo>
                    <a:pt x="1444" y="933"/>
                  </a:lnTo>
                  <a:lnTo>
                    <a:pt x="0" y="373"/>
                  </a:lnTo>
                  <a:lnTo>
                    <a:pt x="233" y="2796"/>
                  </a:lnTo>
                  <a:lnTo>
                    <a:pt x="1258" y="4101"/>
                  </a:lnTo>
                  <a:lnTo>
                    <a:pt x="10530" y="7688"/>
                  </a:lnTo>
                  <a:lnTo>
                    <a:pt x="10763" y="7782"/>
                  </a:lnTo>
                  <a:lnTo>
                    <a:pt x="10996" y="7782"/>
                  </a:lnTo>
                  <a:lnTo>
                    <a:pt x="11182" y="7735"/>
                  </a:lnTo>
                  <a:lnTo>
                    <a:pt x="11369" y="7688"/>
                  </a:lnTo>
                  <a:lnTo>
                    <a:pt x="11555" y="7595"/>
                  </a:lnTo>
                  <a:lnTo>
                    <a:pt x="11741" y="7455"/>
                  </a:lnTo>
                  <a:lnTo>
                    <a:pt x="11881" y="7269"/>
                  </a:lnTo>
                  <a:lnTo>
                    <a:pt x="11974" y="7083"/>
                  </a:lnTo>
                  <a:lnTo>
                    <a:pt x="12021" y="6850"/>
                  </a:lnTo>
                  <a:lnTo>
                    <a:pt x="12021" y="6617"/>
                  </a:lnTo>
                  <a:lnTo>
                    <a:pt x="12021" y="6430"/>
                  </a:lnTo>
                  <a:lnTo>
                    <a:pt x="11928" y="6197"/>
                  </a:lnTo>
                  <a:lnTo>
                    <a:pt x="11834" y="6011"/>
                  </a:lnTo>
                  <a:lnTo>
                    <a:pt x="11695" y="5871"/>
                  </a:lnTo>
                  <a:lnTo>
                    <a:pt x="11508" y="5732"/>
                  </a:lnTo>
                  <a:lnTo>
                    <a:pt x="11275" y="5638"/>
                  </a:lnTo>
                  <a:lnTo>
                    <a:pt x="8107" y="4567"/>
                  </a:lnTo>
                  <a:lnTo>
                    <a:pt x="7641" y="793"/>
                  </a:lnTo>
                  <a:lnTo>
                    <a:pt x="55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40"/>
            <p:cNvSpPr/>
            <p:nvPr/>
          </p:nvSpPr>
          <p:spPr>
            <a:xfrm>
              <a:off x="5562425" y="2277425"/>
              <a:ext cx="298225" cy="19825"/>
            </a:xfrm>
            <a:custGeom>
              <a:rect b="b" l="l" r="r" t="t"/>
              <a:pathLst>
                <a:path extrusionOk="0" h="793" w="11929">
                  <a:moveTo>
                    <a:pt x="1" y="0"/>
                  </a:moveTo>
                  <a:lnTo>
                    <a:pt x="1" y="792"/>
                  </a:lnTo>
                  <a:lnTo>
                    <a:pt x="11929" y="792"/>
                  </a:lnTo>
                  <a:lnTo>
                    <a:pt x="119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40"/>
            <p:cNvSpPr/>
            <p:nvPr/>
          </p:nvSpPr>
          <p:spPr>
            <a:xfrm>
              <a:off x="5557775" y="2155100"/>
              <a:ext cx="39625" cy="39650"/>
            </a:xfrm>
            <a:custGeom>
              <a:rect b="b" l="l" r="r" t="t"/>
              <a:pathLst>
                <a:path extrusionOk="0" h="1586" w="1585">
                  <a:moveTo>
                    <a:pt x="653" y="1"/>
                  </a:moveTo>
                  <a:lnTo>
                    <a:pt x="467" y="48"/>
                  </a:lnTo>
                  <a:lnTo>
                    <a:pt x="373" y="141"/>
                  </a:lnTo>
                  <a:lnTo>
                    <a:pt x="234" y="234"/>
                  </a:lnTo>
                  <a:lnTo>
                    <a:pt x="140" y="327"/>
                  </a:lnTo>
                  <a:lnTo>
                    <a:pt x="47" y="467"/>
                  </a:lnTo>
                  <a:lnTo>
                    <a:pt x="1" y="607"/>
                  </a:lnTo>
                  <a:lnTo>
                    <a:pt x="1" y="793"/>
                  </a:lnTo>
                  <a:lnTo>
                    <a:pt x="1" y="933"/>
                  </a:lnTo>
                  <a:lnTo>
                    <a:pt x="47" y="1073"/>
                  </a:lnTo>
                  <a:lnTo>
                    <a:pt x="140" y="1212"/>
                  </a:lnTo>
                  <a:lnTo>
                    <a:pt x="234" y="1352"/>
                  </a:lnTo>
                  <a:lnTo>
                    <a:pt x="373" y="1445"/>
                  </a:lnTo>
                  <a:lnTo>
                    <a:pt x="467" y="1492"/>
                  </a:lnTo>
                  <a:lnTo>
                    <a:pt x="653" y="1539"/>
                  </a:lnTo>
                  <a:lnTo>
                    <a:pt x="793" y="1585"/>
                  </a:lnTo>
                  <a:lnTo>
                    <a:pt x="932" y="1539"/>
                  </a:lnTo>
                  <a:lnTo>
                    <a:pt x="1119" y="1492"/>
                  </a:lnTo>
                  <a:lnTo>
                    <a:pt x="1212" y="1445"/>
                  </a:lnTo>
                  <a:lnTo>
                    <a:pt x="1352" y="1352"/>
                  </a:lnTo>
                  <a:lnTo>
                    <a:pt x="1445" y="1212"/>
                  </a:lnTo>
                  <a:lnTo>
                    <a:pt x="1492" y="1073"/>
                  </a:lnTo>
                  <a:lnTo>
                    <a:pt x="1538" y="933"/>
                  </a:lnTo>
                  <a:lnTo>
                    <a:pt x="1585" y="793"/>
                  </a:lnTo>
                  <a:lnTo>
                    <a:pt x="1538" y="607"/>
                  </a:lnTo>
                  <a:lnTo>
                    <a:pt x="1492" y="467"/>
                  </a:lnTo>
                  <a:lnTo>
                    <a:pt x="1445" y="327"/>
                  </a:lnTo>
                  <a:lnTo>
                    <a:pt x="1352" y="234"/>
                  </a:lnTo>
                  <a:lnTo>
                    <a:pt x="1212" y="141"/>
                  </a:lnTo>
                  <a:lnTo>
                    <a:pt x="1119" y="48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40"/>
            <p:cNvSpPr/>
            <p:nvPr/>
          </p:nvSpPr>
          <p:spPr>
            <a:xfrm>
              <a:off x="5606700" y="2172575"/>
              <a:ext cx="39625" cy="39625"/>
            </a:xfrm>
            <a:custGeom>
              <a:rect b="b" l="l" r="r" t="t"/>
              <a:pathLst>
                <a:path extrusionOk="0" h="1585" w="1585">
                  <a:moveTo>
                    <a:pt x="653" y="1"/>
                  </a:moveTo>
                  <a:lnTo>
                    <a:pt x="466" y="47"/>
                  </a:lnTo>
                  <a:lnTo>
                    <a:pt x="327" y="141"/>
                  </a:lnTo>
                  <a:lnTo>
                    <a:pt x="233" y="234"/>
                  </a:lnTo>
                  <a:lnTo>
                    <a:pt x="140" y="374"/>
                  </a:lnTo>
                  <a:lnTo>
                    <a:pt x="47" y="467"/>
                  </a:lnTo>
                  <a:lnTo>
                    <a:pt x="0" y="653"/>
                  </a:lnTo>
                  <a:lnTo>
                    <a:pt x="0" y="793"/>
                  </a:lnTo>
                  <a:lnTo>
                    <a:pt x="0" y="933"/>
                  </a:lnTo>
                  <a:lnTo>
                    <a:pt x="47" y="1119"/>
                  </a:lnTo>
                  <a:lnTo>
                    <a:pt x="140" y="1212"/>
                  </a:lnTo>
                  <a:lnTo>
                    <a:pt x="233" y="1352"/>
                  </a:lnTo>
                  <a:lnTo>
                    <a:pt x="327" y="1445"/>
                  </a:lnTo>
                  <a:lnTo>
                    <a:pt x="466" y="1492"/>
                  </a:lnTo>
                  <a:lnTo>
                    <a:pt x="653" y="1538"/>
                  </a:lnTo>
                  <a:lnTo>
                    <a:pt x="793" y="1585"/>
                  </a:lnTo>
                  <a:lnTo>
                    <a:pt x="932" y="1538"/>
                  </a:lnTo>
                  <a:lnTo>
                    <a:pt x="1072" y="1492"/>
                  </a:lnTo>
                  <a:lnTo>
                    <a:pt x="1212" y="1445"/>
                  </a:lnTo>
                  <a:lnTo>
                    <a:pt x="1352" y="1352"/>
                  </a:lnTo>
                  <a:lnTo>
                    <a:pt x="1445" y="1212"/>
                  </a:lnTo>
                  <a:lnTo>
                    <a:pt x="1491" y="1119"/>
                  </a:lnTo>
                  <a:lnTo>
                    <a:pt x="1538" y="933"/>
                  </a:lnTo>
                  <a:lnTo>
                    <a:pt x="1585" y="793"/>
                  </a:lnTo>
                  <a:lnTo>
                    <a:pt x="1538" y="653"/>
                  </a:lnTo>
                  <a:lnTo>
                    <a:pt x="1491" y="467"/>
                  </a:lnTo>
                  <a:lnTo>
                    <a:pt x="1445" y="374"/>
                  </a:lnTo>
                  <a:lnTo>
                    <a:pt x="1352" y="234"/>
                  </a:lnTo>
                  <a:lnTo>
                    <a:pt x="1212" y="141"/>
                  </a:lnTo>
                  <a:lnTo>
                    <a:pt x="1072" y="47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40"/>
            <p:cNvSpPr/>
            <p:nvPr/>
          </p:nvSpPr>
          <p:spPr>
            <a:xfrm>
              <a:off x="5716200" y="221452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792" y="0"/>
                  </a:moveTo>
                  <a:lnTo>
                    <a:pt x="606" y="47"/>
                  </a:lnTo>
                  <a:lnTo>
                    <a:pt x="466" y="93"/>
                  </a:lnTo>
                  <a:lnTo>
                    <a:pt x="326" y="140"/>
                  </a:lnTo>
                  <a:lnTo>
                    <a:pt x="233" y="233"/>
                  </a:lnTo>
                  <a:lnTo>
                    <a:pt x="140" y="373"/>
                  </a:lnTo>
                  <a:lnTo>
                    <a:pt x="47" y="513"/>
                  </a:lnTo>
                  <a:lnTo>
                    <a:pt x="0" y="652"/>
                  </a:lnTo>
                  <a:lnTo>
                    <a:pt x="0" y="792"/>
                  </a:lnTo>
                  <a:lnTo>
                    <a:pt x="0" y="979"/>
                  </a:lnTo>
                  <a:lnTo>
                    <a:pt x="47" y="1118"/>
                  </a:lnTo>
                  <a:lnTo>
                    <a:pt x="140" y="1258"/>
                  </a:lnTo>
                  <a:lnTo>
                    <a:pt x="233" y="1351"/>
                  </a:lnTo>
                  <a:lnTo>
                    <a:pt x="326" y="1445"/>
                  </a:lnTo>
                  <a:lnTo>
                    <a:pt x="466" y="1538"/>
                  </a:lnTo>
                  <a:lnTo>
                    <a:pt x="606" y="1584"/>
                  </a:lnTo>
                  <a:lnTo>
                    <a:pt x="932" y="1584"/>
                  </a:lnTo>
                  <a:lnTo>
                    <a:pt x="1072" y="1538"/>
                  </a:lnTo>
                  <a:lnTo>
                    <a:pt x="1212" y="1445"/>
                  </a:lnTo>
                  <a:lnTo>
                    <a:pt x="1351" y="1351"/>
                  </a:lnTo>
                  <a:lnTo>
                    <a:pt x="1445" y="1258"/>
                  </a:lnTo>
                  <a:lnTo>
                    <a:pt x="1491" y="1118"/>
                  </a:lnTo>
                  <a:lnTo>
                    <a:pt x="1538" y="979"/>
                  </a:lnTo>
                  <a:lnTo>
                    <a:pt x="1538" y="792"/>
                  </a:lnTo>
                  <a:lnTo>
                    <a:pt x="1538" y="652"/>
                  </a:lnTo>
                  <a:lnTo>
                    <a:pt x="1491" y="513"/>
                  </a:lnTo>
                  <a:lnTo>
                    <a:pt x="1445" y="373"/>
                  </a:lnTo>
                  <a:lnTo>
                    <a:pt x="1351" y="233"/>
                  </a:lnTo>
                  <a:lnTo>
                    <a:pt x="1212" y="140"/>
                  </a:lnTo>
                  <a:lnTo>
                    <a:pt x="1072" y="93"/>
                  </a:lnTo>
                  <a:lnTo>
                    <a:pt x="932" y="47"/>
                  </a:lnTo>
                  <a:lnTo>
                    <a:pt x="7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23" name="Google Shape;4223;p40"/>
          <p:cNvGrpSpPr/>
          <p:nvPr/>
        </p:nvGrpSpPr>
        <p:grpSpPr>
          <a:xfrm flipH="1">
            <a:off x="249619" y="1167791"/>
            <a:ext cx="1143167" cy="451268"/>
            <a:chOff x="5454775" y="-1447800"/>
            <a:chExt cx="3232025" cy="1275850"/>
          </a:xfrm>
        </p:grpSpPr>
        <p:sp>
          <p:nvSpPr>
            <p:cNvPr id="4224" name="Google Shape;4224;p40"/>
            <p:cNvSpPr/>
            <p:nvPr/>
          </p:nvSpPr>
          <p:spPr>
            <a:xfrm>
              <a:off x="6602150" y="-685750"/>
              <a:ext cx="252600" cy="513800"/>
            </a:xfrm>
            <a:custGeom>
              <a:rect b="b" l="l" r="r" t="t"/>
              <a:pathLst>
                <a:path extrusionOk="0" h="20552" w="10104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40"/>
            <p:cNvSpPr/>
            <p:nvPr/>
          </p:nvSpPr>
          <p:spPr>
            <a:xfrm>
              <a:off x="6602150" y="-685750"/>
              <a:ext cx="252600" cy="513800"/>
            </a:xfrm>
            <a:custGeom>
              <a:rect b="b" l="l" r="r" t="t"/>
              <a:pathLst>
                <a:path extrusionOk="0" h="20552" w="10104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40"/>
            <p:cNvSpPr/>
            <p:nvPr/>
          </p:nvSpPr>
          <p:spPr>
            <a:xfrm>
              <a:off x="7163750" y="-1223175"/>
              <a:ext cx="698675" cy="294000"/>
            </a:xfrm>
            <a:custGeom>
              <a:rect b="b" l="l" r="r" t="t"/>
              <a:pathLst>
                <a:path extrusionOk="0" h="11760" w="27947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40"/>
            <p:cNvSpPr/>
            <p:nvPr/>
          </p:nvSpPr>
          <p:spPr>
            <a:xfrm>
              <a:off x="7163750" y="-1223175"/>
              <a:ext cx="698675" cy="294000"/>
            </a:xfrm>
            <a:custGeom>
              <a:rect b="b" l="l" r="r" t="t"/>
              <a:pathLst>
                <a:path extrusionOk="0" h="11760" w="27947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40"/>
            <p:cNvSpPr/>
            <p:nvPr/>
          </p:nvSpPr>
          <p:spPr>
            <a:xfrm>
              <a:off x="7169125" y="-1359675"/>
              <a:ext cx="489075" cy="148350"/>
            </a:xfrm>
            <a:custGeom>
              <a:rect b="b" l="l" r="r" t="t"/>
              <a:pathLst>
                <a:path extrusionOk="0" h="5934" w="19563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40"/>
            <p:cNvSpPr/>
            <p:nvPr/>
          </p:nvSpPr>
          <p:spPr>
            <a:xfrm>
              <a:off x="6634925" y="-1230150"/>
              <a:ext cx="489075" cy="148350"/>
            </a:xfrm>
            <a:custGeom>
              <a:rect b="b" l="l" r="r" t="t"/>
              <a:pathLst>
                <a:path extrusionOk="0" h="5934" w="19563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40"/>
            <p:cNvSpPr/>
            <p:nvPr/>
          </p:nvSpPr>
          <p:spPr>
            <a:xfrm>
              <a:off x="7169125" y="-1317750"/>
              <a:ext cx="489075" cy="106425"/>
            </a:xfrm>
            <a:custGeom>
              <a:rect b="b" l="l" r="r" t="t"/>
              <a:pathLst>
                <a:path extrusionOk="0" h="4257" w="19563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40"/>
            <p:cNvSpPr/>
            <p:nvPr/>
          </p:nvSpPr>
          <p:spPr>
            <a:xfrm>
              <a:off x="6637075" y="-1200600"/>
              <a:ext cx="486925" cy="98375"/>
            </a:xfrm>
            <a:custGeom>
              <a:rect b="b" l="l" r="r" t="t"/>
              <a:pathLst>
                <a:path extrusionOk="0" h="3935" w="19477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40"/>
            <p:cNvSpPr/>
            <p:nvPr/>
          </p:nvSpPr>
          <p:spPr>
            <a:xfrm>
              <a:off x="6059900" y="-765300"/>
              <a:ext cx="419750" cy="224125"/>
            </a:xfrm>
            <a:custGeom>
              <a:rect b="b" l="l" r="r" t="t"/>
              <a:pathLst>
                <a:path extrusionOk="0" h="8965" w="1679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40"/>
            <p:cNvSpPr/>
            <p:nvPr/>
          </p:nvSpPr>
          <p:spPr>
            <a:xfrm>
              <a:off x="6124925" y="-528300"/>
              <a:ext cx="420275" cy="223600"/>
            </a:xfrm>
            <a:custGeom>
              <a:rect b="b" l="l" r="r" t="t"/>
              <a:pathLst>
                <a:path extrusionOk="0" h="8944" w="16811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40"/>
            <p:cNvSpPr/>
            <p:nvPr/>
          </p:nvSpPr>
          <p:spPr>
            <a:xfrm>
              <a:off x="6188875" y="-758850"/>
              <a:ext cx="290775" cy="217675"/>
            </a:xfrm>
            <a:custGeom>
              <a:rect b="b" l="l" r="r" t="t"/>
              <a:pathLst>
                <a:path extrusionOk="0" h="8707" w="11631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40"/>
            <p:cNvSpPr/>
            <p:nvPr/>
          </p:nvSpPr>
          <p:spPr>
            <a:xfrm>
              <a:off x="6298500" y="-511625"/>
              <a:ext cx="246700" cy="206925"/>
            </a:xfrm>
            <a:custGeom>
              <a:rect b="b" l="l" r="r" t="t"/>
              <a:pathLst>
                <a:path extrusionOk="0" h="8277" w="9868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40"/>
            <p:cNvSpPr/>
            <p:nvPr/>
          </p:nvSpPr>
          <p:spPr>
            <a:xfrm>
              <a:off x="7983850" y="-790550"/>
              <a:ext cx="702950" cy="257450"/>
            </a:xfrm>
            <a:custGeom>
              <a:rect b="b" l="l" r="r" t="t"/>
              <a:pathLst>
                <a:path extrusionOk="0" h="10298" w="28118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40"/>
            <p:cNvSpPr/>
            <p:nvPr/>
          </p:nvSpPr>
          <p:spPr>
            <a:xfrm>
              <a:off x="7983850" y="-790550"/>
              <a:ext cx="702950" cy="257450"/>
            </a:xfrm>
            <a:custGeom>
              <a:rect b="b" l="l" r="r" t="t"/>
              <a:pathLst>
                <a:path extrusionOk="0" fill="none" h="10298" w="28118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40"/>
            <p:cNvSpPr/>
            <p:nvPr/>
          </p:nvSpPr>
          <p:spPr>
            <a:xfrm>
              <a:off x="5454775" y="-1404825"/>
              <a:ext cx="2837025" cy="933525"/>
            </a:xfrm>
            <a:custGeom>
              <a:rect b="b" l="l" r="r" t="t"/>
              <a:pathLst>
                <a:path extrusionOk="0" h="37341" w="113481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40"/>
            <p:cNvSpPr/>
            <p:nvPr/>
          </p:nvSpPr>
          <p:spPr>
            <a:xfrm>
              <a:off x="5454775" y="-1404825"/>
              <a:ext cx="2837025" cy="933525"/>
            </a:xfrm>
            <a:custGeom>
              <a:rect b="b" l="l" r="r" t="t"/>
              <a:pathLst>
                <a:path extrusionOk="0" fill="none" h="37341" w="113481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40"/>
            <p:cNvSpPr/>
            <p:nvPr/>
          </p:nvSpPr>
          <p:spPr>
            <a:xfrm>
              <a:off x="7617325" y="-1163525"/>
              <a:ext cx="835175" cy="557325"/>
            </a:xfrm>
            <a:custGeom>
              <a:rect b="b" l="l" r="r" t="t"/>
              <a:pathLst>
                <a:path extrusionOk="0" h="22293" w="33407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40"/>
            <p:cNvSpPr/>
            <p:nvPr/>
          </p:nvSpPr>
          <p:spPr>
            <a:xfrm>
              <a:off x="6672000" y="-1447800"/>
              <a:ext cx="1656900" cy="461650"/>
            </a:xfrm>
            <a:custGeom>
              <a:rect b="b" l="l" r="r" t="t"/>
              <a:pathLst>
                <a:path extrusionOk="0" h="18466" w="66276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40"/>
            <p:cNvSpPr/>
            <p:nvPr/>
          </p:nvSpPr>
          <p:spPr>
            <a:xfrm>
              <a:off x="5536975" y="-1344100"/>
              <a:ext cx="50550" cy="59700"/>
            </a:xfrm>
            <a:custGeom>
              <a:rect b="b" l="l" r="r" t="t"/>
              <a:pathLst>
                <a:path extrusionOk="0" h="2388" w="2022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40"/>
            <p:cNvSpPr/>
            <p:nvPr/>
          </p:nvSpPr>
          <p:spPr>
            <a:xfrm>
              <a:off x="5628875" y="-1247350"/>
              <a:ext cx="51625" cy="93000"/>
            </a:xfrm>
            <a:custGeom>
              <a:rect b="b" l="l" r="r" t="t"/>
              <a:pathLst>
                <a:path extrusionOk="0" h="3720" w="2065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40"/>
            <p:cNvSpPr/>
            <p:nvPr/>
          </p:nvSpPr>
          <p:spPr>
            <a:xfrm>
              <a:off x="5628875" y="-1247350"/>
              <a:ext cx="51625" cy="93000"/>
            </a:xfrm>
            <a:custGeom>
              <a:rect b="b" l="l" r="r" t="t"/>
              <a:pathLst>
                <a:path extrusionOk="0" fill="none" h="3720" w="2065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40"/>
            <p:cNvSpPr/>
            <p:nvPr/>
          </p:nvSpPr>
          <p:spPr>
            <a:xfrm>
              <a:off x="5701975" y="-1192550"/>
              <a:ext cx="23125" cy="27450"/>
            </a:xfrm>
            <a:custGeom>
              <a:rect b="b" l="l" r="r" t="t"/>
              <a:pathLst>
                <a:path extrusionOk="0" h="1098" w="925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40"/>
            <p:cNvSpPr/>
            <p:nvPr/>
          </p:nvSpPr>
          <p:spPr>
            <a:xfrm>
              <a:off x="5701975" y="-1192550"/>
              <a:ext cx="23125" cy="27450"/>
            </a:xfrm>
            <a:custGeom>
              <a:rect b="b" l="l" r="r" t="t"/>
              <a:pathLst>
                <a:path extrusionOk="0" fill="none" h="1098" w="925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40"/>
            <p:cNvSpPr/>
            <p:nvPr/>
          </p:nvSpPr>
          <p:spPr>
            <a:xfrm>
              <a:off x="5730450" y="-1181800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40"/>
            <p:cNvSpPr/>
            <p:nvPr/>
          </p:nvSpPr>
          <p:spPr>
            <a:xfrm>
              <a:off x="5730450" y="-1181800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40"/>
            <p:cNvSpPr/>
            <p:nvPr/>
          </p:nvSpPr>
          <p:spPr>
            <a:xfrm>
              <a:off x="5758950" y="-1170500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40"/>
            <p:cNvSpPr/>
            <p:nvPr/>
          </p:nvSpPr>
          <p:spPr>
            <a:xfrm>
              <a:off x="5758950" y="-1170500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40"/>
            <p:cNvSpPr/>
            <p:nvPr/>
          </p:nvSpPr>
          <p:spPr>
            <a:xfrm>
              <a:off x="5787425" y="-115975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40"/>
            <p:cNvSpPr/>
            <p:nvPr/>
          </p:nvSpPr>
          <p:spPr>
            <a:xfrm>
              <a:off x="5787425" y="-115975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40"/>
            <p:cNvSpPr/>
            <p:nvPr/>
          </p:nvSpPr>
          <p:spPr>
            <a:xfrm>
              <a:off x="5815900" y="-11484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40"/>
            <p:cNvSpPr/>
            <p:nvPr/>
          </p:nvSpPr>
          <p:spPr>
            <a:xfrm>
              <a:off x="5815900" y="-11484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40"/>
            <p:cNvSpPr/>
            <p:nvPr/>
          </p:nvSpPr>
          <p:spPr>
            <a:xfrm>
              <a:off x="5844400" y="-1137725"/>
              <a:ext cx="22575" cy="27425"/>
            </a:xfrm>
            <a:custGeom>
              <a:rect b="b" l="l" r="r" t="t"/>
              <a:pathLst>
                <a:path extrusionOk="0" h="1097" w="903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40"/>
            <p:cNvSpPr/>
            <p:nvPr/>
          </p:nvSpPr>
          <p:spPr>
            <a:xfrm>
              <a:off x="5844400" y="-11377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40"/>
            <p:cNvSpPr/>
            <p:nvPr/>
          </p:nvSpPr>
          <p:spPr>
            <a:xfrm>
              <a:off x="5872875" y="-1126425"/>
              <a:ext cx="22600" cy="26875"/>
            </a:xfrm>
            <a:custGeom>
              <a:rect b="b" l="l" r="r" t="t"/>
              <a:pathLst>
                <a:path extrusionOk="0" h="1075" w="904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40"/>
            <p:cNvSpPr/>
            <p:nvPr/>
          </p:nvSpPr>
          <p:spPr>
            <a:xfrm>
              <a:off x="5872875" y="-1126425"/>
              <a:ext cx="22600" cy="26875"/>
            </a:xfrm>
            <a:custGeom>
              <a:rect b="b" l="l" r="r" t="t"/>
              <a:pathLst>
                <a:path extrusionOk="0" fill="none" h="1075" w="904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40"/>
            <p:cNvSpPr/>
            <p:nvPr/>
          </p:nvSpPr>
          <p:spPr>
            <a:xfrm>
              <a:off x="5901350" y="-1115700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40"/>
            <p:cNvSpPr/>
            <p:nvPr/>
          </p:nvSpPr>
          <p:spPr>
            <a:xfrm>
              <a:off x="5901350" y="-1115700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40"/>
            <p:cNvSpPr/>
            <p:nvPr/>
          </p:nvSpPr>
          <p:spPr>
            <a:xfrm>
              <a:off x="5929850" y="-1104950"/>
              <a:ext cx="22575" cy="27450"/>
            </a:xfrm>
            <a:custGeom>
              <a:rect b="b" l="l" r="r" t="t"/>
              <a:pathLst>
                <a:path extrusionOk="0" h="1098" w="903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40"/>
            <p:cNvSpPr/>
            <p:nvPr/>
          </p:nvSpPr>
          <p:spPr>
            <a:xfrm>
              <a:off x="5929850" y="-1104950"/>
              <a:ext cx="22575" cy="27450"/>
            </a:xfrm>
            <a:custGeom>
              <a:rect b="b" l="l" r="r" t="t"/>
              <a:pathLst>
                <a:path extrusionOk="0" fill="none" h="1098" w="903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40"/>
            <p:cNvSpPr/>
            <p:nvPr/>
          </p:nvSpPr>
          <p:spPr>
            <a:xfrm>
              <a:off x="5957775" y="-1093650"/>
              <a:ext cx="23150" cy="26900"/>
            </a:xfrm>
            <a:custGeom>
              <a:rect b="b" l="l" r="r" t="t"/>
              <a:pathLst>
                <a:path extrusionOk="0" h="1076" w="926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40"/>
            <p:cNvSpPr/>
            <p:nvPr/>
          </p:nvSpPr>
          <p:spPr>
            <a:xfrm>
              <a:off x="5957775" y="-1093650"/>
              <a:ext cx="23150" cy="26900"/>
            </a:xfrm>
            <a:custGeom>
              <a:rect b="b" l="l" r="r" t="t"/>
              <a:pathLst>
                <a:path extrusionOk="0" fill="none" h="1076" w="926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40"/>
            <p:cNvSpPr/>
            <p:nvPr/>
          </p:nvSpPr>
          <p:spPr>
            <a:xfrm>
              <a:off x="5986275" y="-108290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40"/>
            <p:cNvSpPr/>
            <p:nvPr/>
          </p:nvSpPr>
          <p:spPr>
            <a:xfrm>
              <a:off x="5986275" y="-108290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40"/>
            <p:cNvSpPr/>
            <p:nvPr/>
          </p:nvSpPr>
          <p:spPr>
            <a:xfrm>
              <a:off x="6014750" y="-107162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40"/>
            <p:cNvSpPr/>
            <p:nvPr/>
          </p:nvSpPr>
          <p:spPr>
            <a:xfrm>
              <a:off x="6014750" y="-107162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40"/>
            <p:cNvSpPr/>
            <p:nvPr/>
          </p:nvSpPr>
          <p:spPr>
            <a:xfrm>
              <a:off x="6043225" y="-1060875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40"/>
            <p:cNvSpPr/>
            <p:nvPr/>
          </p:nvSpPr>
          <p:spPr>
            <a:xfrm>
              <a:off x="6043225" y="-1060875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40"/>
            <p:cNvSpPr/>
            <p:nvPr/>
          </p:nvSpPr>
          <p:spPr>
            <a:xfrm>
              <a:off x="6169000" y="-1031850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40"/>
            <p:cNvSpPr/>
            <p:nvPr/>
          </p:nvSpPr>
          <p:spPr>
            <a:xfrm>
              <a:off x="6169000" y="-1031850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40"/>
            <p:cNvSpPr/>
            <p:nvPr/>
          </p:nvSpPr>
          <p:spPr>
            <a:xfrm>
              <a:off x="6197475" y="-102110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40"/>
            <p:cNvSpPr/>
            <p:nvPr/>
          </p:nvSpPr>
          <p:spPr>
            <a:xfrm>
              <a:off x="6197475" y="-102110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40"/>
            <p:cNvSpPr/>
            <p:nvPr/>
          </p:nvSpPr>
          <p:spPr>
            <a:xfrm>
              <a:off x="6225950" y="-100982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40"/>
            <p:cNvSpPr/>
            <p:nvPr/>
          </p:nvSpPr>
          <p:spPr>
            <a:xfrm>
              <a:off x="6225950" y="-100982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40"/>
            <p:cNvSpPr/>
            <p:nvPr/>
          </p:nvSpPr>
          <p:spPr>
            <a:xfrm>
              <a:off x="6254450" y="-999075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40"/>
            <p:cNvSpPr/>
            <p:nvPr/>
          </p:nvSpPr>
          <p:spPr>
            <a:xfrm>
              <a:off x="6254450" y="-999075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40"/>
            <p:cNvSpPr/>
            <p:nvPr/>
          </p:nvSpPr>
          <p:spPr>
            <a:xfrm>
              <a:off x="6282375" y="-988325"/>
              <a:ext cx="23150" cy="27450"/>
            </a:xfrm>
            <a:custGeom>
              <a:rect b="b" l="l" r="r" t="t"/>
              <a:pathLst>
                <a:path extrusionOk="0" h="1098" w="926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40"/>
            <p:cNvSpPr/>
            <p:nvPr/>
          </p:nvSpPr>
          <p:spPr>
            <a:xfrm>
              <a:off x="6282375" y="-988325"/>
              <a:ext cx="23150" cy="27450"/>
            </a:xfrm>
            <a:custGeom>
              <a:rect b="b" l="l" r="r" t="t"/>
              <a:pathLst>
                <a:path extrusionOk="0" fill="none" h="1098" w="926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40"/>
            <p:cNvSpPr/>
            <p:nvPr/>
          </p:nvSpPr>
          <p:spPr>
            <a:xfrm>
              <a:off x="6310875" y="-977025"/>
              <a:ext cx="22600" cy="26875"/>
            </a:xfrm>
            <a:custGeom>
              <a:rect b="b" l="l" r="r" t="t"/>
              <a:pathLst>
                <a:path extrusionOk="0" h="1075" w="904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40"/>
            <p:cNvSpPr/>
            <p:nvPr/>
          </p:nvSpPr>
          <p:spPr>
            <a:xfrm>
              <a:off x="6310875" y="-977025"/>
              <a:ext cx="22600" cy="26875"/>
            </a:xfrm>
            <a:custGeom>
              <a:rect b="b" l="l" r="r" t="t"/>
              <a:pathLst>
                <a:path extrusionOk="0" fill="none" h="1075" w="904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40"/>
            <p:cNvSpPr/>
            <p:nvPr/>
          </p:nvSpPr>
          <p:spPr>
            <a:xfrm>
              <a:off x="6339350" y="-966275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40"/>
            <p:cNvSpPr/>
            <p:nvPr/>
          </p:nvSpPr>
          <p:spPr>
            <a:xfrm>
              <a:off x="6339350" y="-966275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40"/>
            <p:cNvSpPr/>
            <p:nvPr/>
          </p:nvSpPr>
          <p:spPr>
            <a:xfrm>
              <a:off x="6367825" y="-95500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40"/>
            <p:cNvSpPr/>
            <p:nvPr/>
          </p:nvSpPr>
          <p:spPr>
            <a:xfrm>
              <a:off x="6367825" y="-95500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40"/>
            <p:cNvSpPr/>
            <p:nvPr/>
          </p:nvSpPr>
          <p:spPr>
            <a:xfrm>
              <a:off x="6396325" y="-94425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40"/>
            <p:cNvSpPr/>
            <p:nvPr/>
          </p:nvSpPr>
          <p:spPr>
            <a:xfrm>
              <a:off x="6396325" y="-94425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40"/>
            <p:cNvSpPr/>
            <p:nvPr/>
          </p:nvSpPr>
          <p:spPr>
            <a:xfrm>
              <a:off x="6424800" y="-9329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40"/>
            <p:cNvSpPr/>
            <p:nvPr/>
          </p:nvSpPr>
          <p:spPr>
            <a:xfrm>
              <a:off x="6424800" y="-9329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40"/>
            <p:cNvSpPr/>
            <p:nvPr/>
          </p:nvSpPr>
          <p:spPr>
            <a:xfrm>
              <a:off x="6453275" y="-92222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40"/>
            <p:cNvSpPr/>
            <p:nvPr/>
          </p:nvSpPr>
          <p:spPr>
            <a:xfrm>
              <a:off x="6453275" y="-92222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40"/>
            <p:cNvSpPr/>
            <p:nvPr/>
          </p:nvSpPr>
          <p:spPr>
            <a:xfrm>
              <a:off x="6481775" y="-91147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40"/>
            <p:cNvSpPr/>
            <p:nvPr/>
          </p:nvSpPr>
          <p:spPr>
            <a:xfrm>
              <a:off x="6481775" y="-91147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40"/>
            <p:cNvSpPr/>
            <p:nvPr/>
          </p:nvSpPr>
          <p:spPr>
            <a:xfrm>
              <a:off x="6510250" y="-900175"/>
              <a:ext cx="22600" cy="26875"/>
            </a:xfrm>
            <a:custGeom>
              <a:rect b="b" l="l" r="r" t="t"/>
              <a:pathLst>
                <a:path extrusionOk="0" h="1075" w="904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40"/>
            <p:cNvSpPr/>
            <p:nvPr/>
          </p:nvSpPr>
          <p:spPr>
            <a:xfrm>
              <a:off x="6510250" y="-900175"/>
              <a:ext cx="22600" cy="26875"/>
            </a:xfrm>
            <a:custGeom>
              <a:rect b="b" l="l" r="r" t="t"/>
              <a:pathLst>
                <a:path extrusionOk="0" fill="none" h="1075" w="904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40"/>
            <p:cNvSpPr/>
            <p:nvPr/>
          </p:nvSpPr>
          <p:spPr>
            <a:xfrm>
              <a:off x="6654825" y="-851825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40"/>
            <p:cNvSpPr/>
            <p:nvPr/>
          </p:nvSpPr>
          <p:spPr>
            <a:xfrm>
              <a:off x="6654825" y="-851825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40"/>
            <p:cNvSpPr/>
            <p:nvPr/>
          </p:nvSpPr>
          <p:spPr>
            <a:xfrm>
              <a:off x="6683300" y="-84107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40"/>
            <p:cNvSpPr/>
            <p:nvPr/>
          </p:nvSpPr>
          <p:spPr>
            <a:xfrm>
              <a:off x="6683300" y="-84107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40"/>
            <p:cNvSpPr/>
            <p:nvPr/>
          </p:nvSpPr>
          <p:spPr>
            <a:xfrm>
              <a:off x="6711775" y="-83032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40"/>
            <p:cNvSpPr/>
            <p:nvPr/>
          </p:nvSpPr>
          <p:spPr>
            <a:xfrm>
              <a:off x="6711775" y="-83032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40"/>
            <p:cNvSpPr/>
            <p:nvPr/>
          </p:nvSpPr>
          <p:spPr>
            <a:xfrm>
              <a:off x="6740275" y="-819025"/>
              <a:ext cx="22575" cy="26875"/>
            </a:xfrm>
            <a:custGeom>
              <a:rect b="b" l="l" r="r" t="t"/>
              <a:pathLst>
                <a:path extrusionOk="0" h="1075" w="903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40"/>
            <p:cNvSpPr/>
            <p:nvPr/>
          </p:nvSpPr>
          <p:spPr>
            <a:xfrm>
              <a:off x="6740275" y="-819025"/>
              <a:ext cx="22575" cy="26875"/>
            </a:xfrm>
            <a:custGeom>
              <a:rect b="b" l="l" r="r" t="t"/>
              <a:pathLst>
                <a:path extrusionOk="0" fill="none" h="1075" w="903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40"/>
            <p:cNvSpPr/>
            <p:nvPr/>
          </p:nvSpPr>
          <p:spPr>
            <a:xfrm>
              <a:off x="6768200" y="-808275"/>
              <a:ext cx="23150" cy="27425"/>
            </a:xfrm>
            <a:custGeom>
              <a:rect b="b" l="l" r="r" t="t"/>
              <a:pathLst>
                <a:path extrusionOk="0" h="1097" w="926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40"/>
            <p:cNvSpPr/>
            <p:nvPr/>
          </p:nvSpPr>
          <p:spPr>
            <a:xfrm>
              <a:off x="6768200" y="-808275"/>
              <a:ext cx="23150" cy="27425"/>
            </a:xfrm>
            <a:custGeom>
              <a:rect b="b" l="l" r="r" t="t"/>
              <a:pathLst>
                <a:path extrusionOk="0" fill="none" h="1097" w="926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40"/>
            <p:cNvSpPr/>
            <p:nvPr/>
          </p:nvSpPr>
          <p:spPr>
            <a:xfrm>
              <a:off x="6796700" y="-79700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40"/>
            <p:cNvSpPr/>
            <p:nvPr/>
          </p:nvSpPr>
          <p:spPr>
            <a:xfrm>
              <a:off x="6796700" y="-79700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40"/>
            <p:cNvSpPr/>
            <p:nvPr/>
          </p:nvSpPr>
          <p:spPr>
            <a:xfrm>
              <a:off x="6825175" y="-78625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40"/>
            <p:cNvSpPr/>
            <p:nvPr/>
          </p:nvSpPr>
          <p:spPr>
            <a:xfrm>
              <a:off x="6825175" y="-78625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40"/>
            <p:cNvSpPr/>
            <p:nvPr/>
          </p:nvSpPr>
          <p:spPr>
            <a:xfrm>
              <a:off x="6853650" y="-7749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40"/>
            <p:cNvSpPr/>
            <p:nvPr/>
          </p:nvSpPr>
          <p:spPr>
            <a:xfrm>
              <a:off x="6853650" y="-7749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40"/>
            <p:cNvSpPr/>
            <p:nvPr/>
          </p:nvSpPr>
          <p:spPr>
            <a:xfrm>
              <a:off x="6882150" y="-76422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40"/>
            <p:cNvSpPr/>
            <p:nvPr/>
          </p:nvSpPr>
          <p:spPr>
            <a:xfrm>
              <a:off x="6882150" y="-76422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40"/>
            <p:cNvSpPr/>
            <p:nvPr/>
          </p:nvSpPr>
          <p:spPr>
            <a:xfrm>
              <a:off x="6910625" y="-75347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40"/>
            <p:cNvSpPr/>
            <p:nvPr/>
          </p:nvSpPr>
          <p:spPr>
            <a:xfrm>
              <a:off x="6910625" y="-75347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40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40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40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h="1097" w="903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40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40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40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40"/>
            <p:cNvSpPr/>
            <p:nvPr/>
          </p:nvSpPr>
          <p:spPr>
            <a:xfrm>
              <a:off x="6103425" y="-1128050"/>
              <a:ext cx="51075" cy="93000"/>
            </a:xfrm>
            <a:custGeom>
              <a:rect b="b" l="l" r="r" t="t"/>
              <a:pathLst>
                <a:path extrusionOk="0" h="3720" w="2043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40"/>
            <p:cNvSpPr/>
            <p:nvPr/>
          </p:nvSpPr>
          <p:spPr>
            <a:xfrm>
              <a:off x="6576350" y="-952325"/>
              <a:ext cx="51625" cy="93000"/>
            </a:xfrm>
            <a:custGeom>
              <a:rect b="b" l="l" r="r" t="t"/>
              <a:pathLst>
                <a:path extrusionOk="0" h="3720" w="2065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40"/>
            <p:cNvSpPr/>
            <p:nvPr/>
          </p:nvSpPr>
          <p:spPr>
            <a:xfrm>
              <a:off x="6576350" y="-952325"/>
              <a:ext cx="51625" cy="93000"/>
            </a:xfrm>
            <a:custGeom>
              <a:rect b="b" l="l" r="r" t="t"/>
              <a:pathLst>
                <a:path extrusionOk="0" fill="none" h="3720" w="2065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40"/>
            <p:cNvSpPr/>
            <p:nvPr/>
          </p:nvSpPr>
          <p:spPr>
            <a:xfrm>
              <a:off x="7394850" y="-1138800"/>
              <a:ext cx="1057650" cy="643850"/>
            </a:xfrm>
            <a:custGeom>
              <a:rect b="b" l="l" r="r" t="t"/>
              <a:pathLst>
                <a:path extrusionOk="0" fill="none" h="25754" w="42306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40"/>
            <p:cNvSpPr/>
            <p:nvPr/>
          </p:nvSpPr>
          <p:spPr>
            <a:xfrm>
              <a:off x="5455300" y="-1260800"/>
              <a:ext cx="550" cy="3800"/>
            </a:xfrm>
            <a:custGeom>
              <a:rect b="b" l="l" r="r" t="t"/>
              <a:pathLst>
                <a:path extrusionOk="0" h="152" w="22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40"/>
            <p:cNvSpPr/>
            <p:nvPr/>
          </p:nvSpPr>
          <p:spPr>
            <a:xfrm>
              <a:off x="5455300" y="-12570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40"/>
            <p:cNvSpPr/>
            <p:nvPr/>
          </p:nvSpPr>
          <p:spPr>
            <a:xfrm>
              <a:off x="5455300" y="-1257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40"/>
            <p:cNvSpPr/>
            <p:nvPr/>
          </p:nvSpPr>
          <p:spPr>
            <a:xfrm>
              <a:off x="5455300" y="-1257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40"/>
            <p:cNvSpPr/>
            <p:nvPr/>
          </p:nvSpPr>
          <p:spPr>
            <a:xfrm>
              <a:off x="5455300" y="-125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40"/>
            <p:cNvSpPr/>
            <p:nvPr/>
          </p:nvSpPr>
          <p:spPr>
            <a:xfrm>
              <a:off x="5455300" y="-1258650"/>
              <a:ext cx="25" cy="575"/>
            </a:xfrm>
            <a:custGeom>
              <a:rect b="b" l="l" r="r" t="t"/>
              <a:pathLst>
                <a:path extrusionOk="0" fill="none" h="23" w="1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40"/>
            <p:cNvSpPr/>
            <p:nvPr/>
          </p:nvSpPr>
          <p:spPr>
            <a:xfrm>
              <a:off x="5455300" y="-12586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40"/>
            <p:cNvSpPr/>
            <p:nvPr/>
          </p:nvSpPr>
          <p:spPr>
            <a:xfrm>
              <a:off x="5455300" y="-12591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40"/>
            <p:cNvSpPr/>
            <p:nvPr/>
          </p:nvSpPr>
          <p:spPr>
            <a:xfrm>
              <a:off x="5455300" y="-12591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40"/>
            <p:cNvSpPr/>
            <p:nvPr/>
          </p:nvSpPr>
          <p:spPr>
            <a:xfrm>
              <a:off x="5455300" y="-12597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40"/>
            <p:cNvSpPr/>
            <p:nvPr/>
          </p:nvSpPr>
          <p:spPr>
            <a:xfrm>
              <a:off x="5455825" y="-12597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40"/>
            <p:cNvSpPr/>
            <p:nvPr/>
          </p:nvSpPr>
          <p:spPr>
            <a:xfrm>
              <a:off x="5455825" y="-1260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40"/>
            <p:cNvSpPr/>
            <p:nvPr/>
          </p:nvSpPr>
          <p:spPr>
            <a:xfrm>
              <a:off x="5455825" y="-12608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40"/>
            <p:cNvSpPr/>
            <p:nvPr/>
          </p:nvSpPr>
          <p:spPr>
            <a:xfrm>
              <a:off x="5454775" y="-1315075"/>
              <a:ext cx="2213100" cy="815300"/>
            </a:xfrm>
            <a:custGeom>
              <a:rect b="b" l="l" r="r" t="t"/>
              <a:pathLst>
                <a:path extrusionOk="0" h="32612" w="88524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40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40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40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40"/>
            <p:cNvSpPr/>
            <p:nvPr/>
          </p:nvSpPr>
          <p:spPr>
            <a:xfrm>
              <a:off x="5454775" y="-1315075"/>
              <a:ext cx="2213100" cy="815300"/>
            </a:xfrm>
            <a:custGeom>
              <a:rect b="b" l="l" r="r" t="t"/>
              <a:pathLst>
                <a:path extrusionOk="0" fill="none" h="32612" w="88524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40"/>
            <p:cNvSpPr/>
            <p:nvPr/>
          </p:nvSpPr>
          <p:spPr>
            <a:xfrm>
              <a:off x="5628875" y="-1195775"/>
              <a:ext cx="43575" cy="41425"/>
            </a:xfrm>
            <a:custGeom>
              <a:rect b="b" l="l" r="r" t="t"/>
              <a:pathLst>
                <a:path extrusionOk="0" h="1657" w="1743">
                  <a:moveTo>
                    <a:pt x="130" y="1"/>
                  </a:move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40"/>
            <p:cNvSpPr/>
            <p:nvPr/>
          </p:nvSpPr>
          <p:spPr>
            <a:xfrm>
              <a:off x="5628875" y="-1195775"/>
              <a:ext cx="43575" cy="41425"/>
            </a:xfrm>
            <a:custGeom>
              <a:rect b="b" l="l" r="r" t="t"/>
              <a:pathLst>
                <a:path extrusionOk="0" fill="none" h="1657" w="1743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40"/>
            <p:cNvSpPr/>
            <p:nvPr/>
          </p:nvSpPr>
          <p:spPr>
            <a:xfrm>
              <a:off x="5703575" y="-1171050"/>
              <a:ext cx="15625" cy="5950"/>
            </a:xfrm>
            <a:custGeom>
              <a:rect b="b" l="l" r="r" t="t"/>
              <a:pathLst>
                <a:path extrusionOk="0" h="238" w="625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40"/>
            <p:cNvSpPr/>
            <p:nvPr/>
          </p:nvSpPr>
          <p:spPr>
            <a:xfrm>
              <a:off x="5703575" y="-1171050"/>
              <a:ext cx="15625" cy="5950"/>
            </a:xfrm>
            <a:custGeom>
              <a:rect b="b" l="l" r="r" t="t"/>
              <a:pathLst>
                <a:path extrusionOk="0" fill="none" h="238" w="625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40"/>
            <p:cNvSpPr/>
            <p:nvPr/>
          </p:nvSpPr>
          <p:spPr>
            <a:xfrm>
              <a:off x="5731000" y="-1161375"/>
              <a:ext cx="17750" cy="7025"/>
            </a:xfrm>
            <a:custGeom>
              <a:rect b="b" l="l" r="r" t="t"/>
              <a:pathLst>
                <a:path extrusionOk="0" h="281" w="71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40"/>
            <p:cNvSpPr/>
            <p:nvPr/>
          </p:nvSpPr>
          <p:spPr>
            <a:xfrm>
              <a:off x="5731000" y="-1161375"/>
              <a:ext cx="17750" cy="7025"/>
            </a:xfrm>
            <a:custGeom>
              <a:rect b="b" l="l" r="r" t="t"/>
              <a:pathLst>
                <a:path extrusionOk="0" fill="none" h="281" w="71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40"/>
            <p:cNvSpPr/>
            <p:nvPr/>
          </p:nvSpPr>
          <p:spPr>
            <a:xfrm>
              <a:off x="5758950" y="-1151700"/>
              <a:ext cx="19350" cy="8100"/>
            </a:xfrm>
            <a:custGeom>
              <a:rect b="b" l="l" r="r" t="t"/>
              <a:pathLst>
                <a:path extrusionOk="0" h="324" w="774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40"/>
            <p:cNvSpPr/>
            <p:nvPr/>
          </p:nvSpPr>
          <p:spPr>
            <a:xfrm>
              <a:off x="5758950" y="-1151700"/>
              <a:ext cx="19350" cy="8100"/>
            </a:xfrm>
            <a:custGeom>
              <a:rect b="b" l="l" r="r" t="t"/>
              <a:pathLst>
                <a:path extrusionOk="0" fill="none" h="324" w="774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40"/>
            <p:cNvSpPr/>
            <p:nvPr/>
          </p:nvSpPr>
          <p:spPr>
            <a:xfrm>
              <a:off x="5787425" y="-1142025"/>
              <a:ext cx="19900" cy="9700"/>
            </a:xfrm>
            <a:custGeom>
              <a:rect b="b" l="l" r="r" t="t"/>
              <a:pathLst>
                <a:path extrusionOk="0" h="388" w="796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40"/>
            <p:cNvSpPr/>
            <p:nvPr/>
          </p:nvSpPr>
          <p:spPr>
            <a:xfrm>
              <a:off x="5787425" y="-1142025"/>
              <a:ext cx="19900" cy="9700"/>
            </a:xfrm>
            <a:custGeom>
              <a:rect b="b" l="l" r="r" t="t"/>
              <a:pathLst>
                <a:path extrusionOk="0" fill="none" h="388" w="796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40"/>
            <p:cNvSpPr/>
            <p:nvPr/>
          </p:nvSpPr>
          <p:spPr>
            <a:xfrm>
              <a:off x="5815900" y="-1131800"/>
              <a:ext cx="20450" cy="10225"/>
            </a:xfrm>
            <a:custGeom>
              <a:rect b="b" l="l" r="r" t="t"/>
              <a:pathLst>
                <a:path extrusionOk="0" h="409" w="818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40"/>
            <p:cNvSpPr/>
            <p:nvPr/>
          </p:nvSpPr>
          <p:spPr>
            <a:xfrm>
              <a:off x="5815900" y="-1131800"/>
              <a:ext cx="20450" cy="10225"/>
            </a:xfrm>
            <a:custGeom>
              <a:rect b="b" l="l" r="r" t="t"/>
              <a:pathLst>
                <a:path extrusionOk="0" fill="none" h="409" w="818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40"/>
            <p:cNvSpPr/>
            <p:nvPr/>
          </p:nvSpPr>
          <p:spPr>
            <a:xfrm>
              <a:off x="5844400" y="-1122125"/>
              <a:ext cx="20425" cy="11825"/>
            </a:xfrm>
            <a:custGeom>
              <a:rect b="b" l="l" r="r" t="t"/>
              <a:pathLst>
                <a:path extrusionOk="0" h="473" w="817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40"/>
            <p:cNvSpPr/>
            <p:nvPr/>
          </p:nvSpPr>
          <p:spPr>
            <a:xfrm>
              <a:off x="5844400" y="-1122125"/>
              <a:ext cx="20425" cy="11825"/>
            </a:xfrm>
            <a:custGeom>
              <a:rect b="b" l="l" r="r" t="t"/>
              <a:pathLst>
                <a:path extrusionOk="0" fill="none" h="473" w="817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40"/>
            <p:cNvSpPr/>
            <p:nvPr/>
          </p:nvSpPr>
          <p:spPr>
            <a:xfrm>
              <a:off x="5872875" y="-1112475"/>
              <a:ext cx="20450" cy="12925"/>
            </a:xfrm>
            <a:custGeom>
              <a:rect b="b" l="l" r="r" t="t"/>
              <a:pathLst>
                <a:path extrusionOk="0" h="517" w="818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40"/>
            <p:cNvSpPr/>
            <p:nvPr/>
          </p:nvSpPr>
          <p:spPr>
            <a:xfrm>
              <a:off x="5872875" y="-1112475"/>
              <a:ext cx="20450" cy="12925"/>
            </a:xfrm>
            <a:custGeom>
              <a:rect b="b" l="l" r="r" t="t"/>
              <a:pathLst>
                <a:path extrusionOk="0" fill="none" h="517" w="818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40"/>
            <p:cNvSpPr/>
            <p:nvPr/>
          </p:nvSpPr>
          <p:spPr>
            <a:xfrm>
              <a:off x="5901350" y="-1102250"/>
              <a:ext cx="20450" cy="14000"/>
            </a:xfrm>
            <a:custGeom>
              <a:rect b="b" l="l" r="r" t="t"/>
              <a:pathLst>
                <a:path extrusionOk="0" h="560" w="818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40"/>
            <p:cNvSpPr/>
            <p:nvPr/>
          </p:nvSpPr>
          <p:spPr>
            <a:xfrm>
              <a:off x="5901350" y="-1102250"/>
              <a:ext cx="20450" cy="14000"/>
            </a:xfrm>
            <a:custGeom>
              <a:rect b="b" l="l" r="r" t="t"/>
              <a:pathLst>
                <a:path extrusionOk="0" fill="none" h="560" w="818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40"/>
            <p:cNvSpPr/>
            <p:nvPr/>
          </p:nvSpPr>
          <p:spPr>
            <a:xfrm>
              <a:off x="5929850" y="-1092575"/>
              <a:ext cx="20975" cy="15075"/>
            </a:xfrm>
            <a:custGeom>
              <a:rect b="b" l="l" r="r" t="t"/>
              <a:pathLst>
                <a:path extrusionOk="0" h="603" w="839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40"/>
            <p:cNvSpPr/>
            <p:nvPr/>
          </p:nvSpPr>
          <p:spPr>
            <a:xfrm>
              <a:off x="5929850" y="-1092575"/>
              <a:ext cx="20975" cy="15075"/>
            </a:xfrm>
            <a:custGeom>
              <a:rect b="b" l="l" r="r" t="t"/>
              <a:pathLst>
                <a:path extrusionOk="0" fill="none" h="603" w="839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40"/>
            <p:cNvSpPr/>
            <p:nvPr/>
          </p:nvSpPr>
          <p:spPr>
            <a:xfrm>
              <a:off x="5957775" y="-1082900"/>
              <a:ext cx="21525" cy="16150"/>
            </a:xfrm>
            <a:custGeom>
              <a:rect b="b" l="l" r="r" t="t"/>
              <a:pathLst>
                <a:path extrusionOk="0" h="646" w="861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40"/>
            <p:cNvSpPr/>
            <p:nvPr/>
          </p:nvSpPr>
          <p:spPr>
            <a:xfrm>
              <a:off x="5957775" y="-1082900"/>
              <a:ext cx="21525" cy="16150"/>
            </a:xfrm>
            <a:custGeom>
              <a:rect b="b" l="l" r="r" t="t"/>
              <a:pathLst>
                <a:path extrusionOk="0" fill="none" h="646" w="861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40"/>
            <p:cNvSpPr/>
            <p:nvPr/>
          </p:nvSpPr>
          <p:spPr>
            <a:xfrm>
              <a:off x="5986275" y="-1072700"/>
              <a:ext cx="21525" cy="17225"/>
            </a:xfrm>
            <a:custGeom>
              <a:rect b="b" l="l" r="r" t="t"/>
              <a:pathLst>
                <a:path extrusionOk="0" h="689" w="861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40"/>
            <p:cNvSpPr/>
            <p:nvPr/>
          </p:nvSpPr>
          <p:spPr>
            <a:xfrm>
              <a:off x="5986275" y="-1072700"/>
              <a:ext cx="21525" cy="17225"/>
            </a:xfrm>
            <a:custGeom>
              <a:rect b="b" l="l" r="r" t="t"/>
              <a:pathLst>
                <a:path extrusionOk="0" fill="none" h="689" w="861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40"/>
            <p:cNvSpPr/>
            <p:nvPr/>
          </p:nvSpPr>
          <p:spPr>
            <a:xfrm>
              <a:off x="6014750" y="-1063025"/>
              <a:ext cx="21525" cy="18300"/>
            </a:xfrm>
            <a:custGeom>
              <a:rect b="b" l="l" r="r" t="t"/>
              <a:pathLst>
                <a:path extrusionOk="0" h="732" w="861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40"/>
            <p:cNvSpPr/>
            <p:nvPr/>
          </p:nvSpPr>
          <p:spPr>
            <a:xfrm>
              <a:off x="6014750" y="-1063025"/>
              <a:ext cx="21525" cy="18300"/>
            </a:xfrm>
            <a:custGeom>
              <a:rect b="b" l="l" r="r" t="t"/>
              <a:pathLst>
                <a:path extrusionOk="0" fill="none" h="732" w="861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40"/>
            <p:cNvSpPr/>
            <p:nvPr/>
          </p:nvSpPr>
          <p:spPr>
            <a:xfrm>
              <a:off x="6043225" y="-1053350"/>
              <a:ext cx="21525" cy="19900"/>
            </a:xfrm>
            <a:custGeom>
              <a:rect b="b" l="l" r="r" t="t"/>
              <a:pathLst>
                <a:path extrusionOk="0" h="796" w="861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40"/>
            <p:cNvSpPr/>
            <p:nvPr/>
          </p:nvSpPr>
          <p:spPr>
            <a:xfrm>
              <a:off x="6043225" y="-1053350"/>
              <a:ext cx="21525" cy="19900"/>
            </a:xfrm>
            <a:custGeom>
              <a:rect b="b" l="l" r="r" t="t"/>
              <a:pathLst>
                <a:path extrusionOk="0" fill="none" h="796" w="861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40"/>
            <p:cNvSpPr/>
            <p:nvPr/>
          </p:nvSpPr>
          <p:spPr>
            <a:xfrm>
              <a:off x="6179200" y="-1006600"/>
              <a:ext cx="4850" cy="1650"/>
            </a:xfrm>
            <a:custGeom>
              <a:rect b="b" l="l" r="r" t="t"/>
              <a:pathLst>
                <a:path extrusionOk="0" h="66" w="194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40"/>
            <p:cNvSpPr/>
            <p:nvPr/>
          </p:nvSpPr>
          <p:spPr>
            <a:xfrm>
              <a:off x="6179200" y="-1006600"/>
              <a:ext cx="4850" cy="1650"/>
            </a:xfrm>
            <a:custGeom>
              <a:rect b="b" l="l" r="r" t="t"/>
              <a:pathLst>
                <a:path extrusionOk="0" fill="none" h="66" w="194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40"/>
            <p:cNvSpPr/>
            <p:nvPr/>
          </p:nvSpPr>
          <p:spPr>
            <a:xfrm>
              <a:off x="6198000" y="-1000150"/>
              <a:ext cx="16700" cy="6475"/>
            </a:xfrm>
            <a:custGeom>
              <a:rect b="b" l="l" r="r" t="t"/>
              <a:pathLst>
                <a:path extrusionOk="0" h="259" w="668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40"/>
            <p:cNvSpPr/>
            <p:nvPr/>
          </p:nvSpPr>
          <p:spPr>
            <a:xfrm>
              <a:off x="6198000" y="-1000150"/>
              <a:ext cx="16700" cy="6475"/>
            </a:xfrm>
            <a:custGeom>
              <a:rect b="b" l="l" r="r" t="t"/>
              <a:pathLst>
                <a:path extrusionOk="0" fill="none" h="259" w="668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40"/>
            <p:cNvSpPr/>
            <p:nvPr/>
          </p:nvSpPr>
          <p:spPr>
            <a:xfrm>
              <a:off x="6225950" y="-990475"/>
              <a:ext cx="18300" cy="7550"/>
            </a:xfrm>
            <a:custGeom>
              <a:rect b="b" l="l" r="r" t="t"/>
              <a:pathLst>
                <a:path extrusionOk="0" h="302" w="732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40"/>
            <p:cNvSpPr/>
            <p:nvPr/>
          </p:nvSpPr>
          <p:spPr>
            <a:xfrm>
              <a:off x="6225950" y="-990475"/>
              <a:ext cx="18300" cy="7550"/>
            </a:xfrm>
            <a:custGeom>
              <a:rect b="b" l="l" r="r" t="t"/>
              <a:pathLst>
                <a:path extrusionOk="0" fill="none" h="302" w="732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40"/>
            <p:cNvSpPr/>
            <p:nvPr/>
          </p:nvSpPr>
          <p:spPr>
            <a:xfrm>
              <a:off x="6253900" y="-980800"/>
              <a:ext cx="19900" cy="9175"/>
            </a:xfrm>
            <a:custGeom>
              <a:rect b="b" l="l" r="r" t="t"/>
              <a:pathLst>
                <a:path extrusionOk="0" h="367" w="796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40"/>
            <p:cNvSpPr/>
            <p:nvPr/>
          </p:nvSpPr>
          <p:spPr>
            <a:xfrm>
              <a:off x="6253900" y="-980800"/>
              <a:ext cx="19900" cy="9175"/>
            </a:xfrm>
            <a:custGeom>
              <a:rect b="b" l="l" r="r" t="t"/>
              <a:pathLst>
                <a:path extrusionOk="0" fill="none" h="367" w="796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40"/>
            <p:cNvSpPr/>
            <p:nvPr/>
          </p:nvSpPr>
          <p:spPr>
            <a:xfrm>
              <a:off x="6282375" y="-971125"/>
              <a:ext cx="20450" cy="10250"/>
            </a:xfrm>
            <a:custGeom>
              <a:rect b="b" l="l" r="r" t="t"/>
              <a:pathLst>
                <a:path extrusionOk="0" h="410" w="818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40"/>
            <p:cNvSpPr/>
            <p:nvPr/>
          </p:nvSpPr>
          <p:spPr>
            <a:xfrm>
              <a:off x="6282375" y="-971125"/>
              <a:ext cx="20450" cy="10250"/>
            </a:xfrm>
            <a:custGeom>
              <a:rect b="b" l="l" r="r" t="t"/>
              <a:pathLst>
                <a:path extrusionOk="0" fill="none" h="410" w="818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40"/>
            <p:cNvSpPr/>
            <p:nvPr/>
          </p:nvSpPr>
          <p:spPr>
            <a:xfrm>
              <a:off x="6310875" y="-960900"/>
              <a:ext cx="20450" cy="10750"/>
            </a:xfrm>
            <a:custGeom>
              <a:rect b="b" l="l" r="r" t="t"/>
              <a:pathLst>
                <a:path extrusionOk="0" h="430" w="818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40"/>
            <p:cNvSpPr/>
            <p:nvPr/>
          </p:nvSpPr>
          <p:spPr>
            <a:xfrm>
              <a:off x="6310875" y="-960900"/>
              <a:ext cx="20450" cy="10750"/>
            </a:xfrm>
            <a:custGeom>
              <a:rect b="b" l="l" r="r" t="t"/>
              <a:pathLst>
                <a:path extrusionOk="0" fill="none" h="430" w="818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40"/>
            <p:cNvSpPr/>
            <p:nvPr/>
          </p:nvSpPr>
          <p:spPr>
            <a:xfrm>
              <a:off x="6339350" y="-951250"/>
              <a:ext cx="20450" cy="12400"/>
            </a:xfrm>
            <a:custGeom>
              <a:rect b="b" l="l" r="r" t="t"/>
              <a:pathLst>
                <a:path extrusionOk="0" h="496" w="818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40"/>
            <p:cNvSpPr/>
            <p:nvPr/>
          </p:nvSpPr>
          <p:spPr>
            <a:xfrm>
              <a:off x="6339350" y="-951250"/>
              <a:ext cx="20450" cy="12400"/>
            </a:xfrm>
            <a:custGeom>
              <a:rect b="b" l="l" r="r" t="t"/>
              <a:pathLst>
                <a:path extrusionOk="0" fill="none" h="496" w="818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40"/>
            <p:cNvSpPr/>
            <p:nvPr/>
          </p:nvSpPr>
          <p:spPr>
            <a:xfrm>
              <a:off x="6367825" y="-941575"/>
              <a:ext cx="21000" cy="13475"/>
            </a:xfrm>
            <a:custGeom>
              <a:rect b="b" l="l" r="r" t="t"/>
              <a:pathLst>
                <a:path extrusionOk="0" h="539" w="84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40"/>
            <p:cNvSpPr/>
            <p:nvPr/>
          </p:nvSpPr>
          <p:spPr>
            <a:xfrm>
              <a:off x="6367825" y="-941575"/>
              <a:ext cx="21000" cy="13475"/>
            </a:xfrm>
            <a:custGeom>
              <a:rect b="b" l="l" r="r" t="t"/>
              <a:pathLst>
                <a:path extrusionOk="0" fill="none" h="539" w="84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40"/>
            <p:cNvSpPr/>
            <p:nvPr/>
          </p:nvSpPr>
          <p:spPr>
            <a:xfrm>
              <a:off x="6396325" y="-931350"/>
              <a:ext cx="20975" cy="14525"/>
            </a:xfrm>
            <a:custGeom>
              <a:rect b="b" l="l" r="r" t="t"/>
              <a:pathLst>
                <a:path extrusionOk="0" h="581" w="839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40"/>
            <p:cNvSpPr/>
            <p:nvPr/>
          </p:nvSpPr>
          <p:spPr>
            <a:xfrm>
              <a:off x="6396325" y="-931350"/>
              <a:ext cx="20975" cy="14525"/>
            </a:xfrm>
            <a:custGeom>
              <a:rect b="b" l="l" r="r" t="t"/>
              <a:pathLst>
                <a:path extrusionOk="0" fill="none" h="581" w="839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40"/>
            <p:cNvSpPr/>
            <p:nvPr/>
          </p:nvSpPr>
          <p:spPr>
            <a:xfrm>
              <a:off x="6424800" y="-921675"/>
              <a:ext cx="20975" cy="15600"/>
            </a:xfrm>
            <a:custGeom>
              <a:rect b="b" l="l" r="r" t="t"/>
              <a:pathLst>
                <a:path extrusionOk="0" h="624" w="839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40"/>
            <p:cNvSpPr/>
            <p:nvPr/>
          </p:nvSpPr>
          <p:spPr>
            <a:xfrm>
              <a:off x="6424800" y="-921675"/>
              <a:ext cx="20975" cy="15600"/>
            </a:xfrm>
            <a:custGeom>
              <a:rect b="b" l="l" r="r" t="t"/>
              <a:pathLst>
                <a:path extrusionOk="0" fill="none" h="624" w="839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40"/>
            <p:cNvSpPr/>
            <p:nvPr/>
          </p:nvSpPr>
          <p:spPr>
            <a:xfrm>
              <a:off x="6453275" y="-912000"/>
              <a:ext cx="21000" cy="17225"/>
            </a:xfrm>
            <a:custGeom>
              <a:rect b="b" l="l" r="r" t="t"/>
              <a:pathLst>
                <a:path extrusionOk="0" h="689" w="84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40"/>
            <p:cNvSpPr/>
            <p:nvPr/>
          </p:nvSpPr>
          <p:spPr>
            <a:xfrm>
              <a:off x="6453275" y="-912000"/>
              <a:ext cx="21000" cy="17225"/>
            </a:xfrm>
            <a:custGeom>
              <a:rect b="b" l="l" r="r" t="t"/>
              <a:pathLst>
                <a:path extrusionOk="0" fill="none" h="689" w="84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40"/>
            <p:cNvSpPr/>
            <p:nvPr/>
          </p:nvSpPr>
          <p:spPr>
            <a:xfrm>
              <a:off x="6481775" y="-901800"/>
              <a:ext cx="21525" cy="17775"/>
            </a:xfrm>
            <a:custGeom>
              <a:rect b="b" l="l" r="r" t="t"/>
              <a:pathLst>
                <a:path extrusionOk="0" h="711" w="861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40"/>
            <p:cNvSpPr/>
            <p:nvPr/>
          </p:nvSpPr>
          <p:spPr>
            <a:xfrm>
              <a:off x="6481775" y="-901800"/>
              <a:ext cx="21525" cy="17775"/>
            </a:xfrm>
            <a:custGeom>
              <a:rect b="b" l="l" r="r" t="t"/>
              <a:pathLst>
                <a:path extrusionOk="0" fill="none" h="711" w="861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40"/>
            <p:cNvSpPr/>
            <p:nvPr/>
          </p:nvSpPr>
          <p:spPr>
            <a:xfrm>
              <a:off x="7678600" y="-569675"/>
              <a:ext cx="610525" cy="98375"/>
            </a:xfrm>
            <a:custGeom>
              <a:rect b="b" l="l" r="r" t="t"/>
              <a:pathLst>
                <a:path extrusionOk="0" h="3935" w="24421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40"/>
            <p:cNvSpPr/>
            <p:nvPr/>
          </p:nvSpPr>
          <p:spPr>
            <a:xfrm>
              <a:off x="7675375" y="-499275"/>
              <a:ext cx="25" cy="575"/>
            </a:xfrm>
            <a:custGeom>
              <a:rect b="b" l="l" r="r" t="t"/>
              <a:pathLst>
                <a:path extrusionOk="0" fill="none" h="23" w="1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40"/>
            <p:cNvSpPr/>
            <p:nvPr/>
          </p:nvSpPr>
          <p:spPr>
            <a:xfrm>
              <a:off x="7674300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40"/>
            <p:cNvSpPr/>
            <p:nvPr/>
          </p:nvSpPr>
          <p:spPr>
            <a:xfrm>
              <a:off x="7673750" y="-499275"/>
              <a:ext cx="575" cy="25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40"/>
            <p:cNvSpPr/>
            <p:nvPr/>
          </p:nvSpPr>
          <p:spPr>
            <a:xfrm>
              <a:off x="7673225" y="-4992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40"/>
            <p:cNvSpPr/>
            <p:nvPr/>
          </p:nvSpPr>
          <p:spPr>
            <a:xfrm>
              <a:off x="7672150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40"/>
            <p:cNvSpPr/>
            <p:nvPr/>
          </p:nvSpPr>
          <p:spPr>
            <a:xfrm>
              <a:off x="7671600" y="-499275"/>
              <a:ext cx="575" cy="25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40"/>
            <p:cNvSpPr/>
            <p:nvPr/>
          </p:nvSpPr>
          <p:spPr>
            <a:xfrm>
              <a:off x="7671075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40"/>
            <p:cNvSpPr/>
            <p:nvPr/>
          </p:nvSpPr>
          <p:spPr>
            <a:xfrm>
              <a:off x="7670000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40"/>
            <p:cNvSpPr/>
            <p:nvPr/>
          </p:nvSpPr>
          <p:spPr>
            <a:xfrm>
              <a:off x="7669450" y="-499275"/>
              <a:ext cx="575" cy="25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40"/>
            <p:cNvSpPr/>
            <p:nvPr/>
          </p:nvSpPr>
          <p:spPr>
            <a:xfrm>
              <a:off x="7668925" y="-499800"/>
              <a:ext cx="550" cy="550"/>
            </a:xfrm>
            <a:custGeom>
              <a:rect b="b" l="l" r="r" t="t"/>
              <a:pathLst>
                <a:path extrusionOk="0" fill="none" h="22" w="22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40"/>
            <p:cNvSpPr/>
            <p:nvPr/>
          </p:nvSpPr>
          <p:spPr>
            <a:xfrm>
              <a:off x="7667850" y="-499800"/>
              <a:ext cx="1100" cy="25"/>
            </a:xfrm>
            <a:custGeom>
              <a:rect b="b" l="l" r="r" t="t"/>
              <a:pathLst>
                <a:path extrusionOk="0" fill="none" h="1" w="44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40"/>
            <p:cNvSpPr/>
            <p:nvPr/>
          </p:nvSpPr>
          <p:spPr>
            <a:xfrm>
              <a:off x="7678600" y="-569675"/>
              <a:ext cx="610525" cy="98375"/>
            </a:xfrm>
            <a:custGeom>
              <a:rect b="b" l="l" r="r" t="t"/>
              <a:pathLst>
                <a:path extrusionOk="0" fill="none" h="3935" w="24421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40"/>
            <p:cNvSpPr/>
            <p:nvPr/>
          </p:nvSpPr>
          <p:spPr>
            <a:xfrm>
              <a:off x="6510250" y="-892125"/>
              <a:ext cx="21525" cy="18825"/>
            </a:xfrm>
            <a:custGeom>
              <a:rect b="b" l="l" r="r" t="t"/>
              <a:pathLst>
                <a:path extrusionOk="0" h="753" w="861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40"/>
            <p:cNvSpPr/>
            <p:nvPr/>
          </p:nvSpPr>
          <p:spPr>
            <a:xfrm>
              <a:off x="6510250" y="-892125"/>
              <a:ext cx="21525" cy="18825"/>
            </a:xfrm>
            <a:custGeom>
              <a:rect b="b" l="l" r="r" t="t"/>
              <a:pathLst>
                <a:path extrusionOk="0" fill="none" h="753" w="861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40"/>
            <p:cNvSpPr/>
            <p:nvPr/>
          </p:nvSpPr>
          <p:spPr>
            <a:xfrm>
              <a:off x="6654825" y="-842150"/>
              <a:ext cx="21500" cy="17225"/>
            </a:xfrm>
            <a:custGeom>
              <a:rect b="b" l="l" r="r" t="t"/>
              <a:pathLst>
                <a:path extrusionOk="0" h="689" w="86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40"/>
            <p:cNvSpPr/>
            <p:nvPr/>
          </p:nvSpPr>
          <p:spPr>
            <a:xfrm>
              <a:off x="6654825" y="-842150"/>
              <a:ext cx="21500" cy="17225"/>
            </a:xfrm>
            <a:custGeom>
              <a:rect b="b" l="l" r="r" t="t"/>
              <a:pathLst>
                <a:path extrusionOk="0" fill="none" h="689" w="86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40"/>
            <p:cNvSpPr/>
            <p:nvPr/>
          </p:nvSpPr>
          <p:spPr>
            <a:xfrm>
              <a:off x="6683300" y="-832475"/>
              <a:ext cx="21525" cy="18850"/>
            </a:xfrm>
            <a:custGeom>
              <a:rect b="b" l="l" r="r" t="t"/>
              <a:pathLst>
                <a:path extrusionOk="0" h="754" w="861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40"/>
            <p:cNvSpPr/>
            <p:nvPr/>
          </p:nvSpPr>
          <p:spPr>
            <a:xfrm>
              <a:off x="6683300" y="-832475"/>
              <a:ext cx="21525" cy="18850"/>
            </a:xfrm>
            <a:custGeom>
              <a:rect b="b" l="l" r="r" t="t"/>
              <a:pathLst>
                <a:path extrusionOk="0" fill="none" h="754" w="861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40"/>
            <p:cNvSpPr/>
            <p:nvPr/>
          </p:nvSpPr>
          <p:spPr>
            <a:xfrm>
              <a:off x="6711775" y="-822800"/>
              <a:ext cx="21525" cy="19925"/>
            </a:xfrm>
            <a:custGeom>
              <a:rect b="b" l="l" r="r" t="t"/>
              <a:pathLst>
                <a:path extrusionOk="0" h="797" w="861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40"/>
            <p:cNvSpPr/>
            <p:nvPr/>
          </p:nvSpPr>
          <p:spPr>
            <a:xfrm>
              <a:off x="6711775" y="-822800"/>
              <a:ext cx="21525" cy="19925"/>
            </a:xfrm>
            <a:custGeom>
              <a:rect b="b" l="l" r="r" t="t"/>
              <a:pathLst>
                <a:path extrusionOk="0" fill="none" h="797" w="861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40"/>
            <p:cNvSpPr/>
            <p:nvPr/>
          </p:nvSpPr>
          <p:spPr>
            <a:xfrm>
              <a:off x="6740275" y="-813125"/>
              <a:ext cx="21500" cy="20975"/>
            </a:xfrm>
            <a:custGeom>
              <a:rect b="b" l="l" r="r" t="t"/>
              <a:pathLst>
                <a:path extrusionOk="0" h="839" w="86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40"/>
            <p:cNvSpPr/>
            <p:nvPr/>
          </p:nvSpPr>
          <p:spPr>
            <a:xfrm>
              <a:off x="6740275" y="-813125"/>
              <a:ext cx="21500" cy="20975"/>
            </a:xfrm>
            <a:custGeom>
              <a:rect b="b" l="l" r="r" t="t"/>
              <a:pathLst>
                <a:path extrusionOk="0" fill="none" h="839" w="86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40"/>
            <p:cNvSpPr/>
            <p:nvPr/>
          </p:nvSpPr>
          <p:spPr>
            <a:xfrm>
              <a:off x="6768200" y="-802900"/>
              <a:ext cx="22600" cy="22050"/>
            </a:xfrm>
            <a:custGeom>
              <a:rect b="b" l="l" r="r" t="t"/>
              <a:pathLst>
                <a:path extrusionOk="0" h="882" w="904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40"/>
            <p:cNvSpPr/>
            <p:nvPr/>
          </p:nvSpPr>
          <p:spPr>
            <a:xfrm>
              <a:off x="6768200" y="-802900"/>
              <a:ext cx="22600" cy="22050"/>
            </a:xfrm>
            <a:custGeom>
              <a:rect b="b" l="l" r="r" t="t"/>
              <a:pathLst>
                <a:path extrusionOk="0" fill="none" h="882" w="904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40"/>
            <p:cNvSpPr/>
            <p:nvPr/>
          </p:nvSpPr>
          <p:spPr>
            <a:xfrm>
              <a:off x="6796700" y="-793225"/>
              <a:ext cx="22600" cy="23125"/>
            </a:xfrm>
            <a:custGeom>
              <a:rect b="b" l="l" r="r" t="t"/>
              <a:pathLst>
                <a:path extrusionOk="0" h="925" w="904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40"/>
            <p:cNvSpPr/>
            <p:nvPr/>
          </p:nvSpPr>
          <p:spPr>
            <a:xfrm>
              <a:off x="6796700" y="-793225"/>
              <a:ext cx="22600" cy="23125"/>
            </a:xfrm>
            <a:custGeom>
              <a:rect b="b" l="l" r="r" t="t"/>
              <a:pathLst>
                <a:path extrusionOk="0" fill="none" h="925" w="904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40"/>
            <p:cNvSpPr/>
            <p:nvPr/>
          </p:nvSpPr>
          <p:spPr>
            <a:xfrm>
              <a:off x="6825175" y="-783575"/>
              <a:ext cx="22600" cy="24750"/>
            </a:xfrm>
            <a:custGeom>
              <a:rect b="b" l="l" r="r" t="t"/>
              <a:pathLst>
                <a:path extrusionOk="0" h="990" w="904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40"/>
            <p:cNvSpPr/>
            <p:nvPr/>
          </p:nvSpPr>
          <p:spPr>
            <a:xfrm>
              <a:off x="6825175" y="-783575"/>
              <a:ext cx="22600" cy="24750"/>
            </a:xfrm>
            <a:custGeom>
              <a:rect b="b" l="l" r="r" t="t"/>
              <a:pathLst>
                <a:path extrusionOk="0" fill="none" h="990" w="904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40"/>
            <p:cNvSpPr/>
            <p:nvPr/>
          </p:nvSpPr>
          <p:spPr>
            <a:xfrm>
              <a:off x="6853650" y="-773350"/>
              <a:ext cx="22600" cy="25275"/>
            </a:xfrm>
            <a:custGeom>
              <a:rect b="b" l="l" r="r" t="t"/>
              <a:pathLst>
                <a:path extrusionOk="0" h="1011" w="904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40"/>
            <p:cNvSpPr/>
            <p:nvPr/>
          </p:nvSpPr>
          <p:spPr>
            <a:xfrm>
              <a:off x="6853650" y="-773350"/>
              <a:ext cx="22600" cy="25275"/>
            </a:xfrm>
            <a:custGeom>
              <a:rect b="b" l="l" r="r" t="t"/>
              <a:pathLst>
                <a:path extrusionOk="0" fill="none" h="1011" w="904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40"/>
            <p:cNvSpPr/>
            <p:nvPr/>
          </p:nvSpPr>
          <p:spPr>
            <a:xfrm>
              <a:off x="6882150" y="-763150"/>
              <a:ext cx="22600" cy="26375"/>
            </a:xfrm>
            <a:custGeom>
              <a:rect b="b" l="l" r="r" t="t"/>
              <a:pathLst>
                <a:path extrusionOk="0" h="1055" w="904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40"/>
            <p:cNvSpPr/>
            <p:nvPr/>
          </p:nvSpPr>
          <p:spPr>
            <a:xfrm>
              <a:off x="6882150" y="-763150"/>
              <a:ext cx="22600" cy="26375"/>
            </a:xfrm>
            <a:custGeom>
              <a:rect b="b" l="l" r="r" t="t"/>
              <a:pathLst>
                <a:path extrusionOk="0" fill="none" h="1055" w="904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40"/>
            <p:cNvSpPr/>
            <p:nvPr/>
          </p:nvSpPr>
          <p:spPr>
            <a:xfrm>
              <a:off x="6910625" y="-75292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40"/>
            <p:cNvSpPr/>
            <p:nvPr/>
          </p:nvSpPr>
          <p:spPr>
            <a:xfrm>
              <a:off x="6910625" y="-75292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40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40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40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h="1097" w="903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40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40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40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40"/>
            <p:cNvSpPr/>
            <p:nvPr/>
          </p:nvSpPr>
          <p:spPr>
            <a:xfrm>
              <a:off x="6603225" y="-860425"/>
              <a:ext cx="2175" cy="575"/>
            </a:xfrm>
            <a:custGeom>
              <a:rect b="b" l="l" r="r" t="t"/>
              <a:pathLst>
                <a:path extrusionOk="0" h="23" w="8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40"/>
            <p:cNvSpPr/>
            <p:nvPr/>
          </p:nvSpPr>
          <p:spPr>
            <a:xfrm>
              <a:off x="6603225" y="-860425"/>
              <a:ext cx="2175" cy="575"/>
            </a:xfrm>
            <a:custGeom>
              <a:rect b="b" l="l" r="r" t="t"/>
              <a:pathLst>
                <a:path extrusionOk="0" fill="none" h="23" w="8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40"/>
            <p:cNvSpPr/>
            <p:nvPr/>
          </p:nvSpPr>
          <p:spPr>
            <a:xfrm>
              <a:off x="7394850" y="-613200"/>
              <a:ext cx="445000" cy="118250"/>
            </a:xfrm>
            <a:custGeom>
              <a:rect b="b" l="l" r="r" t="t"/>
              <a:pathLst>
                <a:path extrusionOk="0" h="4730" w="1780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1" name="Google Shape;4441;p40"/>
            <p:cNvSpPr/>
            <p:nvPr/>
          </p:nvSpPr>
          <p:spPr>
            <a:xfrm>
              <a:off x="7394850" y="-613200"/>
              <a:ext cx="445000" cy="118250"/>
            </a:xfrm>
            <a:custGeom>
              <a:rect b="b" l="l" r="r" t="t"/>
              <a:pathLst>
                <a:path extrusionOk="0" fill="none" h="4730" w="1780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40"/>
            <p:cNvSpPr/>
            <p:nvPr/>
          </p:nvSpPr>
          <p:spPr>
            <a:xfrm>
              <a:off x="6045925" y="-987250"/>
              <a:ext cx="735750" cy="815300"/>
            </a:xfrm>
            <a:custGeom>
              <a:rect b="b" l="l" r="r" t="t"/>
              <a:pathLst>
                <a:path extrusionOk="0" h="32612" w="2943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40"/>
            <p:cNvSpPr/>
            <p:nvPr/>
          </p:nvSpPr>
          <p:spPr>
            <a:xfrm>
              <a:off x="7752225" y="-585800"/>
              <a:ext cx="394475" cy="311725"/>
            </a:xfrm>
            <a:custGeom>
              <a:rect b="b" l="l" r="r" t="t"/>
              <a:pathLst>
                <a:path extrusionOk="0" h="12469" w="15779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4" name="Google Shape;4444;p40"/>
            <p:cNvSpPr/>
            <p:nvPr/>
          </p:nvSpPr>
          <p:spPr>
            <a:xfrm>
              <a:off x="6164700" y="-980800"/>
              <a:ext cx="616975" cy="778200"/>
            </a:xfrm>
            <a:custGeom>
              <a:rect b="b" l="l" r="r" t="t"/>
              <a:pathLst>
                <a:path extrusionOk="0" h="31128" w="24679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5" name="Google Shape;4445;p40"/>
            <p:cNvSpPr/>
            <p:nvPr/>
          </p:nvSpPr>
          <p:spPr>
            <a:xfrm>
              <a:off x="6672000" y="-1371600"/>
              <a:ext cx="1656900" cy="461650"/>
            </a:xfrm>
            <a:custGeom>
              <a:rect b="b" l="l" r="r" t="t"/>
              <a:pathLst>
                <a:path extrusionOk="0" h="18466" w="66276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6" name="Google Shape;4446;p40"/>
            <p:cNvSpPr/>
            <p:nvPr/>
          </p:nvSpPr>
          <p:spPr>
            <a:xfrm>
              <a:off x="7603350" y="-837300"/>
              <a:ext cx="138675" cy="104275"/>
            </a:xfrm>
            <a:custGeom>
              <a:rect b="b" l="l" r="r" t="t"/>
              <a:pathLst>
                <a:path extrusionOk="0" h="4171" w="5547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7" name="Google Shape;4447;p40"/>
            <p:cNvSpPr/>
            <p:nvPr/>
          </p:nvSpPr>
          <p:spPr>
            <a:xfrm>
              <a:off x="7603350" y="-837300"/>
              <a:ext cx="138675" cy="104275"/>
            </a:xfrm>
            <a:custGeom>
              <a:rect b="b" l="l" r="r" t="t"/>
              <a:pathLst>
                <a:path extrusionOk="0" fill="none" h="4171" w="5547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8" name="Google Shape;4448;p40"/>
            <p:cNvSpPr/>
            <p:nvPr/>
          </p:nvSpPr>
          <p:spPr>
            <a:xfrm>
              <a:off x="7617325" y="-819575"/>
              <a:ext cx="147825" cy="62375"/>
            </a:xfrm>
            <a:custGeom>
              <a:rect b="b" l="l" r="r" t="t"/>
              <a:pathLst>
                <a:path extrusionOk="0" h="2495" w="5913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9" name="Google Shape;4449;p40"/>
            <p:cNvSpPr/>
            <p:nvPr/>
          </p:nvSpPr>
          <p:spPr>
            <a:xfrm>
              <a:off x="8113375" y="-611600"/>
              <a:ext cx="47300" cy="22600"/>
            </a:xfrm>
            <a:custGeom>
              <a:rect b="b" l="l" r="r" t="t"/>
              <a:pathLst>
                <a:path extrusionOk="0" h="904" w="1892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0" name="Google Shape;4450;p40"/>
            <p:cNvSpPr/>
            <p:nvPr/>
          </p:nvSpPr>
          <p:spPr>
            <a:xfrm>
              <a:off x="8113375" y="-611600"/>
              <a:ext cx="47300" cy="22600"/>
            </a:xfrm>
            <a:custGeom>
              <a:rect b="b" l="l" r="r" t="t"/>
              <a:pathLst>
                <a:path extrusionOk="0" fill="none" h="904" w="1892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1" name="Google Shape;4451;p40"/>
            <p:cNvSpPr/>
            <p:nvPr/>
          </p:nvSpPr>
          <p:spPr>
            <a:xfrm>
              <a:off x="7932250" y="-657275"/>
              <a:ext cx="228425" cy="68275"/>
            </a:xfrm>
            <a:custGeom>
              <a:rect b="b" l="l" r="r" t="t"/>
              <a:pathLst>
                <a:path extrusionOk="0" h="2731" w="9137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2" name="Google Shape;4452;p40"/>
            <p:cNvSpPr/>
            <p:nvPr/>
          </p:nvSpPr>
          <p:spPr>
            <a:xfrm>
              <a:off x="7932250" y="-657275"/>
              <a:ext cx="228425" cy="68275"/>
            </a:xfrm>
            <a:custGeom>
              <a:rect b="b" l="l" r="r" t="t"/>
              <a:pathLst>
                <a:path extrusionOk="0" fill="none" h="2731" w="9137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3" name="Google Shape;4453;p40"/>
            <p:cNvSpPr/>
            <p:nvPr/>
          </p:nvSpPr>
          <p:spPr>
            <a:xfrm>
              <a:off x="7973625" y="-669625"/>
              <a:ext cx="139775" cy="63425"/>
            </a:xfrm>
            <a:custGeom>
              <a:rect b="b" l="l" r="r" t="t"/>
              <a:pathLst>
                <a:path extrusionOk="0" h="2537" w="5591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4" name="Google Shape;4454;p40"/>
            <p:cNvSpPr/>
            <p:nvPr/>
          </p:nvSpPr>
          <p:spPr>
            <a:xfrm>
              <a:off x="7703325" y="-771750"/>
              <a:ext cx="289150" cy="141925"/>
            </a:xfrm>
            <a:custGeom>
              <a:rect b="b" l="l" r="r" t="t"/>
              <a:pathLst>
                <a:path extrusionOk="0" h="5677" w="11566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5" name="Google Shape;4455;p40"/>
            <p:cNvSpPr/>
            <p:nvPr/>
          </p:nvSpPr>
          <p:spPr>
            <a:xfrm>
              <a:off x="7703325" y="-771750"/>
              <a:ext cx="289150" cy="141925"/>
            </a:xfrm>
            <a:custGeom>
              <a:rect b="b" l="l" r="r" t="t"/>
              <a:pathLst>
                <a:path extrusionOk="0" fill="none" h="5677" w="11566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56" name="Google Shape;4456;p40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12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4457" name="Google Shape;4457;p40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6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1" name="Shape 4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2" name="Google Shape;4462;p41"/>
          <p:cNvSpPr txBox="1"/>
          <p:nvPr>
            <p:ph idx="4294967295" type="subTitle"/>
          </p:nvPr>
        </p:nvSpPr>
        <p:spPr>
          <a:xfrm>
            <a:off x="720000" y="1140450"/>
            <a:ext cx="4052700" cy="289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 test our model, we seek to cover 25% of routes in our dataset.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Coverage means that both the departure and destination airports will be included in our final index of airports (nodes).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 25% coverage, our index has 30 airports.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will give us a model that is easy to test and can be scaled later.</a:t>
            </a:r>
            <a:endParaRPr/>
          </a:p>
        </p:txBody>
      </p:sp>
      <p:sp>
        <p:nvSpPr>
          <p:cNvPr id="4463" name="Google Shape;4463;p41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Coverage</a:t>
            </a:r>
            <a:endParaRPr/>
          </a:p>
        </p:txBody>
      </p:sp>
      <p:sp>
        <p:nvSpPr>
          <p:cNvPr id="4464" name="Google Shape;4464;p41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5</a:t>
            </a:r>
            <a:endParaRPr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pic>
        <p:nvPicPr>
          <p:cNvPr id="4465" name="Google Shape;4465;p41" title="Screenshot 2026-04-19 at 12.10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585" y="1140450"/>
            <a:ext cx="3651409" cy="2862601"/>
          </a:xfrm>
          <a:prstGeom prst="rect">
            <a:avLst/>
          </a:prstGeom>
          <a:noFill/>
          <a:ln>
            <a:noFill/>
          </a:ln>
        </p:spPr>
      </p:pic>
      <p:sp>
        <p:nvSpPr>
          <p:cNvPr id="4466" name="Google Shape;4466;p41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7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0" name="Shape 4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1" name="Google Shape;4471;p42"/>
          <p:cNvSpPr txBox="1"/>
          <p:nvPr>
            <p:ph idx="4294967295" type="subTitle"/>
          </p:nvPr>
        </p:nvSpPr>
        <p:spPr>
          <a:xfrm>
            <a:off x="720000" y="1140450"/>
            <a:ext cx="4052700" cy="289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100% coverage requires using all 549 unique airports in the routes dataset.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However, this graph demonstrates that the steepest gains in coverage come from the top 100 airports, with lesser gains coming from the next 100, and further diminishing returns after this point.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example, 80% coverage occurs at 146 airports.</a:t>
            </a:r>
            <a:endParaRPr/>
          </a:p>
        </p:txBody>
      </p:sp>
      <p:sp>
        <p:nvSpPr>
          <p:cNvPr id="4472" name="Google Shape;4472;p42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Coverage</a:t>
            </a:r>
            <a:endParaRPr/>
          </a:p>
        </p:txBody>
      </p:sp>
      <p:sp>
        <p:nvSpPr>
          <p:cNvPr id="4473" name="Google Shape;4473;p42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6</a:t>
            </a:r>
            <a:endParaRPr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pic>
        <p:nvPicPr>
          <p:cNvPr id="4474" name="Google Shape;4474;p42" title="Screenshot 2026-04-20 at 8.36.2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123" y="1140450"/>
            <a:ext cx="3639727" cy="28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5" name="Google Shape;4475;p42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8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9" name="Shape 4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0" name="Google Shape;4480;p43"/>
          <p:cNvSpPr txBox="1"/>
          <p:nvPr>
            <p:ph idx="4294967295" type="subTitle"/>
          </p:nvPr>
        </p:nvSpPr>
        <p:spPr>
          <a:xfrm>
            <a:off x="720000" y="914450"/>
            <a:ext cx="3462600" cy="335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order to choose an ideal number of airports to serve as hubs, we solved the model from 1 hub to n (number of airports determined by the desired route coverage) hubs.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this model, n=30, and we used the elbow method to find that diminishing returns </a:t>
            </a:r>
            <a:r>
              <a:rPr lang="en"/>
              <a:t>occurred</a:t>
            </a:r>
            <a:r>
              <a:rPr lang="en"/>
              <a:t> after around 5 hubs.</a:t>
            </a:r>
            <a:endParaRPr/>
          </a:p>
        </p:txBody>
      </p:sp>
      <p:sp>
        <p:nvSpPr>
          <p:cNvPr id="4481" name="Google Shape;4481;p43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Ideal Number of Hubs</a:t>
            </a:r>
            <a:endParaRPr/>
          </a:p>
        </p:txBody>
      </p:sp>
      <p:sp>
        <p:nvSpPr>
          <p:cNvPr id="4482" name="Google Shape;4482;p43"/>
          <p:cNvSpPr/>
          <p:nvPr/>
        </p:nvSpPr>
        <p:spPr>
          <a:xfrm>
            <a:off x="881640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7</a:t>
            </a:r>
            <a:endParaRPr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pic>
        <p:nvPicPr>
          <p:cNvPr id="4483" name="Google Shape;4483;p43" title="Screenshot 2026-04-16 at 7.50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725" y="914438"/>
            <a:ext cx="4241274" cy="33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4" name="Google Shape;4484;p43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9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8" name="Shape 4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9" name="Google Shape;4489;p44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30 Airports by Route Activity</a:t>
            </a:r>
            <a:endParaRPr/>
          </a:p>
        </p:txBody>
      </p:sp>
      <p:pic>
        <p:nvPicPr>
          <p:cNvPr id="4490" name="Google Shape;449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914450"/>
            <a:ext cx="4805801" cy="3838815"/>
          </a:xfrm>
          <a:prstGeom prst="rect">
            <a:avLst/>
          </a:prstGeom>
          <a:noFill/>
          <a:ln>
            <a:noFill/>
          </a:ln>
        </p:spPr>
      </p:pic>
      <p:sp>
        <p:nvSpPr>
          <p:cNvPr id="4491" name="Google Shape;4491;p44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9</a:t>
            </a:r>
            <a:endParaRPr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sp>
        <p:nvSpPr>
          <p:cNvPr id="4492" name="Google Shape;4492;p44"/>
          <p:cNvSpPr txBox="1"/>
          <p:nvPr>
            <p:ph idx="4294967295" type="body"/>
          </p:nvPr>
        </p:nvSpPr>
        <p:spPr>
          <a:xfrm>
            <a:off x="5444350" y="1573713"/>
            <a:ext cx="3372000" cy="25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Airports ranked by total route connections, used as a proxy for airport activity.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These airports form the candidate set for hub selection.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Identifies the most connected and influential </a:t>
            </a:r>
            <a:r>
              <a:rPr lang="en"/>
              <a:t>airports</a:t>
            </a:r>
            <a:r>
              <a:rPr lang="en"/>
              <a:t> in the network.</a:t>
            </a:r>
            <a:endParaRPr/>
          </a:p>
        </p:txBody>
      </p:sp>
      <p:sp>
        <p:nvSpPr>
          <p:cNvPr id="4493" name="Google Shape;4493;p44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10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7" name="Shape 4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8" name="Google Shape;4498;p45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Hub and Spoke Map</a:t>
            </a:r>
            <a:endParaRPr/>
          </a:p>
        </p:txBody>
      </p:sp>
      <p:sp>
        <p:nvSpPr>
          <p:cNvPr id="4499" name="Google Shape;4499;p45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11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pic>
        <p:nvPicPr>
          <p:cNvPr id="4500" name="Google Shape;4500;p45" title="Screenshot 2026-04-16 at 7.48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575" y="1000774"/>
            <a:ext cx="6046825" cy="314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4" name="Shape 4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" name="Google Shape;4505;p46"/>
          <p:cNvSpPr txBox="1"/>
          <p:nvPr>
            <p:ph idx="4" type="title"/>
          </p:nvPr>
        </p:nvSpPr>
        <p:spPr>
          <a:xfrm>
            <a:off x="719925" y="2168104"/>
            <a:ext cx="25056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Hub Selection Impacts Efficiency</a:t>
            </a:r>
            <a:endParaRPr/>
          </a:p>
        </p:txBody>
      </p:sp>
      <p:sp>
        <p:nvSpPr>
          <p:cNvPr id="4506" name="Google Shape;4506;p46"/>
          <p:cNvSpPr txBox="1"/>
          <p:nvPr>
            <p:ph idx="5" type="title"/>
          </p:nvPr>
        </p:nvSpPr>
        <p:spPr>
          <a:xfrm>
            <a:off x="3319199" y="2168104"/>
            <a:ext cx="25056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Non-Obvious Solutions</a:t>
            </a:r>
            <a:endParaRPr/>
          </a:p>
        </p:txBody>
      </p:sp>
      <p:sp>
        <p:nvSpPr>
          <p:cNvPr id="4507" name="Google Shape;4507;p46"/>
          <p:cNvSpPr txBox="1"/>
          <p:nvPr>
            <p:ph idx="6" type="title"/>
          </p:nvPr>
        </p:nvSpPr>
        <p:spPr>
          <a:xfrm>
            <a:off x="5918472" y="2168104"/>
            <a:ext cx="2505600" cy="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Adaptable and Scalable</a:t>
            </a:r>
            <a:endParaRPr/>
          </a:p>
        </p:txBody>
      </p:sp>
      <p:sp>
        <p:nvSpPr>
          <p:cNvPr id="4508" name="Google Shape;4508;p46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4509" name="Google Shape;4509;p46"/>
          <p:cNvSpPr txBox="1"/>
          <p:nvPr>
            <p:ph idx="1" type="subTitle"/>
          </p:nvPr>
        </p:nvSpPr>
        <p:spPr>
          <a:xfrm>
            <a:off x="721879" y="2808650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hub placement significantly reduces total network travel distance.</a:t>
            </a:r>
            <a:endParaRPr/>
          </a:p>
        </p:txBody>
      </p:sp>
      <p:sp>
        <p:nvSpPr>
          <p:cNvPr id="4510" name="Google Shape;4510;p46"/>
          <p:cNvSpPr txBox="1"/>
          <p:nvPr>
            <p:ph idx="2" type="subTitle"/>
          </p:nvPr>
        </p:nvSpPr>
        <p:spPr>
          <a:xfrm>
            <a:off x="3321150" y="2808650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 identifies hubs that may not be intuitive but improve overall network performance.</a:t>
            </a:r>
            <a:endParaRPr/>
          </a:p>
        </p:txBody>
      </p:sp>
      <p:sp>
        <p:nvSpPr>
          <p:cNvPr id="4511" name="Google Shape;4511;p46"/>
          <p:cNvSpPr txBox="1"/>
          <p:nvPr>
            <p:ph idx="3" type="subTitle"/>
          </p:nvPr>
        </p:nvSpPr>
        <p:spPr>
          <a:xfrm>
            <a:off x="5920421" y="2808650"/>
            <a:ext cx="25017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framework can be adjusted for different hub counts, datasets, and real-world applications.</a:t>
            </a:r>
            <a:endParaRPr/>
          </a:p>
        </p:txBody>
      </p:sp>
      <p:sp>
        <p:nvSpPr>
          <p:cNvPr id="4512" name="Google Shape;4512;p46"/>
          <p:cNvSpPr/>
          <p:nvPr/>
        </p:nvSpPr>
        <p:spPr>
          <a:xfrm>
            <a:off x="1593229" y="1247308"/>
            <a:ext cx="759000" cy="759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3" name="Google Shape;4513;p46"/>
          <p:cNvSpPr/>
          <p:nvPr/>
        </p:nvSpPr>
        <p:spPr>
          <a:xfrm>
            <a:off x="4192500" y="1247308"/>
            <a:ext cx="759000" cy="759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4" name="Google Shape;4514;p46"/>
          <p:cNvSpPr/>
          <p:nvPr/>
        </p:nvSpPr>
        <p:spPr>
          <a:xfrm>
            <a:off x="6791771" y="1247308"/>
            <a:ext cx="759000" cy="759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5" name="Google Shape;4515;p46"/>
          <p:cNvSpPr/>
          <p:nvPr/>
        </p:nvSpPr>
        <p:spPr>
          <a:xfrm>
            <a:off x="1804992" y="1459058"/>
            <a:ext cx="335475" cy="335500"/>
          </a:xfrm>
          <a:custGeom>
            <a:rect b="b" l="l" r="r" t="t"/>
            <a:pathLst>
              <a:path extrusionOk="0" h="13420" w="13419">
                <a:moveTo>
                  <a:pt x="12114" y="1"/>
                </a:moveTo>
                <a:lnTo>
                  <a:pt x="11835" y="47"/>
                </a:lnTo>
                <a:lnTo>
                  <a:pt x="11602" y="94"/>
                </a:lnTo>
                <a:lnTo>
                  <a:pt x="11369" y="234"/>
                </a:lnTo>
                <a:lnTo>
                  <a:pt x="11182" y="420"/>
                </a:lnTo>
                <a:lnTo>
                  <a:pt x="8433" y="3262"/>
                </a:lnTo>
                <a:lnTo>
                  <a:pt x="1724" y="1072"/>
                </a:lnTo>
                <a:lnTo>
                  <a:pt x="326" y="2470"/>
                </a:lnTo>
                <a:lnTo>
                  <a:pt x="5917" y="5918"/>
                </a:lnTo>
                <a:lnTo>
                  <a:pt x="3075" y="8853"/>
                </a:lnTo>
                <a:lnTo>
                  <a:pt x="1258" y="8574"/>
                </a:lnTo>
                <a:lnTo>
                  <a:pt x="0" y="9832"/>
                </a:lnTo>
                <a:lnTo>
                  <a:pt x="2656" y="10763"/>
                </a:lnTo>
                <a:lnTo>
                  <a:pt x="3588" y="13419"/>
                </a:lnTo>
                <a:lnTo>
                  <a:pt x="4846" y="12161"/>
                </a:lnTo>
                <a:lnTo>
                  <a:pt x="4566" y="10344"/>
                </a:lnTo>
                <a:lnTo>
                  <a:pt x="7502" y="7502"/>
                </a:lnTo>
                <a:lnTo>
                  <a:pt x="10949" y="13093"/>
                </a:lnTo>
                <a:lnTo>
                  <a:pt x="12347" y="11695"/>
                </a:lnTo>
                <a:lnTo>
                  <a:pt x="10157" y="4986"/>
                </a:lnTo>
                <a:lnTo>
                  <a:pt x="13000" y="2237"/>
                </a:lnTo>
                <a:lnTo>
                  <a:pt x="13186" y="2051"/>
                </a:lnTo>
                <a:lnTo>
                  <a:pt x="13326" y="1818"/>
                </a:lnTo>
                <a:lnTo>
                  <a:pt x="13372" y="1585"/>
                </a:lnTo>
                <a:lnTo>
                  <a:pt x="13419" y="1305"/>
                </a:lnTo>
                <a:lnTo>
                  <a:pt x="13372" y="1072"/>
                </a:lnTo>
                <a:lnTo>
                  <a:pt x="13326" y="839"/>
                </a:lnTo>
                <a:lnTo>
                  <a:pt x="13186" y="606"/>
                </a:lnTo>
                <a:lnTo>
                  <a:pt x="13046" y="373"/>
                </a:lnTo>
                <a:lnTo>
                  <a:pt x="12813" y="234"/>
                </a:lnTo>
                <a:lnTo>
                  <a:pt x="12580" y="94"/>
                </a:lnTo>
                <a:lnTo>
                  <a:pt x="12347" y="47"/>
                </a:lnTo>
                <a:lnTo>
                  <a:pt x="1211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16" name="Google Shape;4516;p46"/>
          <p:cNvGrpSpPr/>
          <p:nvPr/>
        </p:nvGrpSpPr>
        <p:grpSpPr>
          <a:xfrm>
            <a:off x="4404250" y="1497508"/>
            <a:ext cx="335500" cy="258600"/>
            <a:chOff x="4769200" y="2031650"/>
            <a:chExt cx="335500" cy="258600"/>
          </a:xfrm>
        </p:grpSpPr>
        <p:sp>
          <p:nvSpPr>
            <p:cNvPr id="4517" name="Google Shape;4517;p46"/>
            <p:cNvSpPr/>
            <p:nvPr/>
          </p:nvSpPr>
          <p:spPr>
            <a:xfrm>
              <a:off x="4789000" y="2031650"/>
              <a:ext cx="315700" cy="172400"/>
            </a:xfrm>
            <a:custGeom>
              <a:rect b="b" l="l" r="r" t="t"/>
              <a:pathLst>
                <a:path extrusionOk="0" h="6896" w="12628">
                  <a:moveTo>
                    <a:pt x="5079" y="0"/>
                  </a:moveTo>
                  <a:lnTo>
                    <a:pt x="3216" y="1072"/>
                  </a:lnTo>
                  <a:lnTo>
                    <a:pt x="5592" y="3588"/>
                  </a:lnTo>
                  <a:lnTo>
                    <a:pt x="2703" y="5358"/>
                  </a:lnTo>
                  <a:lnTo>
                    <a:pt x="1305" y="4753"/>
                  </a:lnTo>
                  <a:lnTo>
                    <a:pt x="1" y="5498"/>
                  </a:lnTo>
                  <a:lnTo>
                    <a:pt x="1911" y="6803"/>
                  </a:lnTo>
                  <a:lnTo>
                    <a:pt x="3542" y="6896"/>
                  </a:lnTo>
                  <a:lnTo>
                    <a:pt x="12068" y="2190"/>
                  </a:lnTo>
                  <a:lnTo>
                    <a:pt x="12255" y="2050"/>
                  </a:lnTo>
                  <a:lnTo>
                    <a:pt x="12394" y="1911"/>
                  </a:lnTo>
                  <a:lnTo>
                    <a:pt x="12534" y="1724"/>
                  </a:lnTo>
                  <a:lnTo>
                    <a:pt x="12581" y="1538"/>
                  </a:lnTo>
                  <a:lnTo>
                    <a:pt x="12627" y="1351"/>
                  </a:lnTo>
                  <a:lnTo>
                    <a:pt x="12627" y="1118"/>
                  </a:lnTo>
                  <a:lnTo>
                    <a:pt x="12581" y="932"/>
                  </a:lnTo>
                  <a:lnTo>
                    <a:pt x="12487" y="699"/>
                  </a:lnTo>
                  <a:lnTo>
                    <a:pt x="12348" y="513"/>
                  </a:lnTo>
                  <a:lnTo>
                    <a:pt x="12208" y="373"/>
                  </a:lnTo>
                  <a:lnTo>
                    <a:pt x="12022" y="280"/>
                  </a:lnTo>
                  <a:lnTo>
                    <a:pt x="11835" y="187"/>
                  </a:lnTo>
                  <a:lnTo>
                    <a:pt x="11416" y="187"/>
                  </a:lnTo>
                  <a:lnTo>
                    <a:pt x="11229" y="233"/>
                  </a:lnTo>
                  <a:lnTo>
                    <a:pt x="10997" y="326"/>
                  </a:lnTo>
                  <a:lnTo>
                    <a:pt x="8201" y="2050"/>
                  </a:lnTo>
                  <a:lnTo>
                    <a:pt x="50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8" name="Google Shape;4518;p46"/>
            <p:cNvSpPr/>
            <p:nvPr/>
          </p:nvSpPr>
          <p:spPr>
            <a:xfrm>
              <a:off x="4769200" y="2270425"/>
              <a:ext cx="298225" cy="19825"/>
            </a:xfrm>
            <a:custGeom>
              <a:rect b="b" l="l" r="r" t="t"/>
              <a:pathLst>
                <a:path extrusionOk="0" h="793" w="11929">
                  <a:moveTo>
                    <a:pt x="1" y="1"/>
                  </a:moveTo>
                  <a:lnTo>
                    <a:pt x="1" y="793"/>
                  </a:lnTo>
                  <a:lnTo>
                    <a:pt x="11928" y="793"/>
                  </a:lnTo>
                  <a:lnTo>
                    <a:pt x="119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9" name="Google Shape;4519;p46"/>
          <p:cNvGrpSpPr/>
          <p:nvPr/>
        </p:nvGrpSpPr>
        <p:grpSpPr>
          <a:xfrm>
            <a:off x="7003533" y="1490508"/>
            <a:ext cx="335475" cy="272600"/>
            <a:chOff x="5525175" y="2024650"/>
            <a:chExt cx="335475" cy="272600"/>
          </a:xfrm>
        </p:grpSpPr>
        <p:sp>
          <p:nvSpPr>
            <p:cNvPr id="4520" name="Google Shape;4520;p46"/>
            <p:cNvSpPr/>
            <p:nvPr/>
          </p:nvSpPr>
          <p:spPr>
            <a:xfrm>
              <a:off x="5525175" y="2024650"/>
              <a:ext cx="300525" cy="194550"/>
            </a:xfrm>
            <a:custGeom>
              <a:rect b="b" l="l" r="r" t="t"/>
              <a:pathLst>
                <a:path extrusionOk="0" h="7782" w="12021">
                  <a:moveTo>
                    <a:pt x="5545" y="1"/>
                  </a:moveTo>
                  <a:lnTo>
                    <a:pt x="5172" y="3542"/>
                  </a:lnTo>
                  <a:lnTo>
                    <a:pt x="1864" y="2423"/>
                  </a:lnTo>
                  <a:lnTo>
                    <a:pt x="1444" y="933"/>
                  </a:lnTo>
                  <a:lnTo>
                    <a:pt x="0" y="373"/>
                  </a:lnTo>
                  <a:lnTo>
                    <a:pt x="233" y="2796"/>
                  </a:lnTo>
                  <a:lnTo>
                    <a:pt x="1258" y="4101"/>
                  </a:lnTo>
                  <a:lnTo>
                    <a:pt x="10530" y="7688"/>
                  </a:lnTo>
                  <a:lnTo>
                    <a:pt x="10763" y="7782"/>
                  </a:lnTo>
                  <a:lnTo>
                    <a:pt x="10996" y="7782"/>
                  </a:lnTo>
                  <a:lnTo>
                    <a:pt x="11182" y="7735"/>
                  </a:lnTo>
                  <a:lnTo>
                    <a:pt x="11369" y="7688"/>
                  </a:lnTo>
                  <a:lnTo>
                    <a:pt x="11555" y="7595"/>
                  </a:lnTo>
                  <a:lnTo>
                    <a:pt x="11741" y="7455"/>
                  </a:lnTo>
                  <a:lnTo>
                    <a:pt x="11881" y="7269"/>
                  </a:lnTo>
                  <a:lnTo>
                    <a:pt x="11974" y="7083"/>
                  </a:lnTo>
                  <a:lnTo>
                    <a:pt x="12021" y="6850"/>
                  </a:lnTo>
                  <a:lnTo>
                    <a:pt x="12021" y="6617"/>
                  </a:lnTo>
                  <a:lnTo>
                    <a:pt x="12021" y="6430"/>
                  </a:lnTo>
                  <a:lnTo>
                    <a:pt x="11928" y="6197"/>
                  </a:lnTo>
                  <a:lnTo>
                    <a:pt x="11834" y="6011"/>
                  </a:lnTo>
                  <a:lnTo>
                    <a:pt x="11695" y="5871"/>
                  </a:lnTo>
                  <a:lnTo>
                    <a:pt x="11508" y="5732"/>
                  </a:lnTo>
                  <a:lnTo>
                    <a:pt x="11275" y="5638"/>
                  </a:lnTo>
                  <a:lnTo>
                    <a:pt x="8107" y="4567"/>
                  </a:lnTo>
                  <a:lnTo>
                    <a:pt x="7641" y="793"/>
                  </a:lnTo>
                  <a:lnTo>
                    <a:pt x="55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1" name="Google Shape;4521;p46"/>
            <p:cNvSpPr/>
            <p:nvPr/>
          </p:nvSpPr>
          <p:spPr>
            <a:xfrm>
              <a:off x="5562425" y="2277425"/>
              <a:ext cx="298225" cy="19825"/>
            </a:xfrm>
            <a:custGeom>
              <a:rect b="b" l="l" r="r" t="t"/>
              <a:pathLst>
                <a:path extrusionOk="0" h="793" w="11929">
                  <a:moveTo>
                    <a:pt x="1" y="0"/>
                  </a:moveTo>
                  <a:lnTo>
                    <a:pt x="1" y="792"/>
                  </a:lnTo>
                  <a:lnTo>
                    <a:pt x="11929" y="792"/>
                  </a:lnTo>
                  <a:lnTo>
                    <a:pt x="119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2" name="Google Shape;4522;p46"/>
            <p:cNvSpPr/>
            <p:nvPr/>
          </p:nvSpPr>
          <p:spPr>
            <a:xfrm>
              <a:off x="5557775" y="2155100"/>
              <a:ext cx="39625" cy="39650"/>
            </a:xfrm>
            <a:custGeom>
              <a:rect b="b" l="l" r="r" t="t"/>
              <a:pathLst>
                <a:path extrusionOk="0" h="1586" w="1585">
                  <a:moveTo>
                    <a:pt x="653" y="1"/>
                  </a:moveTo>
                  <a:lnTo>
                    <a:pt x="467" y="48"/>
                  </a:lnTo>
                  <a:lnTo>
                    <a:pt x="373" y="141"/>
                  </a:lnTo>
                  <a:lnTo>
                    <a:pt x="234" y="234"/>
                  </a:lnTo>
                  <a:lnTo>
                    <a:pt x="140" y="327"/>
                  </a:lnTo>
                  <a:lnTo>
                    <a:pt x="47" y="467"/>
                  </a:lnTo>
                  <a:lnTo>
                    <a:pt x="1" y="607"/>
                  </a:lnTo>
                  <a:lnTo>
                    <a:pt x="1" y="793"/>
                  </a:lnTo>
                  <a:lnTo>
                    <a:pt x="1" y="933"/>
                  </a:lnTo>
                  <a:lnTo>
                    <a:pt x="47" y="1073"/>
                  </a:lnTo>
                  <a:lnTo>
                    <a:pt x="140" y="1212"/>
                  </a:lnTo>
                  <a:lnTo>
                    <a:pt x="234" y="1352"/>
                  </a:lnTo>
                  <a:lnTo>
                    <a:pt x="373" y="1445"/>
                  </a:lnTo>
                  <a:lnTo>
                    <a:pt x="467" y="1492"/>
                  </a:lnTo>
                  <a:lnTo>
                    <a:pt x="653" y="1539"/>
                  </a:lnTo>
                  <a:lnTo>
                    <a:pt x="793" y="1585"/>
                  </a:lnTo>
                  <a:lnTo>
                    <a:pt x="932" y="1539"/>
                  </a:lnTo>
                  <a:lnTo>
                    <a:pt x="1119" y="1492"/>
                  </a:lnTo>
                  <a:lnTo>
                    <a:pt x="1212" y="1445"/>
                  </a:lnTo>
                  <a:lnTo>
                    <a:pt x="1352" y="1352"/>
                  </a:lnTo>
                  <a:lnTo>
                    <a:pt x="1445" y="1212"/>
                  </a:lnTo>
                  <a:lnTo>
                    <a:pt x="1492" y="1073"/>
                  </a:lnTo>
                  <a:lnTo>
                    <a:pt x="1538" y="933"/>
                  </a:lnTo>
                  <a:lnTo>
                    <a:pt x="1585" y="793"/>
                  </a:lnTo>
                  <a:lnTo>
                    <a:pt x="1538" y="607"/>
                  </a:lnTo>
                  <a:lnTo>
                    <a:pt x="1492" y="467"/>
                  </a:lnTo>
                  <a:lnTo>
                    <a:pt x="1445" y="327"/>
                  </a:lnTo>
                  <a:lnTo>
                    <a:pt x="1352" y="234"/>
                  </a:lnTo>
                  <a:lnTo>
                    <a:pt x="1212" y="141"/>
                  </a:lnTo>
                  <a:lnTo>
                    <a:pt x="1119" y="48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46"/>
            <p:cNvSpPr/>
            <p:nvPr/>
          </p:nvSpPr>
          <p:spPr>
            <a:xfrm>
              <a:off x="5606700" y="2172575"/>
              <a:ext cx="39625" cy="39625"/>
            </a:xfrm>
            <a:custGeom>
              <a:rect b="b" l="l" r="r" t="t"/>
              <a:pathLst>
                <a:path extrusionOk="0" h="1585" w="1585">
                  <a:moveTo>
                    <a:pt x="653" y="1"/>
                  </a:moveTo>
                  <a:lnTo>
                    <a:pt x="466" y="47"/>
                  </a:lnTo>
                  <a:lnTo>
                    <a:pt x="327" y="141"/>
                  </a:lnTo>
                  <a:lnTo>
                    <a:pt x="233" y="234"/>
                  </a:lnTo>
                  <a:lnTo>
                    <a:pt x="140" y="374"/>
                  </a:lnTo>
                  <a:lnTo>
                    <a:pt x="47" y="467"/>
                  </a:lnTo>
                  <a:lnTo>
                    <a:pt x="0" y="653"/>
                  </a:lnTo>
                  <a:lnTo>
                    <a:pt x="0" y="793"/>
                  </a:lnTo>
                  <a:lnTo>
                    <a:pt x="0" y="933"/>
                  </a:lnTo>
                  <a:lnTo>
                    <a:pt x="47" y="1119"/>
                  </a:lnTo>
                  <a:lnTo>
                    <a:pt x="140" y="1212"/>
                  </a:lnTo>
                  <a:lnTo>
                    <a:pt x="233" y="1352"/>
                  </a:lnTo>
                  <a:lnTo>
                    <a:pt x="327" y="1445"/>
                  </a:lnTo>
                  <a:lnTo>
                    <a:pt x="466" y="1492"/>
                  </a:lnTo>
                  <a:lnTo>
                    <a:pt x="653" y="1538"/>
                  </a:lnTo>
                  <a:lnTo>
                    <a:pt x="793" y="1585"/>
                  </a:lnTo>
                  <a:lnTo>
                    <a:pt x="932" y="1538"/>
                  </a:lnTo>
                  <a:lnTo>
                    <a:pt x="1072" y="1492"/>
                  </a:lnTo>
                  <a:lnTo>
                    <a:pt x="1212" y="1445"/>
                  </a:lnTo>
                  <a:lnTo>
                    <a:pt x="1352" y="1352"/>
                  </a:lnTo>
                  <a:lnTo>
                    <a:pt x="1445" y="1212"/>
                  </a:lnTo>
                  <a:lnTo>
                    <a:pt x="1491" y="1119"/>
                  </a:lnTo>
                  <a:lnTo>
                    <a:pt x="1538" y="933"/>
                  </a:lnTo>
                  <a:lnTo>
                    <a:pt x="1585" y="793"/>
                  </a:lnTo>
                  <a:lnTo>
                    <a:pt x="1538" y="653"/>
                  </a:lnTo>
                  <a:lnTo>
                    <a:pt x="1491" y="467"/>
                  </a:lnTo>
                  <a:lnTo>
                    <a:pt x="1445" y="374"/>
                  </a:lnTo>
                  <a:lnTo>
                    <a:pt x="1352" y="234"/>
                  </a:lnTo>
                  <a:lnTo>
                    <a:pt x="1212" y="141"/>
                  </a:lnTo>
                  <a:lnTo>
                    <a:pt x="1072" y="47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46"/>
            <p:cNvSpPr/>
            <p:nvPr/>
          </p:nvSpPr>
          <p:spPr>
            <a:xfrm>
              <a:off x="5716200" y="221452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792" y="0"/>
                  </a:moveTo>
                  <a:lnTo>
                    <a:pt x="606" y="47"/>
                  </a:lnTo>
                  <a:lnTo>
                    <a:pt x="466" y="93"/>
                  </a:lnTo>
                  <a:lnTo>
                    <a:pt x="326" y="140"/>
                  </a:lnTo>
                  <a:lnTo>
                    <a:pt x="233" y="233"/>
                  </a:lnTo>
                  <a:lnTo>
                    <a:pt x="140" y="373"/>
                  </a:lnTo>
                  <a:lnTo>
                    <a:pt x="47" y="513"/>
                  </a:lnTo>
                  <a:lnTo>
                    <a:pt x="0" y="652"/>
                  </a:lnTo>
                  <a:lnTo>
                    <a:pt x="0" y="792"/>
                  </a:lnTo>
                  <a:lnTo>
                    <a:pt x="0" y="979"/>
                  </a:lnTo>
                  <a:lnTo>
                    <a:pt x="47" y="1118"/>
                  </a:lnTo>
                  <a:lnTo>
                    <a:pt x="140" y="1258"/>
                  </a:lnTo>
                  <a:lnTo>
                    <a:pt x="233" y="1351"/>
                  </a:lnTo>
                  <a:lnTo>
                    <a:pt x="326" y="1445"/>
                  </a:lnTo>
                  <a:lnTo>
                    <a:pt x="466" y="1538"/>
                  </a:lnTo>
                  <a:lnTo>
                    <a:pt x="606" y="1584"/>
                  </a:lnTo>
                  <a:lnTo>
                    <a:pt x="932" y="1584"/>
                  </a:lnTo>
                  <a:lnTo>
                    <a:pt x="1072" y="1538"/>
                  </a:lnTo>
                  <a:lnTo>
                    <a:pt x="1212" y="1445"/>
                  </a:lnTo>
                  <a:lnTo>
                    <a:pt x="1351" y="1351"/>
                  </a:lnTo>
                  <a:lnTo>
                    <a:pt x="1445" y="1258"/>
                  </a:lnTo>
                  <a:lnTo>
                    <a:pt x="1491" y="1118"/>
                  </a:lnTo>
                  <a:lnTo>
                    <a:pt x="1538" y="979"/>
                  </a:lnTo>
                  <a:lnTo>
                    <a:pt x="1538" y="792"/>
                  </a:lnTo>
                  <a:lnTo>
                    <a:pt x="1538" y="652"/>
                  </a:lnTo>
                  <a:lnTo>
                    <a:pt x="1491" y="513"/>
                  </a:lnTo>
                  <a:lnTo>
                    <a:pt x="1445" y="373"/>
                  </a:lnTo>
                  <a:lnTo>
                    <a:pt x="1351" y="233"/>
                  </a:lnTo>
                  <a:lnTo>
                    <a:pt x="1212" y="140"/>
                  </a:lnTo>
                  <a:lnTo>
                    <a:pt x="1072" y="93"/>
                  </a:lnTo>
                  <a:lnTo>
                    <a:pt x="932" y="47"/>
                  </a:lnTo>
                  <a:lnTo>
                    <a:pt x="7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5" name="Google Shape;4525;p46"/>
          <p:cNvGrpSpPr/>
          <p:nvPr/>
        </p:nvGrpSpPr>
        <p:grpSpPr>
          <a:xfrm flipH="1">
            <a:off x="249619" y="1167791"/>
            <a:ext cx="1143167" cy="451268"/>
            <a:chOff x="5454775" y="-1447800"/>
            <a:chExt cx="3232025" cy="1275850"/>
          </a:xfrm>
        </p:grpSpPr>
        <p:sp>
          <p:nvSpPr>
            <p:cNvPr id="4526" name="Google Shape;4526;p46"/>
            <p:cNvSpPr/>
            <p:nvPr/>
          </p:nvSpPr>
          <p:spPr>
            <a:xfrm>
              <a:off x="6602150" y="-685750"/>
              <a:ext cx="252600" cy="513800"/>
            </a:xfrm>
            <a:custGeom>
              <a:rect b="b" l="l" r="r" t="t"/>
              <a:pathLst>
                <a:path extrusionOk="0" h="20552" w="10104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7" name="Google Shape;4527;p46"/>
            <p:cNvSpPr/>
            <p:nvPr/>
          </p:nvSpPr>
          <p:spPr>
            <a:xfrm>
              <a:off x="6602150" y="-685750"/>
              <a:ext cx="252600" cy="513800"/>
            </a:xfrm>
            <a:custGeom>
              <a:rect b="b" l="l" r="r" t="t"/>
              <a:pathLst>
                <a:path extrusionOk="0" h="20552" w="10104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8" name="Google Shape;4528;p46"/>
            <p:cNvSpPr/>
            <p:nvPr/>
          </p:nvSpPr>
          <p:spPr>
            <a:xfrm>
              <a:off x="7163750" y="-1223175"/>
              <a:ext cx="698675" cy="294000"/>
            </a:xfrm>
            <a:custGeom>
              <a:rect b="b" l="l" r="r" t="t"/>
              <a:pathLst>
                <a:path extrusionOk="0" h="11760" w="27947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9" name="Google Shape;4529;p46"/>
            <p:cNvSpPr/>
            <p:nvPr/>
          </p:nvSpPr>
          <p:spPr>
            <a:xfrm>
              <a:off x="7163750" y="-1223175"/>
              <a:ext cx="698675" cy="294000"/>
            </a:xfrm>
            <a:custGeom>
              <a:rect b="b" l="l" r="r" t="t"/>
              <a:pathLst>
                <a:path extrusionOk="0" h="11760" w="27947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0" name="Google Shape;4530;p46"/>
            <p:cNvSpPr/>
            <p:nvPr/>
          </p:nvSpPr>
          <p:spPr>
            <a:xfrm>
              <a:off x="7169125" y="-1359675"/>
              <a:ext cx="489075" cy="148350"/>
            </a:xfrm>
            <a:custGeom>
              <a:rect b="b" l="l" r="r" t="t"/>
              <a:pathLst>
                <a:path extrusionOk="0" h="5934" w="19563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1" name="Google Shape;4531;p46"/>
            <p:cNvSpPr/>
            <p:nvPr/>
          </p:nvSpPr>
          <p:spPr>
            <a:xfrm>
              <a:off x="6634925" y="-1230150"/>
              <a:ext cx="489075" cy="148350"/>
            </a:xfrm>
            <a:custGeom>
              <a:rect b="b" l="l" r="r" t="t"/>
              <a:pathLst>
                <a:path extrusionOk="0" h="5934" w="19563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2" name="Google Shape;4532;p46"/>
            <p:cNvSpPr/>
            <p:nvPr/>
          </p:nvSpPr>
          <p:spPr>
            <a:xfrm>
              <a:off x="7169125" y="-1317750"/>
              <a:ext cx="489075" cy="106425"/>
            </a:xfrm>
            <a:custGeom>
              <a:rect b="b" l="l" r="r" t="t"/>
              <a:pathLst>
                <a:path extrusionOk="0" h="4257" w="19563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3" name="Google Shape;4533;p46"/>
            <p:cNvSpPr/>
            <p:nvPr/>
          </p:nvSpPr>
          <p:spPr>
            <a:xfrm>
              <a:off x="6637075" y="-1200600"/>
              <a:ext cx="486925" cy="98375"/>
            </a:xfrm>
            <a:custGeom>
              <a:rect b="b" l="l" r="r" t="t"/>
              <a:pathLst>
                <a:path extrusionOk="0" h="3935" w="19477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4" name="Google Shape;4534;p46"/>
            <p:cNvSpPr/>
            <p:nvPr/>
          </p:nvSpPr>
          <p:spPr>
            <a:xfrm>
              <a:off x="6059900" y="-765300"/>
              <a:ext cx="419750" cy="224125"/>
            </a:xfrm>
            <a:custGeom>
              <a:rect b="b" l="l" r="r" t="t"/>
              <a:pathLst>
                <a:path extrusionOk="0" h="8965" w="1679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5" name="Google Shape;4535;p46"/>
            <p:cNvSpPr/>
            <p:nvPr/>
          </p:nvSpPr>
          <p:spPr>
            <a:xfrm>
              <a:off x="6124925" y="-528300"/>
              <a:ext cx="420275" cy="223600"/>
            </a:xfrm>
            <a:custGeom>
              <a:rect b="b" l="l" r="r" t="t"/>
              <a:pathLst>
                <a:path extrusionOk="0" h="8944" w="16811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6" name="Google Shape;4536;p46"/>
            <p:cNvSpPr/>
            <p:nvPr/>
          </p:nvSpPr>
          <p:spPr>
            <a:xfrm>
              <a:off x="6188875" y="-758850"/>
              <a:ext cx="290775" cy="217675"/>
            </a:xfrm>
            <a:custGeom>
              <a:rect b="b" l="l" r="r" t="t"/>
              <a:pathLst>
                <a:path extrusionOk="0" h="8707" w="11631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7" name="Google Shape;4537;p46"/>
            <p:cNvSpPr/>
            <p:nvPr/>
          </p:nvSpPr>
          <p:spPr>
            <a:xfrm>
              <a:off x="6298500" y="-511625"/>
              <a:ext cx="246700" cy="206925"/>
            </a:xfrm>
            <a:custGeom>
              <a:rect b="b" l="l" r="r" t="t"/>
              <a:pathLst>
                <a:path extrusionOk="0" h="8277" w="9868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8" name="Google Shape;4538;p46"/>
            <p:cNvSpPr/>
            <p:nvPr/>
          </p:nvSpPr>
          <p:spPr>
            <a:xfrm>
              <a:off x="7983850" y="-790550"/>
              <a:ext cx="702950" cy="257450"/>
            </a:xfrm>
            <a:custGeom>
              <a:rect b="b" l="l" r="r" t="t"/>
              <a:pathLst>
                <a:path extrusionOk="0" h="10298" w="28118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9" name="Google Shape;4539;p46"/>
            <p:cNvSpPr/>
            <p:nvPr/>
          </p:nvSpPr>
          <p:spPr>
            <a:xfrm>
              <a:off x="7983850" y="-790550"/>
              <a:ext cx="702950" cy="257450"/>
            </a:xfrm>
            <a:custGeom>
              <a:rect b="b" l="l" r="r" t="t"/>
              <a:pathLst>
                <a:path extrusionOk="0" fill="none" h="10298" w="28118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46"/>
            <p:cNvSpPr/>
            <p:nvPr/>
          </p:nvSpPr>
          <p:spPr>
            <a:xfrm>
              <a:off x="5454775" y="-1404825"/>
              <a:ext cx="2837025" cy="933525"/>
            </a:xfrm>
            <a:custGeom>
              <a:rect b="b" l="l" r="r" t="t"/>
              <a:pathLst>
                <a:path extrusionOk="0" h="37341" w="113481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46"/>
            <p:cNvSpPr/>
            <p:nvPr/>
          </p:nvSpPr>
          <p:spPr>
            <a:xfrm>
              <a:off x="5454775" y="-1404825"/>
              <a:ext cx="2837025" cy="933525"/>
            </a:xfrm>
            <a:custGeom>
              <a:rect b="b" l="l" r="r" t="t"/>
              <a:pathLst>
                <a:path extrusionOk="0" fill="none" h="37341" w="113481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2" name="Google Shape;4542;p46"/>
            <p:cNvSpPr/>
            <p:nvPr/>
          </p:nvSpPr>
          <p:spPr>
            <a:xfrm>
              <a:off x="7617325" y="-1163525"/>
              <a:ext cx="835175" cy="557325"/>
            </a:xfrm>
            <a:custGeom>
              <a:rect b="b" l="l" r="r" t="t"/>
              <a:pathLst>
                <a:path extrusionOk="0" h="22293" w="33407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3" name="Google Shape;4543;p46"/>
            <p:cNvSpPr/>
            <p:nvPr/>
          </p:nvSpPr>
          <p:spPr>
            <a:xfrm>
              <a:off x="6672000" y="-1447800"/>
              <a:ext cx="1656900" cy="461650"/>
            </a:xfrm>
            <a:custGeom>
              <a:rect b="b" l="l" r="r" t="t"/>
              <a:pathLst>
                <a:path extrusionOk="0" h="18466" w="66276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46"/>
            <p:cNvSpPr/>
            <p:nvPr/>
          </p:nvSpPr>
          <p:spPr>
            <a:xfrm>
              <a:off x="5536975" y="-1344100"/>
              <a:ext cx="50550" cy="59700"/>
            </a:xfrm>
            <a:custGeom>
              <a:rect b="b" l="l" r="r" t="t"/>
              <a:pathLst>
                <a:path extrusionOk="0" h="2388" w="2022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46"/>
            <p:cNvSpPr/>
            <p:nvPr/>
          </p:nvSpPr>
          <p:spPr>
            <a:xfrm>
              <a:off x="5628875" y="-1247350"/>
              <a:ext cx="51625" cy="93000"/>
            </a:xfrm>
            <a:custGeom>
              <a:rect b="b" l="l" r="r" t="t"/>
              <a:pathLst>
                <a:path extrusionOk="0" h="3720" w="2065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46"/>
            <p:cNvSpPr/>
            <p:nvPr/>
          </p:nvSpPr>
          <p:spPr>
            <a:xfrm>
              <a:off x="5628875" y="-1247350"/>
              <a:ext cx="51625" cy="93000"/>
            </a:xfrm>
            <a:custGeom>
              <a:rect b="b" l="l" r="r" t="t"/>
              <a:pathLst>
                <a:path extrusionOk="0" fill="none" h="3720" w="2065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46"/>
            <p:cNvSpPr/>
            <p:nvPr/>
          </p:nvSpPr>
          <p:spPr>
            <a:xfrm>
              <a:off x="5701975" y="-1192550"/>
              <a:ext cx="23125" cy="27450"/>
            </a:xfrm>
            <a:custGeom>
              <a:rect b="b" l="l" r="r" t="t"/>
              <a:pathLst>
                <a:path extrusionOk="0" h="1098" w="925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46"/>
            <p:cNvSpPr/>
            <p:nvPr/>
          </p:nvSpPr>
          <p:spPr>
            <a:xfrm>
              <a:off x="5701975" y="-1192550"/>
              <a:ext cx="23125" cy="27450"/>
            </a:xfrm>
            <a:custGeom>
              <a:rect b="b" l="l" r="r" t="t"/>
              <a:pathLst>
                <a:path extrusionOk="0" fill="none" h="1098" w="925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46"/>
            <p:cNvSpPr/>
            <p:nvPr/>
          </p:nvSpPr>
          <p:spPr>
            <a:xfrm>
              <a:off x="5730450" y="-1181800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0" name="Google Shape;4550;p46"/>
            <p:cNvSpPr/>
            <p:nvPr/>
          </p:nvSpPr>
          <p:spPr>
            <a:xfrm>
              <a:off x="5730450" y="-1181800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1" name="Google Shape;4551;p46"/>
            <p:cNvSpPr/>
            <p:nvPr/>
          </p:nvSpPr>
          <p:spPr>
            <a:xfrm>
              <a:off x="5758950" y="-1170500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2" name="Google Shape;4552;p46"/>
            <p:cNvSpPr/>
            <p:nvPr/>
          </p:nvSpPr>
          <p:spPr>
            <a:xfrm>
              <a:off x="5758950" y="-1170500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3" name="Google Shape;4553;p46"/>
            <p:cNvSpPr/>
            <p:nvPr/>
          </p:nvSpPr>
          <p:spPr>
            <a:xfrm>
              <a:off x="5787425" y="-115975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4" name="Google Shape;4554;p46"/>
            <p:cNvSpPr/>
            <p:nvPr/>
          </p:nvSpPr>
          <p:spPr>
            <a:xfrm>
              <a:off x="5787425" y="-115975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5" name="Google Shape;4555;p46"/>
            <p:cNvSpPr/>
            <p:nvPr/>
          </p:nvSpPr>
          <p:spPr>
            <a:xfrm>
              <a:off x="5815900" y="-11484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6" name="Google Shape;4556;p46"/>
            <p:cNvSpPr/>
            <p:nvPr/>
          </p:nvSpPr>
          <p:spPr>
            <a:xfrm>
              <a:off x="5815900" y="-11484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7" name="Google Shape;4557;p46"/>
            <p:cNvSpPr/>
            <p:nvPr/>
          </p:nvSpPr>
          <p:spPr>
            <a:xfrm>
              <a:off x="5844400" y="-1137725"/>
              <a:ext cx="22575" cy="27425"/>
            </a:xfrm>
            <a:custGeom>
              <a:rect b="b" l="l" r="r" t="t"/>
              <a:pathLst>
                <a:path extrusionOk="0" h="1097" w="903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8" name="Google Shape;4558;p46"/>
            <p:cNvSpPr/>
            <p:nvPr/>
          </p:nvSpPr>
          <p:spPr>
            <a:xfrm>
              <a:off x="5844400" y="-11377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9" name="Google Shape;4559;p46"/>
            <p:cNvSpPr/>
            <p:nvPr/>
          </p:nvSpPr>
          <p:spPr>
            <a:xfrm>
              <a:off x="5872875" y="-1126425"/>
              <a:ext cx="22600" cy="26875"/>
            </a:xfrm>
            <a:custGeom>
              <a:rect b="b" l="l" r="r" t="t"/>
              <a:pathLst>
                <a:path extrusionOk="0" h="1075" w="904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0" name="Google Shape;4560;p46"/>
            <p:cNvSpPr/>
            <p:nvPr/>
          </p:nvSpPr>
          <p:spPr>
            <a:xfrm>
              <a:off x="5872875" y="-1126425"/>
              <a:ext cx="22600" cy="26875"/>
            </a:xfrm>
            <a:custGeom>
              <a:rect b="b" l="l" r="r" t="t"/>
              <a:pathLst>
                <a:path extrusionOk="0" fill="none" h="1075" w="904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1" name="Google Shape;4561;p46"/>
            <p:cNvSpPr/>
            <p:nvPr/>
          </p:nvSpPr>
          <p:spPr>
            <a:xfrm>
              <a:off x="5901350" y="-1115700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2" name="Google Shape;4562;p46"/>
            <p:cNvSpPr/>
            <p:nvPr/>
          </p:nvSpPr>
          <p:spPr>
            <a:xfrm>
              <a:off x="5901350" y="-1115700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3" name="Google Shape;4563;p46"/>
            <p:cNvSpPr/>
            <p:nvPr/>
          </p:nvSpPr>
          <p:spPr>
            <a:xfrm>
              <a:off x="5929850" y="-1104950"/>
              <a:ext cx="22575" cy="27450"/>
            </a:xfrm>
            <a:custGeom>
              <a:rect b="b" l="l" r="r" t="t"/>
              <a:pathLst>
                <a:path extrusionOk="0" h="1098" w="903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4" name="Google Shape;4564;p46"/>
            <p:cNvSpPr/>
            <p:nvPr/>
          </p:nvSpPr>
          <p:spPr>
            <a:xfrm>
              <a:off x="5929850" y="-1104950"/>
              <a:ext cx="22575" cy="27450"/>
            </a:xfrm>
            <a:custGeom>
              <a:rect b="b" l="l" r="r" t="t"/>
              <a:pathLst>
                <a:path extrusionOk="0" fill="none" h="1098" w="903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5" name="Google Shape;4565;p46"/>
            <p:cNvSpPr/>
            <p:nvPr/>
          </p:nvSpPr>
          <p:spPr>
            <a:xfrm>
              <a:off x="5957775" y="-1093650"/>
              <a:ext cx="23150" cy="26900"/>
            </a:xfrm>
            <a:custGeom>
              <a:rect b="b" l="l" r="r" t="t"/>
              <a:pathLst>
                <a:path extrusionOk="0" h="1076" w="926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6" name="Google Shape;4566;p46"/>
            <p:cNvSpPr/>
            <p:nvPr/>
          </p:nvSpPr>
          <p:spPr>
            <a:xfrm>
              <a:off x="5957775" y="-1093650"/>
              <a:ext cx="23150" cy="26900"/>
            </a:xfrm>
            <a:custGeom>
              <a:rect b="b" l="l" r="r" t="t"/>
              <a:pathLst>
                <a:path extrusionOk="0" fill="none" h="1076" w="926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7" name="Google Shape;4567;p46"/>
            <p:cNvSpPr/>
            <p:nvPr/>
          </p:nvSpPr>
          <p:spPr>
            <a:xfrm>
              <a:off x="5986275" y="-108290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8" name="Google Shape;4568;p46"/>
            <p:cNvSpPr/>
            <p:nvPr/>
          </p:nvSpPr>
          <p:spPr>
            <a:xfrm>
              <a:off x="5986275" y="-108290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9" name="Google Shape;4569;p46"/>
            <p:cNvSpPr/>
            <p:nvPr/>
          </p:nvSpPr>
          <p:spPr>
            <a:xfrm>
              <a:off x="6014750" y="-107162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0" name="Google Shape;4570;p46"/>
            <p:cNvSpPr/>
            <p:nvPr/>
          </p:nvSpPr>
          <p:spPr>
            <a:xfrm>
              <a:off x="6014750" y="-107162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1" name="Google Shape;4571;p46"/>
            <p:cNvSpPr/>
            <p:nvPr/>
          </p:nvSpPr>
          <p:spPr>
            <a:xfrm>
              <a:off x="6043225" y="-1060875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2" name="Google Shape;4572;p46"/>
            <p:cNvSpPr/>
            <p:nvPr/>
          </p:nvSpPr>
          <p:spPr>
            <a:xfrm>
              <a:off x="6043225" y="-1060875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3" name="Google Shape;4573;p46"/>
            <p:cNvSpPr/>
            <p:nvPr/>
          </p:nvSpPr>
          <p:spPr>
            <a:xfrm>
              <a:off x="6169000" y="-1031850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4" name="Google Shape;4574;p46"/>
            <p:cNvSpPr/>
            <p:nvPr/>
          </p:nvSpPr>
          <p:spPr>
            <a:xfrm>
              <a:off x="6169000" y="-1031850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5" name="Google Shape;4575;p46"/>
            <p:cNvSpPr/>
            <p:nvPr/>
          </p:nvSpPr>
          <p:spPr>
            <a:xfrm>
              <a:off x="6197475" y="-102110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6" name="Google Shape;4576;p46"/>
            <p:cNvSpPr/>
            <p:nvPr/>
          </p:nvSpPr>
          <p:spPr>
            <a:xfrm>
              <a:off x="6197475" y="-102110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7" name="Google Shape;4577;p46"/>
            <p:cNvSpPr/>
            <p:nvPr/>
          </p:nvSpPr>
          <p:spPr>
            <a:xfrm>
              <a:off x="6225950" y="-100982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8" name="Google Shape;4578;p46"/>
            <p:cNvSpPr/>
            <p:nvPr/>
          </p:nvSpPr>
          <p:spPr>
            <a:xfrm>
              <a:off x="6225950" y="-100982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9" name="Google Shape;4579;p46"/>
            <p:cNvSpPr/>
            <p:nvPr/>
          </p:nvSpPr>
          <p:spPr>
            <a:xfrm>
              <a:off x="6254450" y="-999075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0" name="Google Shape;4580;p46"/>
            <p:cNvSpPr/>
            <p:nvPr/>
          </p:nvSpPr>
          <p:spPr>
            <a:xfrm>
              <a:off x="6254450" y="-999075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1" name="Google Shape;4581;p46"/>
            <p:cNvSpPr/>
            <p:nvPr/>
          </p:nvSpPr>
          <p:spPr>
            <a:xfrm>
              <a:off x="6282375" y="-988325"/>
              <a:ext cx="23150" cy="27450"/>
            </a:xfrm>
            <a:custGeom>
              <a:rect b="b" l="l" r="r" t="t"/>
              <a:pathLst>
                <a:path extrusionOk="0" h="1098" w="926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2" name="Google Shape;4582;p46"/>
            <p:cNvSpPr/>
            <p:nvPr/>
          </p:nvSpPr>
          <p:spPr>
            <a:xfrm>
              <a:off x="6282375" y="-988325"/>
              <a:ext cx="23150" cy="27450"/>
            </a:xfrm>
            <a:custGeom>
              <a:rect b="b" l="l" r="r" t="t"/>
              <a:pathLst>
                <a:path extrusionOk="0" fill="none" h="1098" w="926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3" name="Google Shape;4583;p46"/>
            <p:cNvSpPr/>
            <p:nvPr/>
          </p:nvSpPr>
          <p:spPr>
            <a:xfrm>
              <a:off x="6310875" y="-977025"/>
              <a:ext cx="22600" cy="26875"/>
            </a:xfrm>
            <a:custGeom>
              <a:rect b="b" l="l" r="r" t="t"/>
              <a:pathLst>
                <a:path extrusionOk="0" h="1075" w="904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4" name="Google Shape;4584;p46"/>
            <p:cNvSpPr/>
            <p:nvPr/>
          </p:nvSpPr>
          <p:spPr>
            <a:xfrm>
              <a:off x="6310875" y="-977025"/>
              <a:ext cx="22600" cy="26875"/>
            </a:xfrm>
            <a:custGeom>
              <a:rect b="b" l="l" r="r" t="t"/>
              <a:pathLst>
                <a:path extrusionOk="0" fill="none" h="1075" w="904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5" name="Google Shape;4585;p46"/>
            <p:cNvSpPr/>
            <p:nvPr/>
          </p:nvSpPr>
          <p:spPr>
            <a:xfrm>
              <a:off x="6339350" y="-966275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6" name="Google Shape;4586;p46"/>
            <p:cNvSpPr/>
            <p:nvPr/>
          </p:nvSpPr>
          <p:spPr>
            <a:xfrm>
              <a:off x="6339350" y="-966275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7" name="Google Shape;4587;p46"/>
            <p:cNvSpPr/>
            <p:nvPr/>
          </p:nvSpPr>
          <p:spPr>
            <a:xfrm>
              <a:off x="6367825" y="-95500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8" name="Google Shape;4588;p46"/>
            <p:cNvSpPr/>
            <p:nvPr/>
          </p:nvSpPr>
          <p:spPr>
            <a:xfrm>
              <a:off x="6367825" y="-95500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9" name="Google Shape;4589;p46"/>
            <p:cNvSpPr/>
            <p:nvPr/>
          </p:nvSpPr>
          <p:spPr>
            <a:xfrm>
              <a:off x="6396325" y="-94425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46"/>
            <p:cNvSpPr/>
            <p:nvPr/>
          </p:nvSpPr>
          <p:spPr>
            <a:xfrm>
              <a:off x="6396325" y="-94425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46"/>
            <p:cNvSpPr/>
            <p:nvPr/>
          </p:nvSpPr>
          <p:spPr>
            <a:xfrm>
              <a:off x="6424800" y="-9329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46"/>
            <p:cNvSpPr/>
            <p:nvPr/>
          </p:nvSpPr>
          <p:spPr>
            <a:xfrm>
              <a:off x="6424800" y="-9329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46"/>
            <p:cNvSpPr/>
            <p:nvPr/>
          </p:nvSpPr>
          <p:spPr>
            <a:xfrm>
              <a:off x="6453275" y="-92222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46"/>
            <p:cNvSpPr/>
            <p:nvPr/>
          </p:nvSpPr>
          <p:spPr>
            <a:xfrm>
              <a:off x="6453275" y="-92222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46"/>
            <p:cNvSpPr/>
            <p:nvPr/>
          </p:nvSpPr>
          <p:spPr>
            <a:xfrm>
              <a:off x="6481775" y="-91147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46"/>
            <p:cNvSpPr/>
            <p:nvPr/>
          </p:nvSpPr>
          <p:spPr>
            <a:xfrm>
              <a:off x="6481775" y="-91147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46"/>
            <p:cNvSpPr/>
            <p:nvPr/>
          </p:nvSpPr>
          <p:spPr>
            <a:xfrm>
              <a:off x="6510250" y="-900175"/>
              <a:ext cx="22600" cy="26875"/>
            </a:xfrm>
            <a:custGeom>
              <a:rect b="b" l="l" r="r" t="t"/>
              <a:pathLst>
                <a:path extrusionOk="0" h="1075" w="904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46"/>
            <p:cNvSpPr/>
            <p:nvPr/>
          </p:nvSpPr>
          <p:spPr>
            <a:xfrm>
              <a:off x="6510250" y="-900175"/>
              <a:ext cx="22600" cy="26875"/>
            </a:xfrm>
            <a:custGeom>
              <a:rect b="b" l="l" r="r" t="t"/>
              <a:pathLst>
                <a:path extrusionOk="0" fill="none" h="1075" w="904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46"/>
            <p:cNvSpPr/>
            <p:nvPr/>
          </p:nvSpPr>
          <p:spPr>
            <a:xfrm>
              <a:off x="6654825" y="-851825"/>
              <a:ext cx="22575" cy="26900"/>
            </a:xfrm>
            <a:custGeom>
              <a:rect b="b" l="l" r="r" t="t"/>
              <a:pathLst>
                <a:path extrusionOk="0" h="1076" w="903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46"/>
            <p:cNvSpPr/>
            <p:nvPr/>
          </p:nvSpPr>
          <p:spPr>
            <a:xfrm>
              <a:off x="6654825" y="-851825"/>
              <a:ext cx="22575" cy="26900"/>
            </a:xfrm>
            <a:custGeom>
              <a:rect b="b" l="l" r="r" t="t"/>
              <a:pathLst>
                <a:path extrusionOk="0" fill="none" h="1076" w="903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1" name="Google Shape;4601;p46"/>
            <p:cNvSpPr/>
            <p:nvPr/>
          </p:nvSpPr>
          <p:spPr>
            <a:xfrm>
              <a:off x="6683300" y="-84107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46"/>
            <p:cNvSpPr/>
            <p:nvPr/>
          </p:nvSpPr>
          <p:spPr>
            <a:xfrm>
              <a:off x="6683300" y="-84107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46"/>
            <p:cNvSpPr/>
            <p:nvPr/>
          </p:nvSpPr>
          <p:spPr>
            <a:xfrm>
              <a:off x="6711775" y="-83032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46"/>
            <p:cNvSpPr/>
            <p:nvPr/>
          </p:nvSpPr>
          <p:spPr>
            <a:xfrm>
              <a:off x="6711775" y="-83032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46"/>
            <p:cNvSpPr/>
            <p:nvPr/>
          </p:nvSpPr>
          <p:spPr>
            <a:xfrm>
              <a:off x="6740275" y="-819025"/>
              <a:ext cx="22575" cy="26875"/>
            </a:xfrm>
            <a:custGeom>
              <a:rect b="b" l="l" r="r" t="t"/>
              <a:pathLst>
                <a:path extrusionOk="0" h="1075" w="903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46"/>
            <p:cNvSpPr/>
            <p:nvPr/>
          </p:nvSpPr>
          <p:spPr>
            <a:xfrm>
              <a:off x="6740275" y="-819025"/>
              <a:ext cx="22575" cy="26875"/>
            </a:xfrm>
            <a:custGeom>
              <a:rect b="b" l="l" r="r" t="t"/>
              <a:pathLst>
                <a:path extrusionOk="0" fill="none" h="1075" w="903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7" name="Google Shape;4607;p46"/>
            <p:cNvSpPr/>
            <p:nvPr/>
          </p:nvSpPr>
          <p:spPr>
            <a:xfrm>
              <a:off x="6768200" y="-808275"/>
              <a:ext cx="23150" cy="27425"/>
            </a:xfrm>
            <a:custGeom>
              <a:rect b="b" l="l" r="r" t="t"/>
              <a:pathLst>
                <a:path extrusionOk="0" h="1097" w="926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8" name="Google Shape;4608;p46"/>
            <p:cNvSpPr/>
            <p:nvPr/>
          </p:nvSpPr>
          <p:spPr>
            <a:xfrm>
              <a:off x="6768200" y="-808275"/>
              <a:ext cx="23150" cy="27425"/>
            </a:xfrm>
            <a:custGeom>
              <a:rect b="b" l="l" r="r" t="t"/>
              <a:pathLst>
                <a:path extrusionOk="0" fill="none" h="1097" w="926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46"/>
            <p:cNvSpPr/>
            <p:nvPr/>
          </p:nvSpPr>
          <p:spPr>
            <a:xfrm>
              <a:off x="6796700" y="-79700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0" name="Google Shape;4610;p46"/>
            <p:cNvSpPr/>
            <p:nvPr/>
          </p:nvSpPr>
          <p:spPr>
            <a:xfrm>
              <a:off x="6796700" y="-79700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1" name="Google Shape;4611;p46"/>
            <p:cNvSpPr/>
            <p:nvPr/>
          </p:nvSpPr>
          <p:spPr>
            <a:xfrm>
              <a:off x="6825175" y="-786250"/>
              <a:ext cx="22600" cy="27425"/>
            </a:xfrm>
            <a:custGeom>
              <a:rect b="b" l="l" r="r" t="t"/>
              <a:pathLst>
                <a:path extrusionOk="0" h="1097" w="904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2" name="Google Shape;4612;p46"/>
            <p:cNvSpPr/>
            <p:nvPr/>
          </p:nvSpPr>
          <p:spPr>
            <a:xfrm>
              <a:off x="6825175" y="-786250"/>
              <a:ext cx="22600" cy="27425"/>
            </a:xfrm>
            <a:custGeom>
              <a:rect b="b" l="l" r="r" t="t"/>
              <a:pathLst>
                <a:path extrusionOk="0" fill="none" h="1097" w="904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3" name="Google Shape;4613;p46"/>
            <p:cNvSpPr/>
            <p:nvPr/>
          </p:nvSpPr>
          <p:spPr>
            <a:xfrm>
              <a:off x="6853650" y="-7749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4" name="Google Shape;4614;p46"/>
            <p:cNvSpPr/>
            <p:nvPr/>
          </p:nvSpPr>
          <p:spPr>
            <a:xfrm>
              <a:off x="6853650" y="-7749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5" name="Google Shape;4615;p46"/>
            <p:cNvSpPr/>
            <p:nvPr/>
          </p:nvSpPr>
          <p:spPr>
            <a:xfrm>
              <a:off x="6882150" y="-76422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6" name="Google Shape;4616;p46"/>
            <p:cNvSpPr/>
            <p:nvPr/>
          </p:nvSpPr>
          <p:spPr>
            <a:xfrm>
              <a:off x="6882150" y="-76422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46"/>
            <p:cNvSpPr/>
            <p:nvPr/>
          </p:nvSpPr>
          <p:spPr>
            <a:xfrm>
              <a:off x="6910625" y="-753475"/>
              <a:ext cx="22600" cy="27450"/>
            </a:xfrm>
            <a:custGeom>
              <a:rect b="b" l="l" r="r" t="t"/>
              <a:pathLst>
                <a:path extrusionOk="0" h="1098" w="904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8" name="Google Shape;4618;p46"/>
            <p:cNvSpPr/>
            <p:nvPr/>
          </p:nvSpPr>
          <p:spPr>
            <a:xfrm>
              <a:off x="6910625" y="-753475"/>
              <a:ext cx="22600" cy="27450"/>
            </a:xfrm>
            <a:custGeom>
              <a:rect b="b" l="l" r="r" t="t"/>
              <a:pathLst>
                <a:path extrusionOk="0" fill="none" h="1098" w="904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9" name="Google Shape;4619;p46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46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46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h="1097" w="903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46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46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46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46"/>
            <p:cNvSpPr/>
            <p:nvPr/>
          </p:nvSpPr>
          <p:spPr>
            <a:xfrm>
              <a:off x="6103425" y="-1128050"/>
              <a:ext cx="51075" cy="93000"/>
            </a:xfrm>
            <a:custGeom>
              <a:rect b="b" l="l" r="r" t="t"/>
              <a:pathLst>
                <a:path extrusionOk="0" h="3720" w="2043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46"/>
            <p:cNvSpPr/>
            <p:nvPr/>
          </p:nvSpPr>
          <p:spPr>
            <a:xfrm>
              <a:off x="6576350" y="-952325"/>
              <a:ext cx="51625" cy="93000"/>
            </a:xfrm>
            <a:custGeom>
              <a:rect b="b" l="l" r="r" t="t"/>
              <a:pathLst>
                <a:path extrusionOk="0" h="3720" w="2065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46"/>
            <p:cNvSpPr/>
            <p:nvPr/>
          </p:nvSpPr>
          <p:spPr>
            <a:xfrm>
              <a:off x="6576350" y="-952325"/>
              <a:ext cx="51625" cy="93000"/>
            </a:xfrm>
            <a:custGeom>
              <a:rect b="b" l="l" r="r" t="t"/>
              <a:pathLst>
                <a:path extrusionOk="0" fill="none" h="3720" w="2065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46"/>
            <p:cNvSpPr/>
            <p:nvPr/>
          </p:nvSpPr>
          <p:spPr>
            <a:xfrm>
              <a:off x="7394850" y="-1138800"/>
              <a:ext cx="1057650" cy="643850"/>
            </a:xfrm>
            <a:custGeom>
              <a:rect b="b" l="l" r="r" t="t"/>
              <a:pathLst>
                <a:path extrusionOk="0" fill="none" h="25754" w="42306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46"/>
            <p:cNvSpPr/>
            <p:nvPr/>
          </p:nvSpPr>
          <p:spPr>
            <a:xfrm>
              <a:off x="5455300" y="-1260800"/>
              <a:ext cx="550" cy="3800"/>
            </a:xfrm>
            <a:custGeom>
              <a:rect b="b" l="l" r="r" t="t"/>
              <a:pathLst>
                <a:path extrusionOk="0" h="152" w="22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0" name="Google Shape;4630;p46"/>
            <p:cNvSpPr/>
            <p:nvPr/>
          </p:nvSpPr>
          <p:spPr>
            <a:xfrm>
              <a:off x="5455300" y="-12570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1" name="Google Shape;4631;p46"/>
            <p:cNvSpPr/>
            <p:nvPr/>
          </p:nvSpPr>
          <p:spPr>
            <a:xfrm>
              <a:off x="5455300" y="-1257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2" name="Google Shape;4632;p46"/>
            <p:cNvSpPr/>
            <p:nvPr/>
          </p:nvSpPr>
          <p:spPr>
            <a:xfrm>
              <a:off x="5455300" y="-1257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3" name="Google Shape;4633;p46"/>
            <p:cNvSpPr/>
            <p:nvPr/>
          </p:nvSpPr>
          <p:spPr>
            <a:xfrm>
              <a:off x="5455300" y="-12581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4" name="Google Shape;4634;p46"/>
            <p:cNvSpPr/>
            <p:nvPr/>
          </p:nvSpPr>
          <p:spPr>
            <a:xfrm>
              <a:off x="5455300" y="-1258650"/>
              <a:ext cx="25" cy="575"/>
            </a:xfrm>
            <a:custGeom>
              <a:rect b="b" l="l" r="r" t="t"/>
              <a:pathLst>
                <a:path extrusionOk="0" fill="none" h="23" w="1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5" name="Google Shape;4635;p46"/>
            <p:cNvSpPr/>
            <p:nvPr/>
          </p:nvSpPr>
          <p:spPr>
            <a:xfrm>
              <a:off x="5455300" y="-12586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6" name="Google Shape;4636;p46"/>
            <p:cNvSpPr/>
            <p:nvPr/>
          </p:nvSpPr>
          <p:spPr>
            <a:xfrm>
              <a:off x="5455300" y="-12591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7" name="Google Shape;4637;p46"/>
            <p:cNvSpPr/>
            <p:nvPr/>
          </p:nvSpPr>
          <p:spPr>
            <a:xfrm>
              <a:off x="5455300" y="-12591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8" name="Google Shape;4638;p46"/>
            <p:cNvSpPr/>
            <p:nvPr/>
          </p:nvSpPr>
          <p:spPr>
            <a:xfrm>
              <a:off x="5455300" y="-12597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9" name="Google Shape;4639;p46"/>
            <p:cNvSpPr/>
            <p:nvPr/>
          </p:nvSpPr>
          <p:spPr>
            <a:xfrm>
              <a:off x="5455825" y="-12597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0" name="Google Shape;4640;p46"/>
            <p:cNvSpPr/>
            <p:nvPr/>
          </p:nvSpPr>
          <p:spPr>
            <a:xfrm>
              <a:off x="5455825" y="-1260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1" name="Google Shape;4641;p46"/>
            <p:cNvSpPr/>
            <p:nvPr/>
          </p:nvSpPr>
          <p:spPr>
            <a:xfrm>
              <a:off x="5455825" y="-12608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2" name="Google Shape;4642;p46"/>
            <p:cNvSpPr/>
            <p:nvPr/>
          </p:nvSpPr>
          <p:spPr>
            <a:xfrm>
              <a:off x="5454775" y="-1315075"/>
              <a:ext cx="2213100" cy="815300"/>
            </a:xfrm>
            <a:custGeom>
              <a:rect b="b" l="l" r="r" t="t"/>
              <a:pathLst>
                <a:path extrusionOk="0" h="32612" w="88524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3" name="Google Shape;4643;p46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4" name="Google Shape;4644;p46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5" name="Google Shape;4645;p46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6" name="Google Shape;4646;p46"/>
            <p:cNvSpPr/>
            <p:nvPr/>
          </p:nvSpPr>
          <p:spPr>
            <a:xfrm>
              <a:off x="5454775" y="-1315075"/>
              <a:ext cx="2213100" cy="815300"/>
            </a:xfrm>
            <a:custGeom>
              <a:rect b="b" l="l" r="r" t="t"/>
              <a:pathLst>
                <a:path extrusionOk="0" fill="none" h="32612" w="88524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7" name="Google Shape;4647;p46"/>
            <p:cNvSpPr/>
            <p:nvPr/>
          </p:nvSpPr>
          <p:spPr>
            <a:xfrm>
              <a:off x="5628875" y="-1195775"/>
              <a:ext cx="43575" cy="41425"/>
            </a:xfrm>
            <a:custGeom>
              <a:rect b="b" l="l" r="r" t="t"/>
              <a:pathLst>
                <a:path extrusionOk="0" h="1657" w="1743">
                  <a:moveTo>
                    <a:pt x="130" y="1"/>
                  </a:move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8" name="Google Shape;4648;p46"/>
            <p:cNvSpPr/>
            <p:nvPr/>
          </p:nvSpPr>
          <p:spPr>
            <a:xfrm>
              <a:off x="5628875" y="-1195775"/>
              <a:ext cx="43575" cy="41425"/>
            </a:xfrm>
            <a:custGeom>
              <a:rect b="b" l="l" r="r" t="t"/>
              <a:pathLst>
                <a:path extrusionOk="0" fill="none" h="1657" w="1743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9" name="Google Shape;4649;p46"/>
            <p:cNvSpPr/>
            <p:nvPr/>
          </p:nvSpPr>
          <p:spPr>
            <a:xfrm>
              <a:off x="5703575" y="-1171050"/>
              <a:ext cx="15625" cy="5950"/>
            </a:xfrm>
            <a:custGeom>
              <a:rect b="b" l="l" r="r" t="t"/>
              <a:pathLst>
                <a:path extrusionOk="0" h="238" w="625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0" name="Google Shape;4650;p46"/>
            <p:cNvSpPr/>
            <p:nvPr/>
          </p:nvSpPr>
          <p:spPr>
            <a:xfrm>
              <a:off x="5703575" y="-1171050"/>
              <a:ext cx="15625" cy="5950"/>
            </a:xfrm>
            <a:custGeom>
              <a:rect b="b" l="l" r="r" t="t"/>
              <a:pathLst>
                <a:path extrusionOk="0" fill="none" h="238" w="625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1" name="Google Shape;4651;p46"/>
            <p:cNvSpPr/>
            <p:nvPr/>
          </p:nvSpPr>
          <p:spPr>
            <a:xfrm>
              <a:off x="5731000" y="-1161375"/>
              <a:ext cx="17750" cy="7025"/>
            </a:xfrm>
            <a:custGeom>
              <a:rect b="b" l="l" r="r" t="t"/>
              <a:pathLst>
                <a:path extrusionOk="0" h="281" w="71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2" name="Google Shape;4652;p46"/>
            <p:cNvSpPr/>
            <p:nvPr/>
          </p:nvSpPr>
          <p:spPr>
            <a:xfrm>
              <a:off x="5731000" y="-1161375"/>
              <a:ext cx="17750" cy="7025"/>
            </a:xfrm>
            <a:custGeom>
              <a:rect b="b" l="l" r="r" t="t"/>
              <a:pathLst>
                <a:path extrusionOk="0" fill="none" h="281" w="71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3" name="Google Shape;4653;p46"/>
            <p:cNvSpPr/>
            <p:nvPr/>
          </p:nvSpPr>
          <p:spPr>
            <a:xfrm>
              <a:off x="5758950" y="-1151700"/>
              <a:ext cx="19350" cy="8100"/>
            </a:xfrm>
            <a:custGeom>
              <a:rect b="b" l="l" r="r" t="t"/>
              <a:pathLst>
                <a:path extrusionOk="0" h="324" w="774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4" name="Google Shape;4654;p46"/>
            <p:cNvSpPr/>
            <p:nvPr/>
          </p:nvSpPr>
          <p:spPr>
            <a:xfrm>
              <a:off x="5758950" y="-1151700"/>
              <a:ext cx="19350" cy="8100"/>
            </a:xfrm>
            <a:custGeom>
              <a:rect b="b" l="l" r="r" t="t"/>
              <a:pathLst>
                <a:path extrusionOk="0" fill="none" h="324" w="774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5" name="Google Shape;4655;p46"/>
            <p:cNvSpPr/>
            <p:nvPr/>
          </p:nvSpPr>
          <p:spPr>
            <a:xfrm>
              <a:off x="5787425" y="-1142025"/>
              <a:ext cx="19900" cy="9700"/>
            </a:xfrm>
            <a:custGeom>
              <a:rect b="b" l="l" r="r" t="t"/>
              <a:pathLst>
                <a:path extrusionOk="0" h="388" w="796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6" name="Google Shape;4656;p46"/>
            <p:cNvSpPr/>
            <p:nvPr/>
          </p:nvSpPr>
          <p:spPr>
            <a:xfrm>
              <a:off x="5787425" y="-1142025"/>
              <a:ext cx="19900" cy="9700"/>
            </a:xfrm>
            <a:custGeom>
              <a:rect b="b" l="l" r="r" t="t"/>
              <a:pathLst>
                <a:path extrusionOk="0" fill="none" h="388" w="796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7" name="Google Shape;4657;p46"/>
            <p:cNvSpPr/>
            <p:nvPr/>
          </p:nvSpPr>
          <p:spPr>
            <a:xfrm>
              <a:off x="5815900" y="-1131800"/>
              <a:ext cx="20450" cy="10225"/>
            </a:xfrm>
            <a:custGeom>
              <a:rect b="b" l="l" r="r" t="t"/>
              <a:pathLst>
                <a:path extrusionOk="0" h="409" w="818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8" name="Google Shape;4658;p46"/>
            <p:cNvSpPr/>
            <p:nvPr/>
          </p:nvSpPr>
          <p:spPr>
            <a:xfrm>
              <a:off x="5815900" y="-1131800"/>
              <a:ext cx="20450" cy="10225"/>
            </a:xfrm>
            <a:custGeom>
              <a:rect b="b" l="l" r="r" t="t"/>
              <a:pathLst>
                <a:path extrusionOk="0" fill="none" h="409" w="818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9" name="Google Shape;4659;p46"/>
            <p:cNvSpPr/>
            <p:nvPr/>
          </p:nvSpPr>
          <p:spPr>
            <a:xfrm>
              <a:off x="5844400" y="-1122125"/>
              <a:ext cx="20425" cy="11825"/>
            </a:xfrm>
            <a:custGeom>
              <a:rect b="b" l="l" r="r" t="t"/>
              <a:pathLst>
                <a:path extrusionOk="0" h="473" w="817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0" name="Google Shape;4660;p46"/>
            <p:cNvSpPr/>
            <p:nvPr/>
          </p:nvSpPr>
          <p:spPr>
            <a:xfrm>
              <a:off x="5844400" y="-1122125"/>
              <a:ext cx="20425" cy="11825"/>
            </a:xfrm>
            <a:custGeom>
              <a:rect b="b" l="l" r="r" t="t"/>
              <a:pathLst>
                <a:path extrusionOk="0" fill="none" h="473" w="817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1" name="Google Shape;4661;p46"/>
            <p:cNvSpPr/>
            <p:nvPr/>
          </p:nvSpPr>
          <p:spPr>
            <a:xfrm>
              <a:off x="5872875" y="-1112475"/>
              <a:ext cx="20450" cy="12925"/>
            </a:xfrm>
            <a:custGeom>
              <a:rect b="b" l="l" r="r" t="t"/>
              <a:pathLst>
                <a:path extrusionOk="0" h="517" w="818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2" name="Google Shape;4662;p46"/>
            <p:cNvSpPr/>
            <p:nvPr/>
          </p:nvSpPr>
          <p:spPr>
            <a:xfrm>
              <a:off x="5872875" y="-1112475"/>
              <a:ext cx="20450" cy="12925"/>
            </a:xfrm>
            <a:custGeom>
              <a:rect b="b" l="l" r="r" t="t"/>
              <a:pathLst>
                <a:path extrusionOk="0" fill="none" h="517" w="818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3" name="Google Shape;4663;p46"/>
            <p:cNvSpPr/>
            <p:nvPr/>
          </p:nvSpPr>
          <p:spPr>
            <a:xfrm>
              <a:off x="5901350" y="-1102250"/>
              <a:ext cx="20450" cy="14000"/>
            </a:xfrm>
            <a:custGeom>
              <a:rect b="b" l="l" r="r" t="t"/>
              <a:pathLst>
                <a:path extrusionOk="0" h="560" w="818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4" name="Google Shape;4664;p46"/>
            <p:cNvSpPr/>
            <p:nvPr/>
          </p:nvSpPr>
          <p:spPr>
            <a:xfrm>
              <a:off x="5901350" y="-1102250"/>
              <a:ext cx="20450" cy="14000"/>
            </a:xfrm>
            <a:custGeom>
              <a:rect b="b" l="l" r="r" t="t"/>
              <a:pathLst>
                <a:path extrusionOk="0" fill="none" h="560" w="818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5" name="Google Shape;4665;p46"/>
            <p:cNvSpPr/>
            <p:nvPr/>
          </p:nvSpPr>
          <p:spPr>
            <a:xfrm>
              <a:off x="5929850" y="-1092575"/>
              <a:ext cx="20975" cy="15075"/>
            </a:xfrm>
            <a:custGeom>
              <a:rect b="b" l="l" r="r" t="t"/>
              <a:pathLst>
                <a:path extrusionOk="0" h="603" w="839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6" name="Google Shape;4666;p46"/>
            <p:cNvSpPr/>
            <p:nvPr/>
          </p:nvSpPr>
          <p:spPr>
            <a:xfrm>
              <a:off x="5929850" y="-1092575"/>
              <a:ext cx="20975" cy="15075"/>
            </a:xfrm>
            <a:custGeom>
              <a:rect b="b" l="l" r="r" t="t"/>
              <a:pathLst>
                <a:path extrusionOk="0" fill="none" h="603" w="839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7" name="Google Shape;4667;p46"/>
            <p:cNvSpPr/>
            <p:nvPr/>
          </p:nvSpPr>
          <p:spPr>
            <a:xfrm>
              <a:off x="5957775" y="-1082900"/>
              <a:ext cx="21525" cy="16150"/>
            </a:xfrm>
            <a:custGeom>
              <a:rect b="b" l="l" r="r" t="t"/>
              <a:pathLst>
                <a:path extrusionOk="0" h="646" w="861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8" name="Google Shape;4668;p46"/>
            <p:cNvSpPr/>
            <p:nvPr/>
          </p:nvSpPr>
          <p:spPr>
            <a:xfrm>
              <a:off x="5957775" y="-1082900"/>
              <a:ext cx="21525" cy="16150"/>
            </a:xfrm>
            <a:custGeom>
              <a:rect b="b" l="l" r="r" t="t"/>
              <a:pathLst>
                <a:path extrusionOk="0" fill="none" h="646" w="861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9" name="Google Shape;4669;p46"/>
            <p:cNvSpPr/>
            <p:nvPr/>
          </p:nvSpPr>
          <p:spPr>
            <a:xfrm>
              <a:off x="5986275" y="-1072700"/>
              <a:ext cx="21525" cy="17225"/>
            </a:xfrm>
            <a:custGeom>
              <a:rect b="b" l="l" r="r" t="t"/>
              <a:pathLst>
                <a:path extrusionOk="0" h="689" w="861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0" name="Google Shape;4670;p46"/>
            <p:cNvSpPr/>
            <p:nvPr/>
          </p:nvSpPr>
          <p:spPr>
            <a:xfrm>
              <a:off x="5986275" y="-1072700"/>
              <a:ext cx="21525" cy="17225"/>
            </a:xfrm>
            <a:custGeom>
              <a:rect b="b" l="l" r="r" t="t"/>
              <a:pathLst>
                <a:path extrusionOk="0" fill="none" h="689" w="861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1" name="Google Shape;4671;p46"/>
            <p:cNvSpPr/>
            <p:nvPr/>
          </p:nvSpPr>
          <p:spPr>
            <a:xfrm>
              <a:off x="6014750" y="-1063025"/>
              <a:ext cx="21525" cy="18300"/>
            </a:xfrm>
            <a:custGeom>
              <a:rect b="b" l="l" r="r" t="t"/>
              <a:pathLst>
                <a:path extrusionOk="0" h="732" w="861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2" name="Google Shape;4672;p46"/>
            <p:cNvSpPr/>
            <p:nvPr/>
          </p:nvSpPr>
          <p:spPr>
            <a:xfrm>
              <a:off x="6014750" y="-1063025"/>
              <a:ext cx="21525" cy="18300"/>
            </a:xfrm>
            <a:custGeom>
              <a:rect b="b" l="l" r="r" t="t"/>
              <a:pathLst>
                <a:path extrusionOk="0" fill="none" h="732" w="861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3" name="Google Shape;4673;p46"/>
            <p:cNvSpPr/>
            <p:nvPr/>
          </p:nvSpPr>
          <p:spPr>
            <a:xfrm>
              <a:off x="6043225" y="-1053350"/>
              <a:ext cx="21525" cy="19900"/>
            </a:xfrm>
            <a:custGeom>
              <a:rect b="b" l="l" r="r" t="t"/>
              <a:pathLst>
                <a:path extrusionOk="0" h="796" w="861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4" name="Google Shape;4674;p46"/>
            <p:cNvSpPr/>
            <p:nvPr/>
          </p:nvSpPr>
          <p:spPr>
            <a:xfrm>
              <a:off x="6043225" y="-1053350"/>
              <a:ext cx="21525" cy="19900"/>
            </a:xfrm>
            <a:custGeom>
              <a:rect b="b" l="l" r="r" t="t"/>
              <a:pathLst>
                <a:path extrusionOk="0" fill="none" h="796" w="861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5" name="Google Shape;4675;p46"/>
            <p:cNvSpPr/>
            <p:nvPr/>
          </p:nvSpPr>
          <p:spPr>
            <a:xfrm>
              <a:off x="6179200" y="-1006600"/>
              <a:ext cx="4850" cy="1650"/>
            </a:xfrm>
            <a:custGeom>
              <a:rect b="b" l="l" r="r" t="t"/>
              <a:pathLst>
                <a:path extrusionOk="0" h="66" w="194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6" name="Google Shape;4676;p46"/>
            <p:cNvSpPr/>
            <p:nvPr/>
          </p:nvSpPr>
          <p:spPr>
            <a:xfrm>
              <a:off x="6179200" y="-1006600"/>
              <a:ext cx="4850" cy="1650"/>
            </a:xfrm>
            <a:custGeom>
              <a:rect b="b" l="l" r="r" t="t"/>
              <a:pathLst>
                <a:path extrusionOk="0" fill="none" h="66" w="194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7" name="Google Shape;4677;p46"/>
            <p:cNvSpPr/>
            <p:nvPr/>
          </p:nvSpPr>
          <p:spPr>
            <a:xfrm>
              <a:off x="6198000" y="-1000150"/>
              <a:ext cx="16700" cy="6475"/>
            </a:xfrm>
            <a:custGeom>
              <a:rect b="b" l="l" r="r" t="t"/>
              <a:pathLst>
                <a:path extrusionOk="0" h="259" w="668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8" name="Google Shape;4678;p46"/>
            <p:cNvSpPr/>
            <p:nvPr/>
          </p:nvSpPr>
          <p:spPr>
            <a:xfrm>
              <a:off x="6198000" y="-1000150"/>
              <a:ext cx="16700" cy="6475"/>
            </a:xfrm>
            <a:custGeom>
              <a:rect b="b" l="l" r="r" t="t"/>
              <a:pathLst>
                <a:path extrusionOk="0" fill="none" h="259" w="668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9" name="Google Shape;4679;p46"/>
            <p:cNvSpPr/>
            <p:nvPr/>
          </p:nvSpPr>
          <p:spPr>
            <a:xfrm>
              <a:off x="6225950" y="-990475"/>
              <a:ext cx="18300" cy="7550"/>
            </a:xfrm>
            <a:custGeom>
              <a:rect b="b" l="l" r="r" t="t"/>
              <a:pathLst>
                <a:path extrusionOk="0" h="302" w="732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0" name="Google Shape;4680;p46"/>
            <p:cNvSpPr/>
            <p:nvPr/>
          </p:nvSpPr>
          <p:spPr>
            <a:xfrm>
              <a:off x="6225950" y="-990475"/>
              <a:ext cx="18300" cy="7550"/>
            </a:xfrm>
            <a:custGeom>
              <a:rect b="b" l="l" r="r" t="t"/>
              <a:pathLst>
                <a:path extrusionOk="0" fill="none" h="302" w="732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1" name="Google Shape;4681;p46"/>
            <p:cNvSpPr/>
            <p:nvPr/>
          </p:nvSpPr>
          <p:spPr>
            <a:xfrm>
              <a:off x="6253900" y="-980800"/>
              <a:ext cx="19900" cy="9175"/>
            </a:xfrm>
            <a:custGeom>
              <a:rect b="b" l="l" r="r" t="t"/>
              <a:pathLst>
                <a:path extrusionOk="0" h="367" w="796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2" name="Google Shape;4682;p46"/>
            <p:cNvSpPr/>
            <p:nvPr/>
          </p:nvSpPr>
          <p:spPr>
            <a:xfrm>
              <a:off x="6253900" y="-980800"/>
              <a:ext cx="19900" cy="9175"/>
            </a:xfrm>
            <a:custGeom>
              <a:rect b="b" l="l" r="r" t="t"/>
              <a:pathLst>
                <a:path extrusionOk="0" fill="none" h="367" w="796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3" name="Google Shape;4683;p46"/>
            <p:cNvSpPr/>
            <p:nvPr/>
          </p:nvSpPr>
          <p:spPr>
            <a:xfrm>
              <a:off x="6282375" y="-971125"/>
              <a:ext cx="20450" cy="10250"/>
            </a:xfrm>
            <a:custGeom>
              <a:rect b="b" l="l" r="r" t="t"/>
              <a:pathLst>
                <a:path extrusionOk="0" h="410" w="818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4" name="Google Shape;4684;p46"/>
            <p:cNvSpPr/>
            <p:nvPr/>
          </p:nvSpPr>
          <p:spPr>
            <a:xfrm>
              <a:off x="6282375" y="-971125"/>
              <a:ext cx="20450" cy="10250"/>
            </a:xfrm>
            <a:custGeom>
              <a:rect b="b" l="l" r="r" t="t"/>
              <a:pathLst>
                <a:path extrusionOk="0" fill="none" h="410" w="818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5" name="Google Shape;4685;p46"/>
            <p:cNvSpPr/>
            <p:nvPr/>
          </p:nvSpPr>
          <p:spPr>
            <a:xfrm>
              <a:off x="6310875" y="-960900"/>
              <a:ext cx="20450" cy="10750"/>
            </a:xfrm>
            <a:custGeom>
              <a:rect b="b" l="l" r="r" t="t"/>
              <a:pathLst>
                <a:path extrusionOk="0" h="430" w="818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6" name="Google Shape;4686;p46"/>
            <p:cNvSpPr/>
            <p:nvPr/>
          </p:nvSpPr>
          <p:spPr>
            <a:xfrm>
              <a:off x="6310875" y="-960900"/>
              <a:ext cx="20450" cy="10750"/>
            </a:xfrm>
            <a:custGeom>
              <a:rect b="b" l="l" r="r" t="t"/>
              <a:pathLst>
                <a:path extrusionOk="0" fill="none" h="430" w="818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7" name="Google Shape;4687;p46"/>
            <p:cNvSpPr/>
            <p:nvPr/>
          </p:nvSpPr>
          <p:spPr>
            <a:xfrm>
              <a:off x="6339350" y="-951250"/>
              <a:ext cx="20450" cy="12400"/>
            </a:xfrm>
            <a:custGeom>
              <a:rect b="b" l="l" r="r" t="t"/>
              <a:pathLst>
                <a:path extrusionOk="0" h="496" w="818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8" name="Google Shape;4688;p46"/>
            <p:cNvSpPr/>
            <p:nvPr/>
          </p:nvSpPr>
          <p:spPr>
            <a:xfrm>
              <a:off x="6339350" y="-951250"/>
              <a:ext cx="20450" cy="12400"/>
            </a:xfrm>
            <a:custGeom>
              <a:rect b="b" l="l" r="r" t="t"/>
              <a:pathLst>
                <a:path extrusionOk="0" fill="none" h="496" w="818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9" name="Google Shape;4689;p46"/>
            <p:cNvSpPr/>
            <p:nvPr/>
          </p:nvSpPr>
          <p:spPr>
            <a:xfrm>
              <a:off x="6367825" y="-941575"/>
              <a:ext cx="21000" cy="13475"/>
            </a:xfrm>
            <a:custGeom>
              <a:rect b="b" l="l" r="r" t="t"/>
              <a:pathLst>
                <a:path extrusionOk="0" h="539" w="84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0" name="Google Shape;4690;p46"/>
            <p:cNvSpPr/>
            <p:nvPr/>
          </p:nvSpPr>
          <p:spPr>
            <a:xfrm>
              <a:off x="6367825" y="-941575"/>
              <a:ext cx="21000" cy="13475"/>
            </a:xfrm>
            <a:custGeom>
              <a:rect b="b" l="l" r="r" t="t"/>
              <a:pathLst>
                <a:path extrusionOk="0" fill="none" h="539" w="84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1" name="Google Shape;4691;p46"/>
            <p:cNvSpPr/>
            <p:nvPr/>
          </p:nvSpPr>
          <p:spPr>
            <a:xfrm>
              <a:off x="6396325" y="-931350"/>
              <a:ext cx="20975" cy="14525"/>
            </a:xfrm>
            <a:custGeom>
              <a:rect b="b" l="l" r="r" t="t"/>
              <a:pathLst>
                <a:path extrusionOk="0" h="581" w="839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2" name="Google Shape;4692;p46"/>
            <p:cNvSpPr/>
            <p:nvPr/>
          </p:nvSpPr>
          <p:spPr>
            <a:xfrm>
              <a:off x="6396325" y="-931350"/>
              <a:ext cx="20975" cy="14525"/>
            </a:xfrm>
            <a:custGeom>
              <a:rect b="b" l="l" r="r" t="t"/>
              <a:pathLst>
                <a:path extrusionOk="0" fill="none" h="581" w="839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3" name="Google Shape;4693;p46"/>
            <p:cNvSpPr/>
            <p:nvPr/>
          </p:nvSpPr>
          <p:spPr>
            <a:xfrm>
              <a:off x="6424800" y="-921675"/>
              <a:ext cx="20975" cy="15600"/>
            </a:xfrm>
            <a:custGeom>
              <a:rect b="b" l="l" r="r" t="t"/>
              <a:pathLst>
                <a:path extrusionOk="0" h="624" w="839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4" name="Google Shape;4694;p46"/>
            <p:cNvSpPr/>
            <p:nvPr/>
          </p:nvSpPr>
          <p:spPr>
            <a:xfrm>
              <a:off x="6424800" y="-921675"/>
              <a:ext cx="20975" cy="15600"/>
            </a:xfrm>
            <a:custGeom>
              <a:rect b="b" l="l" r="r" t="t"/>
              <a:pathLst>
                <a:path extrusionOk="0" fill="none" h="624" w="839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5" name="Google Shape;4695;p46"/>
            <p:cNvSpPr/>
            <p:nvPr/>
          </p:nvSpPr>
          <p:spPr>
            <a:xfrm>
              <a:off x="6453275" y="-912000"/>
              <a:ext cx="21000" cy="17225"/>
            </a:xfrm>
            <a:custGeom>
              <a:rect b="b" l="l" r="r" t="t"/>
              <a:pathLst>
                <a:path extrusionOk="0" h="689" w="84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6" name="Google Shape;4696;p46"/>
            <p:cNvSpPr/>
            <p:nvPr/>
          </p:nvSpPr>
          <p:spPr>
            <a:xfrm>
              <a:off x="6453275" y="-912000"/>
              <a:ext cx="21000" cy="17225"/>
            </a:xfrm>
            <a:custGeom>
              <a:rect b="b" l="l" r="r" t="t"/>
              <a:pathLst>
                <a:path extrusionOk="0" fill="none" h="689" w="84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7" name="Google Shape;4697;p46"/>
            <p:cNvSpPr/>
            <p:nvPr/>
          </p:nvSpPr>
          <p:spPr>
            <a:xfrm>
              <a:off x="6481775" y="-901800"/>
              <a:ext cx="21525" cy="17775"/>
            </a:xfrm>
            <a:custGeom>
              <a:rect b="b" l="l" r="r" t="t"/>
              <a:pathLst>
                <a:path extrusionOk="0" h="711" w="861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8" name="Google Shape;4698;p46"/>
            <p:cNvSpPr/>
            <p:nvPr/>
          </p:nvSpPr>
          <p:spPr>
            <a:xfrm>
              <a:off x="6481775" y="-901800"/>
              <a:ext cx="21525" cy="17775"/>
            </a:xfrm>
            <a:custGeom>
              <a:rect b="b" l="l" r="r" t="t"/>
              <a:pathLst>
                <a:path extrusionOk="0" fill="none" h="711" w="861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9" name="Google Shape;4699;p46"/>
            <p:cNvSpPr/>
            <p:nvPr/>
          </p:nvSpPr>
          <p:spPr>
            <a:xfrm>
              <a:off x="7678600" y="-569675"/>
              <a:ext cx="610525" cy="98375"/>
            </a:xfrm>
            <a:custGeom>
              <a:rect b="b" l="l" r="r" t="t"/>
              <a:pathLst>
                <a:path extrusionOk="0" h="3935" w="24421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0" name="Google Shape;4700;p46"/>
            <p:cNvSpPr/>
            <p:nvPr/>
          </p:nvSpPr>
          <p:spPr>
            <a:xfrm>
              <a:off x="7675375" y="-499275"/>
              <a:ext cx="25" cy="575"/>
            </a:xfrm>
            <a:custGeom>
              <a:rect b="b" l="l" r="r" t="t"/>
              <a:pathLst>
                <a:path extrusionOk="0" fill="none" h="23" w="1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1" name="Google Shape;4701;p46"/>
            <p:cNvSpPr/>
            <p:nvPr/>
          </p:nvSpPr>
          <p:spPr>
            <a:xfrm>
              <a:off x="7674300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2" name="Google Shape;4702;p46"/>
            <p:cNvSpPr/>
            <p:nvPr/>
          </p:nvSpPr>
          <p:spPr>
            <a:xfrm>
              <a:off x="7673750" y="-499275"/>
              <a:ext cx="575" cy="25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3" name="Google Shape;4703;p46"/>
            <p:cNvSpPr/>
            <p:nvPr/>
          </p:nvSpPr>
          <p:spPr>
            <a:xfrm>
              <a:off x="7673225" y="-4992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4" name="Google Shape;4704;p46"/>
            <p:cNvSpPr/>
            <p:nvPr/>
          </p:nvSpPr>
          <p:spPr>
            <a:xfrm>
              <a:off x="7672150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5" name="Google Shape;4705;p46"/>
            <p:cNvSpPr/>
            <p:nvPr/>
          </p:nvSpPr>
          <p:spPr>
            <a:xfrm>
              <a:off x="7671600" y="-499275"/>
              <a:ext cx="575" cy="25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6" name="Google Shape;4706;p46"/>
            <p:cNvSpPr/>
            <p:nvPr/>
          </p:nvSpPr>
          <p:spPr>
            <a:xfrm>
              <a:off x="7671075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7" name="Google Shape;4707;p46"/>
            <p:cNvSpPr/>
            <p:nvPr/>
          </p:nvSpPr>
          <p:spPr>
            <a:xfrm>
              <a:off x="7670000" y="-499275"/>
              <a:ext cx="550" cy="25"/>
            </a:xfrm>
            <a:custGeom>
              <a:rect b="b" l="l" r="r" t="t"/>
              <a:pathLst>
                <a:path extrusionOk="0" fill="none" h="1" w="22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8" name="Google Shape;4708;p46"/>
            <p:cNvSpPr/>
            <p:nvPr/>
          </p:nvSpPr>
          <p:spPr>
            <a:xfrm>
              <a:off x="7669450" y="-499275"/>
              <a:ext cx="575" cy="25"/>
            </a:xfrm>
            <a:custGeom>
              <a:rect b="b" l="l" r="r" t="t"/>
              <a:pathLst>
                <a:path extrusionOk="0" fill="none" h="1" w="23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9" name="Google Shape;4709;p46"/>
            <p:cNvSpPr/>
            <p:nvPr/>
          </p:nvSpPr>
          <p:spPr>
            <a:xfrm>
              <a:off x="7668925" y="-499800"/>
              <a:ext cx="550" cy="550"/>
            </a:xfrm>
            <a:custGeom>
              <a:rect b="b" l="l" r="r" t="t"/>
              <a:pathLst>
                <a:path extrusionOk="0" fill="none" h="22" w="22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0" name="Google Shape;4710;p46"/>
            <p:cNvSpPr/>
            <p:nvPr/>
          </p:nvSpPr>
          <p:spPr>
            <a:xfrm>
              <a:off x="7667850" y="-499800"/>
              <a:ext cx="1100" cy="25"/>
            </a:xfrm>
            <a:custGeom>
              <a:rect b="b" l="l" r="r" t="t"/>
              <a:pathLst>
                <a:path extrusionOk="0" fill="none" h="1" w="44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1" name="Google Shape;4711;p46"/>
            <p:cNvSpPr/>
            <p:nvPr/>
          </p:nvSpPr>
          <p:spPr>
            <a:xfrm>
              <a:off x="7678600" y="-569675"/>
              <a:ext cx="610525" cy="98375"/>
            </a:xfrm>
            <a:custGeom>
              <a:rect b="b" l="l" r="r" t="t"/>
              <a:pathLst>
                <a:path extrusionOk="0" fill="none" h="3935" w="24421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2" name="Google Shape;4712;p46"/>
            <p:cNvSpPr/>
            <p:nvPr/>
          </p:nvSpPr>
          <p:spPr>
            <a:xfrm>
              <a:off x="6510250" y="-892125"/>
              <a:ext cx="21525" cy="18825"/>
            </a:xfrm>
            <a:custGeom>
              <a:rect b="b" l="l" r="r" t="t"/>
              <a:pathLst>
                <a:path extrusionOk="0" h="753" w="861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3" name="Google Shape;4713;p46"/>
            <p:cNvSpPr/>
            <p:nvPr/>
          </p:nvSpPr>
          <p:spPr>
            <a:xfrm>
              <a:off x="6510250" y="-892125"/>
              <a:ext cx="21525" cy="18825"/>
            </a:xfrm>
            <a:custGeom>
              <a:rect b="b" l="l" r="r" t="t"/>
              <a:pathLst>
                <a:path extrusionOk="0" fill="none" h="753" w="861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4" name="Google Shape;4714;p46"/>
            <p:cNvSpPr/>
            <p:nvPr/>
          </p:nvSpPr>
          <p:spPr>
            <a:xfrm>
              <a:off x="6654825" y="-842150"/>
              <a:ext cx="21500" cy="17225"/>
            </a:xfrm>
            <a:custGeom>
              <a:rect b="b" l="l" r="r" t="t"/>
              <a:pathLst>
                <a:path extrusionOk="0" h="689" w="86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5" name="Google Shape;4715;p46"/>
            <p:cNvSpPr/>
            <p:nvPr/>
          </p:nvSpPr>
          <p:spPr>
            <a:xfrm>
              <a:off x="6654825" y="-842150"/>
              <a:ext cx="21500" cy="17225"/>
            </a:xfrm>
            <a:custGeom>
              <a:rect b="b" l="l" r="r" t="t"/>
              <a:pathLst>
                <a:path extrusionOk="0" fill="none" h="689" w="86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6" name="Google Shape;4716;p46"/>
            <p:cNvSpPr/>
            <p:nvPr/>
          </p:nvSpPr>
          <p:spPr>
            <a:xfrm>
              <a:off x="6683300" y="-832475"/>
              <a:ext cx="21525" cy="18850"/>
            </a:xfrm>
            <a:custGeom>
              <a:rect b="b" l="l" r="r" t="t"/>
              <a:pathLst>
                <a:path extrusionOk="0" h="754" w="861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7" name="Google Shape;4717;p46"/>
            <p:cNvSpPr/>
            <p:nvPr/>
          </p:nvSpPr>
          <p:spPr>
            <a:xfrm>
              <a:off x="6683300" y="-832475"/>
              <a:ext cx="21525" cy="18850"/>
            </a:xfrm>
            <a:custGeom>
              <a:rect b="b" l="l" r="r" t="t"/>
              <a:pathLst>
                <a:path extrusionOk="0" fill="none" h="754" w="861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8" name="Google Shape;4718;p46"/>
            <p:cNvSpPr/>
            <p:nvPr/>
          </p:nvSpPr>
          <p:spPr>
            <a:xfrm>
              <a:off x="6711775" y="-822800"/>
              <a:ext cx="21525" cy="19925"/>
            </a:xfrm>
            <a:custGeom>
              <a:rect b="b" l="l" r="r" t="t"/>
              <a:pathLst>
                <a:path extrusionOk="0" h="797" w="861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9" name="Google Shape;4719;p46"/>
            <p:cNvSpPr/>
            <p:nvPr/>
          </p:nvSpPr>
          <p:spPr>
            <a:xfrm>
              <a:off x="6711775" y="-822800"/>
              <a:ext cx="21525" cy="19925"/>
            </a:xfrm>
            <a:custGeom>
              <a:rect b="b" l="l" r="r" t="t"/>
              <a:pathLst>
                <a:path extrusionOk="0" fill="none" h="797" w="861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0" name="Google Shape;4720;p46"/>
            <p:cNvSpPr/>
            <p:nvPr/>
          </p:nvSpPr>
          <p:spPr>
            <a:xfrm>
              <a:off x="6740275" y="-813125"/>
              <a:ext cx="21500" cy="20975"/>
            </a:xfrm>
            <a:custGeom>
              <a:rect b="b" l="l" r="r" t="t"/>
              <a:pathLst>
                <a:path extrusionOk="0" h="839" w="86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1" name="Google Shape;4721;p46"/>
            <p:cNvSpPr/>
            <p:nvPr/>
          </p:nvSpPr>
          <p:spPr>
            <a:xfrm>
              <a:off x="6740275" y="-813125"/>
              <a:ext cx="21500" cy="20975"/>
            </a:xfrm>
            <a:custGeom>
              <a:rect b="b" l="l" r="r" t="t"/>
              <a:pathLst>
                <a:path extrusionOk="0" fill="none" h="839" w="86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2" name="Google Shape;4722;p46"/>
            <p:cNvSpPr/>
            <p:nvPr/>
          </p:nvSpPr>
          <p:spPr>
            <a:xfrm>
              <a:off x="6768200" y="-802900"/>
              <a:ext cx="22600" cy="22050"/>
            </a:xfrm>
            <a:custGeom>
              <a:rect b="b" l="l" r="r" t="t"/>
              <a:pathLst>
                <a:path extrusionOk="0" h="882" w="904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3" name="Google Shape;4723;p46"/>
            <p:cNvSpPr/>
            <p:nvPr/>
          </p:nvSpPr>
          <p:spPr>
            <a:xfrm>
              <a:off x="6768200" y="-802900"/>
              <a:ext cx="22600" cy="22050"/>
            </a:xfrm>
            <a:custGeom>
              <a:rect b="b" l="l" r="r" t="t"/>
              <a:pathLst>
                <a:path extrusionOk="0" fill="none" h="882" w="904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4" name="Google Shape;4724;p46"/>
            <p:cNvSpPr/>
            <p:nvPr/>
          </p:nvSpPr>
          <p:spPr>
            <a:xfrm>
              <a:off x="6796700" y="-793225"/>
              <a:ext cx="22600" cy="23125"/>
            </a:xfrm>
            <a:custGeom>
              <a:rect b="b" l="l" r="r" t="t"/>
              <a:pathLst>
                <a:path extrusionOk="0" h="925" w="904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5" name="Google Shape;4725;p46"/>
            <p:cNvSpPr/>
            <p:nvPr/>
          </p:nvSpPr>
          <p:spPr>
            <a:xfrm>
              <a:off x="6796700" y="-793225"/>
              <a:ext cx="22600" cy="23125"/>
            </a:xfrm>
            <a:custGeom>
              <a:rect b="b" l="l" r="r" t="t"/>
              <a:pathLst>
                <a:path extrusionOk="0" fill="none" h="925" w="904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6" name="Google Shape;4726;p46"/>
            <p:cNvSpPr/>
            <p:nvPr/>
          </p:nvSpPr>
          <p:spPr>
            <a:xfrm>
              <a:off x="6825175" y="-783575"/>
              <a:ext cx="22600" cy="24750"/>
            </a:xfrm>
            <a:custGeom>
              <a:rect b="b" l="l" r="r" t="t"/>
              <a:pathLst>
                <a:path extrusionOk="0" h="990" w="904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46"/>
            <p:cNvSpPr/>
            <p:nvPr/>
          </p:nvSpPr>
          <p:spPr>
            <a:xfrm>
              <a:off x="6825175" y="-783575"/>
              <a:ext cx="22600" cy="24750"/>
            </a:xfrm>
            <a:custGeom>
              <a:rect b="b" l="l" r="r" t="t"/>
              <a:pathLst>
                <a:path extrusionOk="0" fill="none" h="990" w="904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8" name="Google Shape;4728;p46"/>
            <p:cNvSpPr/>
            <p:nvPr/>
          </p:nvSpPr>
          <p:spPr>
            <a:xfrm>
              <a:off x="6853650" y="-773350"/>
              <a:ext cx="22600" cy="25275"/>
            </a:xfrm>
            <a:custGeom>
              <a:rect b="b" l="l" r="r" t="t"/>
              <a:pathLst>
                <a:path extrusionOk="0" h="1011" w="904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9" name="Google Shape;4729;p46"/>
            <p:cNvSpPr/>
            <p:nvPr/>
          </p:nvSpPr>
          <p:spPr>
            <a:xfrm>
              <a:off x="6853650" y="-773350"/>
              <a:ext cx="22600" cy="25275"/>
            </a:xfrm>
            <a:custGeom>
              <a:rect b="b" l="l" r="r" t="t"/>
              <a:pathLst>
                <a:path extrusionOk="0" fill="none" h="1011" w="904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0" name="Google Shape;4730;p46"/>
            <p:cNvSpPr/>
            <p:nvPr/>
          </p:nvSpPr>
          <p:spPr>
            <a:xfrm>
              <a:off x="6882150" y="-763150"/>
              <a:ext cx="22600" cy="26375"/>
            </a:xfrm>
            <a:custGeom>
              <a:rect b="b" l="l" r="r" t="t"/>
              <a:pathLst>
                <a:path extrusionOk="0" h="1055" w="904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1" name="Google Shape;4731;p46"/>
            <p:cNvSpPr/>
            <p:nvPr/>
          </p:nvSpPr>
          <p:spPr>
            <a:xfrm>
              <a:off x="6882150" y="-763150"/>
              <a:ext cx="22600" cy="26375"/>
            </a:xfrm>
            <a:custGeom>
              <a:rect b="b" l="l" r="r" t="t"/>
              <a:pathLst>
                <a:path extrusionOk="0" fill="none" h="1055" w="904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2" name="Google Shape;4732;p46"/>
            <p:cNvSpPr/>
            <p:nvPr/>
          </p:nvSpPr>
          <p:spPr>
            <a:xfrm>
              <a:off x="6910625" y="-75292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3" name="Google Shape;4733;p46"/>
            <p:cNvSpPr/>
            <p:nvPr/>
          </p:nvSpPr>
          <p:spPr>
            <a:xfrm>
              <a:off x="6910625" y="-75292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4" name="Google Shape;4734;p46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5" name="Google Shape;4735;p46"/>
            <p:cNvSpPr/>
            <p:nvPr/>
          </p:nvSpPr>
          <p:spPr>
            <a:xfrm>
              <a:off x="6939100" y="-742175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6" name="Google Shape;4736;p46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h="1097" w="903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7" name="Google Shape;4737;p46"/>
            <p:cNvSpPr/>
            <p:nvPr/>
          </p:nvSpPr>
          <p:spPr>
            <a:xfrm>
              <a:off x="6967600" y="-731425"/>
              <a:ext cx="22575" cy="27425"/>
            </a:xfrm>
            <a:custGeom>
              <a:rect b="b" l="l" r="r" t="t"/>
              <a:pathLst>
                <a:path extrusionOk="0" fill="none" h="1097" w="903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8" name="Google Shape;4738;p46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h="1076" w="904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9" name="Google Shape;4739;p46"/>
            <p:cNvSpPr/>
            <p:nvPr/>
          </p:nvSpPr>
          <p:spPr>
            <a:xfrm>
              <a:off x="6996075" y="-720150"/>
              <a:ext cx="22600" cy="26900"/>
            </a:xfrm>
            <a:custGeom>
              <a:rect b="b" l="l" r="r" t="t"/>
              <a:pathLst>
                <a:path extrusionOk="0" fill="none" h="1076" w="904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0" name="Google Shape;4740;p46"/>
            <p:cNvSpPr/>
            <p:nvPr/>
          </p:nvSpPr>
          <p:spPr>
            <a:xfrm>
              <a:off x="6603225" y="-860425"/>
              <a:ext cx="2175" cy="575"/>
            </a:xfrm>
            <a:custGeom>
              <a:rect b="b" l="l" r="r" t="t"/>
              <a:pathLst>
                <a:path extrusionOk="0" h="23" w="8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1" name="Google Shape;4741;p46"/>
            <p:cNvSpPr/>
            <p:nvPr/>
          </p:nvSpPr>
          <p:spPr>
            <a:xfrm>
              <a:off x="6603225" y="-860425"/>
              <a:ext cx="2175" cy="575"/>
            </a:xfrm>
            <a:custGeom>
              <a:rect b="b" l="l" r="r" t="t"/>
              <a:pathLst>
                <a:path extrusionOk="0" fill="none" h="23" w="87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2" name="Google Shape;4742;p46"/>
            <p:cNvSpPr/>
            <p:nvPr/>
          </p:nvSpPr>
          <p:spPr>
            <a:xfrm>
              <a:off x="7394850" y="-613200"/>
              <a:ext cx="445000" cy="118250"/>
            </a:xfrm>
            <a:custGeom>
              <a:rect b="b" l="l" r="r" t="t"/>
              <a:pathLst>
                <a:path extrusionOk="0" h="4730" w="1780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3" name="Google Shape;4743;p46"/>
            <p:cNvSpPr/>
            <p:nvPr/>
          </p:nvSpPr>
          <p:spPr>
            <a:xfrm>
              <a:off x="7394850" y="-613200"/>
              <a:ext cx="445000" cy="118250"/>
            </a:xfrm>
            <a:custGeom>
              <a:rect b="b" l="l" r="r" t="t"/>
              <a:pathLst>
                <a:path extrusionOk="0" fill="none" h="4730" w="1780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4" name="Google Shape;4744;p46"/>
            <p:cNvSpPr/>
            <p:nvPr/>
          </p:nvSpPr>
          <p:spPr>
            <a:xfrm>
              <a:off x="6045925" y="-987250"/>
              <a:ext cx="735750" cy="815300"/>
            </a:xfrm>
            <a:custGeom>
              <a:rect b="b" l="l" r="r" t="t"/>
              <a:pathLst>
                <a:path extrusionOk="0" h="32612" w="2943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5" name="Google Shape;4745;p46"/>
            <p:cNvSpPr/>
            <p:nvPr/>
          </p:nvSpPr>
          <p:spPr>
            <a:xfrm>
              <a:off x="7752225" y="-585800"/>
              <a:ext cx="394475" cy="311725"/>
            </a:xfrm>
            <a:custGeom>
              <a:rect b="b" l="l" r="r" t="t"/>
              <a:pathLst>
                <a:path extrusionOk="0" h="12469" w="15779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6" name="Google Shape;4746;p46"/>
            <p:cNvSpPr/>
            <p:nvPr/>
          </p:nvSpPr>
          <p:spPr>
            <a:xfrm>
              <a:off x="6164700" y="-980800"/>
              <a:ext cx="616975" cy="778200"/>
            </a:xfrm>
            <a:custGeom>
              <a:rect b="b" l="l" r="r" t="t"/>
              <a:pathLst>
                <a:path extrusionOk="0" h="31128" w="24679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7" name="Google Shape;4747;p46"/>
            <p:cNvSpPr/>
            <p:nvPr/>
          </p:nvSpPr>
          <p:spPr>
            <a:xfrm>
              <a:off x="6672000" y="-1371600"/>
              <a:ext cx="1656900" cy="461650"/>
            </a:xfrm>
            <a:custGeom>
              <a:rect b="b" l="l" r="r" t="t"/>
              <a:pathLst>
                <a:path extrusionOk="0" h="18466" w="66276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8" name="Google Shape;4748;p46"/>
            <p:cNvSpPr/>
            <p:nvPr/>
          </p:nvSpPr>
          <p:spPr>
            <a:xfrm>
              <a:off x="7603350" y="-837300"/>
              <a:ext cx="138675" cy="104275"/>
            </a:xfrm>
            <a:custGeom>
              <a:rect b="b" l="l" r="r" t="t"/>
              <a:pathLst>
                <a:path extrusionOk="0" h="4171" w="5547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9" name="Google Shape;4749;p46"/>
            <p:cNvSpPr/>
            <p:nvPr/>
          </p:nvSpPr>
          <p:spPr>
            <a:xfrm>
              <a:off x="7603350" y="-837300"/>
              <a:ext cx="138675" cy="104275"/>
            </a:xfrm>
            <a:custGeom>
              <a:rect b="b" l="l" r="r" t="t"/>
              <a:pathLst>
                <a:path extrusionOk="0" fill="none" h="4171" w="5547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0" name="Google Shape;4750;p46"/>
            <p:cNvSpPr/>
            <p:nvPr/>
          </p:nvSpPr>
          <p:spPr>
            <a:xfrm>
              <a:off x="7617325" y="-819575"/>
              <a:ext cx="147825" cy="62375"/>
            </a:xfrm>
            <a:custGeom>
              <a:rect b="b" l="l" r="r" t="t"/>
              <a:pathLst>
                <a:path extrusionOk="0" h="2495" w="5913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1" name="Google Shape;4751;p46"/>
            <p:cNvSpPr/>
            <p:nvPr/>
          </p:nvSpPr>
          <p:spPr>
            <a:xfrm>
              <a:off x="8113375" y="-611600"/>
              <a:ext cx="47300" cy="22600"/>
            </a:xfrm>
            <a:custGeom>
              <a:rect b="b" l="l" r="r" t="t"/>
              <a:pathLst>
                <a:path extrusionOk="0" h="904" w="1892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2" name="Google Shape;4752;p46"/>
            <p:cNvSpPr/>
            <p:nvPr/>
          </p:nvSpPr>
          <p:spPr>
            <a:xfrm>
              <a:off x="8113375" y="-611600"/>
              <a:ext cx="47300" cy="22600"/>
            </a:xfrm>
            <a:custGeom>
              <a:rect b="b" l="l" r="r" t="t"/>
              <a:pathLst>
                <a:path extrusionOk="0" fill="none" h="904" w="1892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3" name="Google Shape;4753;p46"/>
            <p:cNvSpPr/>
            <p:nvPr/>
          </p:nvSpPr>
          <p:spPr>
            <a:xfrm>
              <a:off x="7932250" y="-657275"/>
              <a:ext cx="228425" cy="68275"/>
            </a:xfrm>
            <a:custGeom>
              <a:rect b="b" l="l" r="r" t="t"/>
              <a:pathLst>
                <a:path extrusionOk="0" h="2731" w="9137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4" name="Google Shape;4754;p46"/>
            <p:cNvSpPr/>
            <p:nvPr/>
          </p:nvSpPr>
          <p:spPr>
            <a:xfrm>
              <a:off x="7932250" y="-657275"/>
              <a:ext cx="228425" cy="68275"/>
            </a:xfrm>
            <a:custGeom>
              <a:rect b="b" l="l" r="r" t="t"/>
              <a:pathLst>
                <a:path extrusionOk="0" fill="none" h="2731" w="9137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5" name="Google Shape;4755;p46"/>
            <p:cNvSpPr/>
            <p:nvPr/>
          </p:nvSpPr>
          <p:spPr>
            <a:xfrm>
              <a:off x="7973625" y="-669625"/>
              <a:ext cx="139775" cy="63425"/>
            </a:xfrm>
            <a:custGeom>
              <a:rect b="b" l="l" r="r" t="t"/>
              <a:pathLst>
                <a:path extrusionOk="0" h="2537" w="5591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6" name="Google Shape;4756;p46"/>
            <p:cNvSpPr/>
            <p:nvPr/>
          </p:nvSpPr>
          <p:spPr>
            <a:xfrm>
              <a:off x="7703325" y="-771750"/>
              <a:ext cx="289150" cy="141925"/>
            </a:xfrm>
            <a:custGeom>
              <a:rect b="b" l="l" r="r" t="t"/>
              <a:pathLst>
                <a:path extrusionOk="0" h="5677" w="11566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7" name="Google Shape;4757;p46"/>
            <p:cNvSpPr/>
            <p:nvPr/>
          </p:nvSpPr>
          <p:spPr>
            <a:xfrm>
              <a:off x="7703325" y="-771750"/>
              <a:ext cx="289150" cy="141925"/>
            </a:xfrm>
            <a:custGeom>
              <a:rect b="b" l="l" r="r" t="t"/>
              <a:pathLst>
                <a:path extrusionOk="0" fill="none" h="5677" w="11566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58" name="Google Shape;4758;p46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12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2" name="Shape 4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3" name="Google Shape;4763;p47"/>
          <p:cNvSpPr txBox="1"/>
          <p:nvPr>
            <p:ph type="title"/>
          </p:nvPr>
        </p:nvSpPr>
        <p:spPr>
          <a:xfrm>
            <a:off x="1280250" y="2052150"/>
            <a:ext cx="6583500" cy="1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grpSp>
        <p:nvGrpSpPr>
          <p:cNvPr id="4764" name="Google Shape;4764;p47"/>
          <p:cNvGrpSpPr/>
          <p:nvPr/>
        </p:nvGrpSpPr>
        <p:grpSpPr>
          <a:xfrm>
            <a:off x="3087440" y="410519"/>
            <a:ext cx="2969120" cy="785830"/>
            <a:chOff x="2199025" y="-704725"/>
            <a:chExt cx="2325438" cy="615468"/>
          </a:xfrm>
        </p:grpSpPr>
        <p:sp>
          <p:nvSpPr>
            <p:cNvPr id="4765" name="Google Shape;4765;p47"/>
            <p:cNvSpPr/>
            <p:nvPr/>
          </p:nvSpPr>
          <p:spPr>
            <a:xfrm>
              <a:off x="3316458" y="-704725"/>
              <a:ext cx="98389" cy="207003"/>
            </a:xfrm>
            <a:custGeom>
              <a:rect b="b" l="l" r="r" t="t"/>
              <a:pathLst>
                <a:path extrusionOk="0" h="6670" w="3170">
                  <a:moveTo>
                    <a:pt x="1517" y="1"/>
                  </a:moveTo>
                  <a:lnTo>
                    <a:pt x="1459" y="40"/>
                  </a:lnTo>
                  <a:lnTo>
                    <a:pt x="1420" y="79"/>
                  </a:lnTo>
                  <a:lnTo>
                    <a:pt x="1381" y="156"/>
                  </a:lnTo>
                  <a:lnTo>
                    <a:pt x="1" y="6669"/>
                  </a:lnTo>
                  <a:lnTo>
                    <a:pt x="3170" y="6669"/>
                  </a:lnTo>
                  <a:lnTo>
                    <a:pt x="1789" y="156"/>
                  </a:lnTo>
                  <a:lnTo>
                    <a:pt x="1770" y="79"/>
                  </a:lnTo>
                  <a:lnTo>
                    <a:pt x="1712" y="40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6" name="Google Shape;4766;p47"/>
            <p:cNvSpPr/>
            <p:nvPr/>
          </p:nvSpPr>
          <p:spPr>
            <a:xfrm>
              <a:off x="3316458" y="-539396"/>
              <a:ext cx="98389" cy="41680"/>
            </a:xfrm>
            <a:custGeom>
              <a:rect b="b" l="l" r="r" t="t"/>
              <a:pathLst>
                <a:path extrusionOk="0" h="1343" w="3170">
                  <a:moveTo>
                    <a:pt x="740" y="1"/>
                  </a:moveTo>
                  <a:lnTo>
                    <a:pt x="293" y="20"/>
                  </a:lnTo>
                  <a:lnTo>
                    <a:pt x="1" y="1342"/>
                  </a:lnTo>
                  <a:lnTo>
                    <a:pt x="3170" y="1342"/>
                  </a:lnTo>
                  <a:lnTo>
                    <a:pt x="2975" y="428"/>
                  </a:lnTo>
                  <a:lnTo>
                    <a:pt x="2723" y="331"/>
                  </a:lnTo>
                  <a:lnTo>
                    <a:pt x="2450" y="253"/>
                  </a:lnTo>
                  <a:lnTo>
                    <a:pt x="2178" y="176"/>
                  </a:lnTo>
                  <a:lnTo>
                    <a:pt x="1887" y="117"/>
                  </a:lnTo>
                  <a:lnTo>
                    <a:pt x="1614" y="59"/>
                  </a:lnTo>
                  <a:lnTo>
                    <a:pt x="1323" y="40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7" name="Google Shape;4767;p47"/>
            <p:cNvSpPr/>
            <p:nvPr/>
          </p:nvSpPr>
          <p:spPr>
            <a:xfrm>
              <a:off x="2199025" y="-377699"/>
              <a:ext cx="1056579" cy="182238"/>
            </a:xfrm>
            <a:custGeom>
              <a:rect b="b" l="l" r="r" t="t"/>
              <a:pathLst>
                <a:path extrusionOk="0" h="5872" w="34042">
                  <a:moveTo>
                    <a:pt x="468" y="1"/>
                  </a:moveTo>
                  <a:lnTo>
                    <a:pt x="390" y="20"/>
                  </a:lnTo>
                  <a:lnTo>
                    <a:pt x="254" y="59"/>
                  </a:lnTo>
                  <a:lnTo>
                    <a:pt x="137" y="156"/>
                  </a:lnTo>
                  <a:lnTo>
                    <a:pt x="79" y="195"/>
                  </a:lnTo>
                  <a:lnTo>
                    <a:pt x="59" y="273"/>
                  </a:lnTo>
                  <a:lnTo>
                    <a:pt x="20" y="331"/>
                  </a:lnTo>
                  <a:lnTo>
                    <a:pt x="1" y="409"/>
                  </a:lnTo>
                  <a:lnTo>
                    <a:pt x="1" y="506"/>
                  </a:lnTo>
                  <a:lnTo>
                    <a:pt x="20" y="584"/>
                  </a:lnTo>
                  <a:lnTo>
                    <a:pt x="59" y="720"/>
                  </a:lnTo>
                  <a:lnTo>
                    <a:pt x="98" y="856"/>
                  </a:lnTo>
                  <a:lnTo>
                    <a:pt x="156" y="1012"/>
                  </a:lnTo>
                  <a:lnTo>
                    <a:pt x="293" y="1284"/>
                  </a:lnTo>
                  <a:lnTo>
                    <a:pt x="468" y="1537"/>
                  </a:lnTo>
                  <a:lnTo>
                    <a:pt x="681" y="1750"/>
                  </a:lnTo>
                  <a:lnTo>
                    <a:pt x="934" y="1925"/>
                  </a:lnTo>
                  <a:lnTo>
                    <a:pt x="1187" y="2081"/>
                  </a:lnTo>
                  <a:lnTo>
                    <a:pt x="1478" y="2178"/>
                  </a:lnTo>
                  <a:lnTo>
                    <a:pt x="1634" y="2217"/>
                  </a:lnTo>
                  <a:lnTo>
                    <a:pt x="1790" y="2236"/>
                  </a:lnTo>
                  <a:lnTo>
                    <a:pt x="7641" y="2995"/>
                  </a:lnTo>
                  <a:lnTo>
                    <a:pt x="11743" y="3500"/>
                  </a:lnTo>
                  <a:lnTo>
                    <a:pt x="16292" y="4044"/>
                  </a:lnTo>
                  <a:lnTo>
                    <a:pt x="21055" y="4589"/>
                  </a:lnTo>
                  <a:lnTo>
                    <a:pt x="25760" y="5094"/>
                  </a:lnTo>
                  <a:lnTo>
                    <a:pt x="28015" y="5327"/>
                  </a:lnTo>
                  <a:lnTo>
                    <a:pt x="30173" y="5541"/>
                  </a:lnTo>
                  <a:lnTo>
                    <a:pt x="32175" y="5736"/>
                  </a:lnTo>
                  <a:lnTo>
                    <a:pt x="34041" y="5872"/>
                  </a:lnTo>
                  <a:lnTo>
                    <a:pt x="33419" y="1848"/>
                  </a:lnTo>
                  <a:lnTo>
                    <a:pt x="2703" y="1031"/>
                  </a:lnTo>
                  <a:lnTo>
                    <a:pt x="2431" y="1012"/>
                  </a:lnTo>
                  <a:lnTo>
                    <a:pt x="2159" y="973"/>
                  </a:lnTo>
                  <a:lnTo>
                    <a:pt x="1906" y="895"/>
                  </a:lnTo>
                  <a:lnTo>
                    <a:pt x="1673" y="798"/>
                  </a:lnTo>
                  <a:lnTo>
                    <a:pt x="1440" y="662"/>
                  </a:lnTo>
                  <a:lnTo>
                    <a:pt x="1206" y="526"/>
                  </a:lnTo>
                  <a:lnTo>
                    <a:pt x="1012" y="351"/>
                  </a:lnTo>
                  <a:lnTo>
                    <a:pt x="817" y="156"/>
                  </a:lnTo>
                  <a:lnTo>
                    <a:pt x="759" y="98"/>
                  </a:lnTo>
                  <a:lnTo>
                    <a:pt x="681" y="59"/>
                  </a:lnTo>
                  <a:lnTo>
                    <a:pt x="604" y="20"/>
                  </a:lnTo>
                  <a:lnTo>
                    <a:pt x="5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8" name="Google Shape;4768;p47"/>
            <p:cNvSpPr/>
            <p:nvPr/>
          </p:nvSpPr>
          <p:spPr>
            <a:xfrm>
              <a:off x="2199025" y="-377699"/>
              <a:ext cx="1056579" cy="182238"/>
            </a:xfrm>
            <a:custGeom>
              <a:rect b="b" l="l" r="r" t="t"/>
              <a:pathLst>
                <a:path extrusionOk="0" fill="none" h="5872" w="34042">
                  <a:moveTo>
                    <a:pt x="33419" y="1848"/>
                  </a:moveTo>
                  <a:lnTo>
                    <a:pt x="2703" y="1031"/>
                  </a:lnTo>
                  <a:lnTo>
                    <a:pt x="2703" y="1031"/>
                  </a:lnTo>
                  <a:lnTo>
                    <a:pt x="2431" y="1012"/>
                  </a:lnTo>
                  <a:lnTo>
                    <a:pt x="2159" y="973"/>
                  </a:lnTo>
                  <a:lnTo>
                    <a:pt x="1906" y="895"/>
                  </a:lnTo>
                  <a:lnTo>
                    <a:pt x="1673" y="798"/>
                  </a:lnTo>
                  <a:lnTo>
                    <a:pt x="1440" y="662"/>
                  </a:lnTo>
                  <a:lnTo>
                    <a:pt x="1206" y="526"/>
                  </a:lnTo>
                  <a:lnTo>
                    <a:pt x="1012" y="351"/>
                  </a:lnTo>
                  <a:lnTo>
                    <a:pt x="817" y="156"/>
                  </a:lnTo>
                  <a:lnTo>
                    <a:pt x="817" y="156"/>
                  </a:lnTo>
                  <a:lnTo>
                    <a:pt x="759" y="98"/>
                  </a:lnTo>
                  <a:lnTo>
                    <a:pt x="681" y="59"/>
                  </a:lnTo>
                  <a:lnTo>
                    <a:pt x="604" y="20"/>
                  </a:lnTo>
                  <a:lnTo>
                    <a:pt x="545" y="1"/>
                  </a:lnTo>
                  <a:lnTo>
                    <a:pt x="468" y="1"/>
                  </a:lnTo>
                  <a:lnTo>
                    <a:pt x="390" y="20"/>
                  </a:lnTo>
                  <a:lnTo>
                    <a:pt x="254" y="59"/>
                  </a:lnTo>
                  <a:lnTo>
                    <a:pt x="137" y="156"/>
                  </a:lnTo>
                  <a:lnTo>
                    <a:pt x="79" y="195"/>
                  </a:lnTo>
                  <a:lnTo>
                    <a:pt x="59" y="273"/>
                  </a:lnTo>
                  <a:lnTo>
                    <a:pt x="20" y="331"/>
                  </a:lnTo>
                  <a:lnTo>
                    <a:pt x="1" y="409"/>
                  </a:lnTo>
                  <a:lnTo>
                    <a:pt x="1" y="506"/>
                  </a:lnTo>
                  <a:lnTo>
                    <a:pt x="20" y="584"/>
                  </a:lnTo>
                  <a:lnTo>
                    <a:pt x="59" y="720"/>
                  </a:lnTo>
                  <a:lnTo>
                    <a:pt x="59" y="720"/>
                  </a:lnTo>
                  <a:lnTo>
                    <a:pt x="98" y="856"/>
                  </a:lnTo>
                  <a:lnTo>
                    <a:pt x="156" y="1012"/>
                  </a:lnTo>
                  <a:lnTo>
                    <a:pt x="293" y="1284"/>
                  </a:lnTo>
                  <a:lnTo>
                    <a:pt x="468" y="1537"/>
                  </a:lnTo>
                  <a:lnTo>
                    <a:pt x="681" y="1750"/>
                  </a:lnTo>
                  <a:lnTo>
                    <a:pt x="934" y="1925"/>
                  </a:lnTo>
                  <a:lnTo>
                    <a:pt x="1187" y="2081"/>
                  </a:lnTo>
                  <a:lnTo>
                    <a:pt x="1478" y="2178"/>
                  </a:lnTo>
                  <a:lnTo>
                    <a:pt x="1634" y="2217"/>
                  </a:lnTo>
                  <a:lnTo>
                    <a:pt x="1790" y="2236"/>
                  </a:lnTo>
                  <a:lnTo>
                    <a:pt x="1790" y="2236"/>
                  </a:lnTo>
                  <a:lnTo>
                    <a:pt x="7641" y="2995"/>
                  </a:lnTo>
                  <a:lnTo>
                    <a:pt x="11743" y="3500"/>
                  </a:lnTo>
                  <a:lnTo>
                    <a:pt x="16292" y="4044"/>
                  </a:lnTo>
                  <a:lnTo>
                    <a:pt x="21055" y="4589"/>
                  </a:lnTo>
                  <a:lnTo>
                    <a:pt x="25760" y="5094"/>
                  </a:lnTo>
                  <a:lnTo>
                    <a:pt x="28015" y="5327"/>
                  </a:lnTo>
                  <a:lnTo>
                    <a:pt x="30173" y="5541"/>
                  </a:lnTo>
                  <a:lnTo>
                    <a:pt x="32175" y="5736"/>
                  </a:lnTo>
                  <a:lnTo>
                    <a:pt x="34041" y="5872"/>
                  </a:lnTo>
                  <a:lnTo>
                    <a:pt x="33419" y="184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9" name="Google Shape;4769;p47"/>
            <p:cNvSpPr/>
            <p:nvPr/>
          </p:nvSpPr>
          <p:spPr>
            <a:xfrm>
              <a:off x="2396944" y="-342690"/>
              <a:ext cx="858652" cy="147230"/>
            </a:xfrm>
            <a:custGeom>
              <a:rect b="b" l="l" r="r" t="t"/>
              <a:pathLst>
                <a:path extrusionOk="0" h="4744" w="27665">
                  <a:moveTo>
                    <a:pt x="0" y="0"/>
                  </a:moveTo>
                  <a:lnTo>
                    <a:pt x="27042" y="1925"/>
                  </a:lnTo>
                  <a:lnTo>
                    <a:pt x="27334" y="4724"/>
                  </a:lnTo>
                  <a:lnTo>
                    <a:pt x="27664" y="4744"/>
                  </a:lnTo>
                  <a:lnTo>
                    <a:pt x="27042" y="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0" name="Google Shape;4770;p47"/>
            <p:cNvSpPr/>
            <p:nvPr/>
          </p:nvSpPr>
          <p:spPr>
            <a:xfrm>
              <a:off x="2396944" y="-342690"/>
              <a:ext cx="858652" cy="147230"/>
            </a:xfrm>
            <a:custGeom>
              <a:rect b="b" l="l" r="r" t="t"/>
              <a:pathLst>
                <a:path extrusionOk="0" fill="none" h="4744" w="27665">
                  <a:moveTo>
                    <a:pt x="27334" y="4724"/>
                  </a:moveTo>
                  <a:lnTo>
                    <a:pt x="27334" y="4724"/>
                  </a:lnTo>
                  <a:lnTo>
                    <a:pt x="27664" y="4744"/>
                  </a:lnTo>
                  <a:lnTo>
                    <a:pt x="27042" y="720"/>
                  </a:lnTo>
                  <a:lnTo>
                    <a:pt x="0" y="0"/>
                  </a:lnTo>
                  <a:lnTo>
                    <a:pt x="27042" y="1925"/>
                  </a:lnTo>
                  <a:lnTo>
                    <a:pt x="27334" y="472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1" name="Google Shape;4771;p47"/>
            <p:cNvSpPr/>
            <p:nvPr/>
          </p:nvSpPr>
          <p:spPr>
            <a:xfrm>
              <a:off x="3132444" y="-290208"/>
              <a:ext cx="70641" cy="90529"/>
            </a:xfrm>
            <a:custGeom>
              <a:rect b="b" l="l" r="r" t="t"/>
              <a:pathLst>
                <a:path extrusionOk="0" h="2917" w="2276">
                  <a:moveTo>
                    <a:pt x="1" y="1"/>
                  </a:moveTo>
                  <a:lnTo>
                    <a:pt x="78" y="370"/>
                  </a:lnTo>
                  <a:lnTo>
                    <a:pt x="156" y="739"/>
                  </a:lnTo>
                  <a:lnTo>
                    <a:pt x="253" y="1109"/>
                  </a:lnTo>
                  <a:lnTo>
                    <a:pt x="370" y="1459"/>
                  </a:lnTo>
                  <a:lnTo>
                    <a:pt x="487" y="1809"/>
                  </a:lnTo>
                  <a:lnTo>
                    <a:pt x="642" y="2159"/>
                  </a:lnTo>
                  <a:lnTo>
                    <a:pt x="798" y="2489"/>
                  </a:lnTo>
                  <a:lnTo>
                    <a:pt x="992" y="2800"/>
                  </a:lnTo>
                  <a:lnTo>
                    <a:pt x="2275" y="2917"/>
                  </a:lnTo>
                  <a:lnTo>
                    <a:pt x="2100" y="2625"/>
                  </a:lnTo>
                  <a:lnTo>
                    <a:pt x="1945" y="2295"/>
                  </a:lnTo>
                  <a:lnTo>
                    <a:pt x="1789" y="1984"/>
                  </a:lnTo>
                  <a:lnTo>
                    <a:pt x="1653" y="1653"/>
                  </a:lnTo>
                  <a:lnTo>
                    <a:pt x="1536" y="1303"/>
                  </a:lnTo>
                  <a:lnTo>
                    <a:pt x="1439" y="973"/>
                  </a:lnTo>
                  <a:lnTo>
                    <a:pt x="1342" y="623"/>
                  </a:lnTo>
                  <a:lnTo>
                    <a:pt x="1284" y="273"/>
                  </a:lnTo>
                  <a:lnTo>
                    <a:pt x="1245" y="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2" name="Google Shape;4772;p47"/>
            <p:cNvSpPr/>
            <p:nvPr/>
          </p:nvSpPr>
          <p:spPr>
            <a:xfrm>
              <a:off x="3132444" y="-290208"/>
              <a:ext cx="70641" cy="90529"/>
            </a:xfrm>
            <a:custGeom>
              <a:rect b="b" l="l" r="r" t="t"/>
              <a:pathLst>
                <a:path extrusionOk="0" fill="none" h="2917" w="2276">
                  <a:moveTo>
                    <a:pt x="1" y="1"/>
                  </a:moveTo>
                  <a:lnTo>
                    <a:pt x="1" y="1"/>
                  </a:lnTo>
                  <a:lnTo>
                    <a:pt x="78" y="370"/>
                  </a:lnTo>
                  <a:lnTo>
                    <a:pt x="156" y="739"/>
                  </a:lnTo>
                  <a:lnTo>
                    <a:pt x="253" y="1109"/>
                  </a:lnTo>
                  <a:lnTo>
                    <a:pt x="370" y="1459"/>
                  </a:lnTo>
                  <a:lnTo>
                    <a:pt x="487" y="1809"/>
                  </a:lnTo>
                  <a:lnTo>
                    <a:pt x="642" y="2159"/>
                  </a:lnTo>
                  <a:lnTo>
                    <a:pt x="798" y="2489"/>
                  </a:lnTo>
                  <a:lnTo>
                    <a:pt x="992" y="2800"/>
                  </a:lnTo>
                  <a:lnTo>
                    <a:pt x="992" y="2800"/>
                  </a:lnTo>
                  <a:lnTo>
                    <a:pt x="2275" y="2917"/>
                  </a:lnTo>
                  <a:lnTo>
                    <a:pt x="2275" y="2917"/>
                  </a:lnTo>
                  <a:lnTo>
                    <a:pt x="2100" y="2625"/>
                  </a:lnTo>
                  <a:lnTo>
                    <a:pt x="1945" y="2295"/>
                  </a:lnTo>
                  <a:lnTo>
                    <a:pt x="1789" y="1984"/>
                  </a:lnTo>
                  <a:lnTo>
                    <a:pt x="1653" y="1653"/>
                  </a:lnTo>
                  <a:lnTo>
                    <a:pt x="1536" y="1303"/>
                  </a:lnTo>
                  <a:lnTo>
                    <a:pt x="1439" y="973"/>
                  </a:lnTo>
                  <a:lnTo>
                    <a:pt x="1342" y="623"/>
                  </a:lnTo>
                  <a:lnTo>
                    <a:pt x="1284" y="273"/>
                  </a:lnTo>
                  <a:lnTo>
                    <a:pt x="1284" y="273"/>
                  </a:lnTo>
                  <a:lnTo>
                    <a:pt x="1245" y="98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3" name="Google Shape;4773;p47"/>
            <p:cNvSpPr/>
            <p:nvPr/>
          </p:nvSpPr>
          <p:spPr>
            <a:xfrm>
              <a:off x="3130644" y="-323386"/>
              <a:ext cx="40442" cy="36218"/>
            </a:xfrm>
            <a:custGeom>
              <a:rect b="b" l="l" r="r" t="t"/>
              <a:pathLst>
                <a:path extrusionOk="0" h="1167" w="1303">
                  <a:moveTo>
                    <a:pt x="0" y="0"/>
                  </a:moveTo>
                  <a:lnTo>
                    <a:pt x="0" y="39"/>
                  </a:lnTo>
                  <a:lnTo>
                    <a:pt x="20" y="545"/>
                  </a:lnTo>
                  <a:lnTo>
                    <a:pt x="59" y="1070"/>
                  </a:lnTo>
                  <a:lnTo>
                    <a:pt x="1303" y="1167"/>
                  </a:lnTo>
                  <a:lnTo>
                    <a:pt x="1244" y="603"/>
                  </a:lnTo>
                  <a:lnTo>
                    <a:pt x="1225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4" name="Google Shape;4774;p47"/>
            <p:cNvSpPr/>
            <p:nvPr/>
          </p:nvSpPr>
          <p:spPr>
            <a:xfrm>
              <a:off x="3130644" y="-323386"/>
              <a:ext cx="40442" cy="36218"/>
            </a:xfrm>
            <a:custGeom>
              <a:rect b="b" l="l" r="r" t="t"/>
              <a:pathLst>
                <a:path extrusionOk="0" fill="none" h="1167" w="1303">
                  <a:moveTo>
                    <a:pt x="0" y="0"/>
                  </a:moveTo>
                  <a:lnTo>
                    <a:pt x="0" y="0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20" y="545"/>
                  </a:lnTo>
                  <a:lnTo>
                    <a:pt x="59" y="1070"/>
                  </a:lnTo>
                  <a:lnTo>
                    <a:pt x="1303" y="1167"/>
                  </a:lnTo>
                  <a:lnTo>
                    <a:pt x="1303" y="1167"/>
                  </a:lnTo>
                  <a:lnTo>
                    <a:pt x="1244" y="603"/>
                  </a:lnTo>
                  <a:lnTo>
                    <a:pt x="1225" y="3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5" name="Google Shape;4775;p47"/>
            <p:cNvSpPr/>
            <p:nvPr/>
          </p:nvSpPr>
          <p:spPr>
            <a:xfrm>
              <a:off x="2980986" y="-301071"/>
              <a:ext cx="110462" cy="91150"/>
            </a:xfrm>
            <a:custGeom>
              <a:rect b="b" l="l" r="r" t="t"/>
              <a:pathLst>
                <a:path extrusionOk="0" h="2937" w="3559">
                  <a:moveTo>
                    <a:pt x="1" y="1"/>
                  </a:moveTo>
                  <a:lnTo>
                    <a:pt x="293" y="40"/>
                  </a:lnTo>
                  <a:lnTo>
                    <a:pt x="565" y="98"/>
                  </a:lnTo>
                  <a:lnTo>
                    <a:pt x="837" y="195"/>
                  </a:lnTo>
                  <a:lnTo>
                    <a:pt x="1109" y="292"/>
                  </a:lnTo>
                  <a:lnTo>
                    <a:pt x="1362" y="428"/>
                  </a:lnTo>
                  <a:lnTo>
                    <a:pt x="1595" y="564"/>
                  </a:lnTo>
                  <a:lnTo>
                    <a:pt x="1828" y="739"/>
                  </a:lnTo>
                  <a:lnTo>
                    <a:pt x="2042" y="914"/>
                  </a:lnTo>
                  <a:lnTo>
                    <a:pt x="2237" y="1128"/>
                  </a:lnTo>
                  <a:lnTo>
                    <a:pt x="2412" y="1342"/>
                  </a:lnTo>
                  <a:lnTo>
                    <a:pt x="2567" y="1556"/>
                  </a:lnTo>
                  <a:lnTo>
                    <a:pt x="2703" y="1809"/>
                  </a:lnTo>
                  <a:lnTo>
                    <a:pt x="2839" y="2061"/>
                  </a:lnTo>
                  <a:lnTo>
                    <a:pt x="2936" y="2334"/>
                  </a:lnTo>
                  <a:lnTo>
                    <a:pt x="3014" y="2606"/>
                  </a:lnTo>
                  <a:lnTo>
                    <a:pt x="3073" y="2897"/>
                  </a:lnTo>
                  <a:lnTo>
                    <a:pt x="3559" y="2936"/>
                  </a:lnTo>
                  <a:lnTo>
                    <a:pt x="3481" y="2664"/>
                  </a:lnTo>
                  <a:lnTo>
                    <a:pt x="3384" y="2392"/>
                  </a:lnTo>
                  <a:lnTo>
                    <a:pt x="3286" y="2139"/>
                  </a:lnTo>
                  <a:lnTo>
                    <a:pt x="3150" y="1886"/>
                  </a:lnTo>
                  <a:lnTo>
                    <a:pt x="3014" y="1653"/>
                  </a:lnTo>
                  <a:lnTo>
                    <a:pt x="2839" y="1439"/>
                  </a:lnTo>
                  <a:lnTo>
                    <a:pt x="2664" y="1225"/>
                  </a:lnTo>
                  <a:lnTo>
                    <a:pt x="2470" y="1031"/>
                  </a:lnTo>
                  <a:lnTo>
                    <a:pt x="2275" y="837"/>
                  </a:lnTo>
                  <a:lnTo>
                    <a:pt x="2042" y="681"/>
                  </a:lnTo>
                  <a:lnTo>
                    <a:pt x="1809" y="526"/>
                  </a:lnTo>
                  <a:lnTo>
                    <a:pt x="1576" y="390"/>
                  </a:lnTo>
                  <a:lnTo>
                    <a:pt x="1323" y="273"/>
                  </a:lnTo>
                  <a:lnTo>
                    <a:pt x="1051" y="176"/>
                  </a:lnTo>
                  <a:lnTo>
                    <a:pt x="779" y="98"/>
                  </a:lnTo>
                  <a:lnTo>
                    <a:pt x="506" y="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6" name="Google Shape;4776;p47"/>
            <p:cNvSpPr/>
            <p:nvPr/>
          </p:nvSpPr>
          <p:spPr>
            <a:xfrm>
              <a:off x="2980986" y="-301071"/>
              <a:ext cx="110462" cy="91150"/>
            </a:xfrm>
            <a:custGeom>
              <a:rect b="b" l="l" r="r" t="t"/>
              <a:pathLst>
                <a:path extrusionOk="0" fill="none" h="2937" w="3559">
                  <a:moveTo>
                    <a:pt x="1" y="1"/>
                  </a:moveTo>
                  <a:lnTo>
                    <a:pt x="1" y="1"/>
                  </a:lnTo>
                  <a:lnTo>
                    <a:pt x="293" y="40"/>
                  </a:lnTo>
                  <a:lnTo>
                    <a:pt x="565" y="98"/>
                  </a:lnTo>
                  <a:lnTo>
                    <a:pt x="837" y="195"/>
                  </a:lnTo>
                  <a:lnTo>
                    <a:pt x="1109" y="292"/>
                  </a:lnTo>
                  <a:lnTo>
                    <a:pt x="1362" y="428"/>
                  </a:lnTo>
                  <a:lnTo>
                    <a:pt x="1595" y="564"/>
                  </a:lnTo>
                  <a:lnTo>
                    <a:pt x="1828" y="739"/>
                  </a:lnTo>
                  <a:lnTo>
                    <a:pt x="2042" y="914"/>
                  </a:lnTo>
                  <a:lnTo>
                    <a:pt x="2237" y="1128"/>
                  </a:lnTo>
                  <a:lnTo>
                    <a:pt x="2412" y="1342"/>
                  </a:lnTo>
                  <a:lnTo>
                    <a:pt x="2567" y="1556"/>
                  </a:lnTo>
                  <a:lnTo>
                    <a:pt x="2703" y="1809"/>
                  </a:lnTo>
                  <a:lnTo>
                    <a:pt x="2839" y="2061"/>
                  </a:lnTo>
                  <a:lnTo>
                    <a:pt x="2936" y="2334"/>
                  </a:lnTo>
                  <a:lnTo>
                    <a:pt x="3014" y="2606"/>
                  </a:lnTo>
                  <a:lnTo>
                    <a:pt x="3073" y="2897"/>
                  </a:lnTo>
                  <a:lnTo>
                    <a:pt x="3073" y="2897"/>
                  </a:lnTo>
                  <a:lnTo>
                    <a:pt x="3559" y="2936"/>
                  </a:lnTo>
                  <a:lnTo>
                    <a:pt x="3559" y="2936"/>
                  </a:lnTo>
                  <a:lnTo>
                    <a:pt x="3481" y="2664"/>
                  </a:lnTo>
                  <a:lnTo>
                    <a:pt x="3384" y="2392"/>
                  </a:lnTo>
                  <a:lnTo>
                    <a:pt x="3286" y="2139"/>
                  </a:lnTo>
                  <a:lnTo>
                    <a:pt x="3150" y="1886"/>
                  </a:lnTo>
                  <a:lnTo>
                    <a:pt x="3014" y="1653"/>
                  </a:lnTo>
                  <a:lnTo>
                    <a:pt x="2839" y="1439"/>
                  </a:lnTo>
                  <a:lnTo>
                    <a:pt x="2664" y="1225"/>
                  </a:lnTo>
                  <a:lnTo>
                    <a:pt x="2470" y="1031"/>
                  </a:lnTo>
                  <a:lnTo>
                    <a:pt x="2275" y="837"/>
                  </a:lnTo>
                  <a:lnTo>
                    <a:pt x="2042" y="681"/>
                  </a:lnTo>
                  <a:lnTo>
                    <a:pt x="1809" y="526"/>
                  </a:lnTo>
                  <a:lnTo>
                    <a:pt x="1576" y="390"/>
                  </a:lnTo>
                  <a:lnTo>
                    <a:pt x="1323" y="273"/>
                  </a:lnTo>
                  <a:lnTo>
                    <a:pt x="1051" y="176"/>
                  </a:lnTo>
                  <a:lnTo>
                    <a:pt x="779" y="98"/>
                  </a:lnTo>
                  <a:lnTo>
                    <a:pt x="506" y="40"/>
                  </a:lnTo>
                  <a:lnTo>
                    <a:pt x="1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7" name="Google Shape;4777;p47"/>
            <p:cNvSpPr/>
            <p:nvPr/>
          </p:nvSpPr>
          <p:spPr>
            <a:xfrm>
              <a:off x="2974376" y="-301071"/>
              <a:ext cx="3042" cy="31"/>
            </a:xfrm>
            <a:custGeom>
              <a:rect b="b" l="l" r="r" t="t"/>
              <a:pathLst>
                <a:path extrusionOk="0" fill="none" h="1" w="98">
                  <a:moveTo>
                    <a:pt x="39" y="1"/>
                  </a:moveTo>
                  <a:lnTo>
                    <a:pt x="39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97" y="1"/>
                  </a:lnTo>
                  <a:lnTo>
                    <a:pt x="3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8" name="Google Shape;4778;p47"/>
            <p:cNvSpPr/>
            <p:nvPr/>
          </p:nvSpPr>
          <p:spPr>
            <a:xfrm>
              <a:off x="2975555" y="-301660"/>
              <a:ext cx="21168" cy="1831"/>
            </a:xfrm>
            <a:custGeom>
              <a:rect b="b" l="l" r="r" t="t"/>
              <a:pathLst>
                <a:path extrusionOk="0" h="59" w="682">
                  <a:moveTo>
                    <a:pt x="59" y="0"/>
                  </a:moveTo>
                  <a:lnTo>
                    <a:pt x="1" y="20"/>
                  </a:lnTo>
                  <a:lnTo>
                    <a:pt x="176" y="20"/>
                  </a:lnTo>
                  <a:lnTo>
                    <a:pt x="681" y="59"/>
                  </a:lnTo>
                  <a:lnTo>
                    <a:pt x="370" y="2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AFC6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9" name="Google Shape;4779;p47"/>
            <p:cNvSpPr/>
            <p:nvPr/>
          </p:nvSpPr>
          <p:spPr>
            <a:xfrm>
              <a:off x="2975555" y="-301660"/>
              <a:ext cx="21168" cy="1831"/>
            </a:xfrm>
            <a:custGeom>
              <a:rect b="b" l="l" r="r" t="t"/>
              <a:pathLst>
                <a:path extrusionOk="0" fill="none" h="59" w="682">
                  <a:moveTo>
                    <a:pt x="59" y="0"/>
                  </a:moveTo>
                  <a:lnTo>
                    <a:pt x="59" y="0"/>
                  </a:lnTo>
                  <a:lnTo>
                    <a:pt x="1" y="20"/>
                  </a:lnTo>
                  <a:lnTo>
                    <a:pt x="59" y="20"/>
                  </a:lnTo>
                  <a:lnTo>
                    <a:pt x="59" y="20"/>
                  </a:lnTo>
                  <a:lnTo>
                    <a:pt x="176" y="20"/>
                  </a:lnTo>
                  <a:lnTo>
                    <a:pt x="681" y="59"/>
                  </a:lnTo>
                  <a:lnTo>
                    <a:pt x="681" y="59"/>
                  </a:lnTo>
                  <a:lnTo>
                    <a:pt x="370" y="20"/>
                  </a:lnTo>
                  <a:lnTo>
                    <a:pt x="5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0" name="Google Shape;4780;p47"/>
            <p:cNvSpPr/>
            <p:nvPr/>
          </p:nvSpPr>
          <p:spPr>
            <a:xfrm>
              <a:off x="2871800" y="-237726"/>
              <a:ext cx="2421" cy="4872"/>
            </a:xfrm>
            <a:custGeom>
              <a:rect b="b" l="l" r="r" t="t"/>
              <a:pathLst>
                <a:path extrusionOk="0" h="157" w="78">
                  <a:moveTo>
                    <a:pt x="78" y="1"/>
                  </a:moveTo>
                  <a:lnTo>
                    <a:pt x="0" y="157"/>
                  </a:lnTo>
                  <a:lnTo>
                    <a:pt x="20" y="15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9BB9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1" name="Google Shape;4781;p47"/>
            <p:cNvSpPr/>
            <p:nvPr/>
          </p:nvSpPr>
          <p:spPr>
            <a:xfrm>
              <a:off x="2871800" y="-237726"/>
              <a:ext cx="2421" cy="4872"/>
            </a:xfrm>
            <a:custGeom>
              <a:rect b="b" l="l" r="r" t="t"/>
              <a:pathLst>
                <a:path extrusionOk="0" fill="none" h="157" w="78">
                  <a:moveTo>
                    <a:pt x="78" y="1"/>
                  </a:moveTo>
                  <a:lnTo>
                    <a:pt x="78" y="1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0" y="157"/>
                  </a:lnTo>
                  <a:lnTo>
                    <a:pt x="20" y="157"/>
                  </a:lnTo>
                  <a:lnTo>
                    <a:pt x="7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2" name="Google Shape;4782;p47"/>
            <p:cNvSpPr/>
            <p:nvPr/>
          </p:nvSpPr>
          <p:spPr>
            <a:xfrm>
              <a:off x="2865159" y="-301660"/>
              <a:ext cx="212421" cy="212404"/>
            </a:xfrm>
            <a:custGeom>
              <a:rect b="b" l="l" r="r" t="t"/>
              <a:pathLst>
                <a:path extrusionOk="0" h="6844" w="6844">
                  <a:moveTo>
                    <a:pt x="3422" y="0"/>
                  </a:moveTo>
                  <a:lnTo>
                    <a:pt x="3072" y="20"/>
                  </a:lnTo>
                  <a:lnTo>
                    <a:pt x="2741" y="78"/>
                  </a:lnTo>
                  <a:lnTo>
                    <a:pt x="2411" y="156"/>
                  </a:lnTo>
                  <a:lnTo>
                    <a:pt x="2080" y="272"/>
                  </a:lnTo>
                  <a:lnTo>
                    <a:pt x="1789" y="428"/>
                  </a:lnTo>
                  <a:lnTo>
                    <a:pt x="1517" y="603"/>
                  </a:lnTo>
                  <a:lnTo>
                    <a:pt x="1245" y="797"/>
                  </a:lnTo>
                  <a:lnTo>
                    <a:pt x="1011" y="1011"/>
                  </a:lnTo>
                  <a:lnTo>
                    <a:pt x="778" y="1264"/>
                  </a:lnTo>
                  <a:lnTo>
                    <a:pt x="584" y="1517"/>
                  </a:lnTo>
                  <a:lnTo>
                    <a:pt x="409" y="1808"/>
                  </a:lnTo>
                  <a:lnTo>
                    <a:pt x="273" y="2100"/>
                  </a:lnTo>
                  <a:lnTo>
                    <a:pt x="156" y="2411"/>
                  </a:lnTo>
                  <a:lnTo>
                    <a:pt x="78" y="2741"/>
                  </a:lnTo>
                  <a:lnTo>
                    <a:pt x="20" y="3072"/>
                  </a:lnTo>
                  <a:lnTo>
                    <a:pt x="0" y="3422"/>
                  </a:lnTo>
                  <a:lnTo>
                    <a:pt x="20" y="3772"/>
                  </a:lnTo>
                  <a:lnTo>
                    <a:pt x="78" y="4122"/>
                  </a:lnTo>
                  <a:lnTo>
                    <a:pt x="156" y="4452"/>
                  </a:lnTo>
                  <a:lnTo>
                    <a:pt x="273" y="4763"/>
                  </a:lnTo>
                  <a:lnTo>
                    <a:pt x="409" y="5055"/>
                  </a:lnTo>
                  <a:lnTo>
                    <a:pt x="584" y="5346"/>
                  </a:lnTo>
                  <a:lnTo>
                    <a:pt x="778" y="5599"/>
                  </a:lnTo>
                  <a:lnTo>
                    <a:pt x="1011" y="5852"/>
                  </a:lnTo>
                  <a:lnTo>
                    <a:pt x="1245" y="6066"/>
                  </a:lnTo>
                  <a:lnTo>
                    <a:pt x="1517" y="6260"/>
                  </a:lnTo>
                  <a:lnTo>
                    <a:pt x="1789" y="6435"/>
                  </a:lnTo>
                  <a:lnTo>
                    <a:pt x="2080" y="6591"/>
                  </a:lnTo>
                  <a:lnTo>
                    <a:pt x="2411" y="6707"/>
                  </a:lnTo>
                  <a:lnTo>
                    <a:pt x="2741" y="6785"/>
                  </a:lnTo>
                  <a:lnTo>
                    <a:pt x="3072" y="6843"/>
                  </a:lnTo>
                  <a:lnTo>
                    <a:pt x="3772" y="6843"/>
                  </a:lnTo>
                  <a:lnTo>
                    <a:pt x="4102" y="6785"/>
                  </a:lnTo>
                  <a:lnTo>
                    <a:pt x="4433" y="6707"/>
                  </a:lnTo>
                  <a:lnTo>
                    <a:pt x="4763" y="6591"/>
                  </a:lnTo>
                  <a:lnTo>
                    <a:pt x="5055" y="6435"/>
                  </a:lnTo>
                  <a:lnTo>
                    <a:pt x="5327" y="6260"/>
                  </a:lnTo>
                  <a:lnTo>
                    <a:pt x="5599" y="6066"/>
                  </a:lnTo>
                  <a:lnTo>
                    <a:pt x="5833" y="5852"/>
                  </a:lnTo>
                  <a:lnTo>
                    <a:pt x="6066" y="5599"/>
                  </a:lnTo>
                  <a:lnTo>
                    <a:pt x="6260" y="5346"/>
                  </a:lnTo>
                  <a:lnTo>
                    <a:pt x="6435" y="5055"/>
                  </a:lnTo>
                  <a:lnTo>
                    <a:pt x="6571" y="4763"/>
                  </a:lnTo>
                  <a:lnTo>
                    <a:pt x="6688" y="4452"/>
                  </a:lnTo>
                  <a:lnTo>
                    <a:pt x="6766" y="4122"/>
                  </a:lnTo>
                  <a:lnTo>
                    <a:pt x="6824" y="3772"/>
                  </a:lnTo>
                  <a:lnTo>
                    <a:pt x="6843" y="3422"/>
                  </a:lnTo>
                  <a:lnTo>
                    <a:pt x="6824" y="3072"/>
                  </a:lnTo>
                  <a:lnTo>
                    <a:pt x="6766" y="2741"/>
                  </a:lnTo>
                  <a:lnTo>
                    <a:pt x="6688" y="2411"/>
                  </a:lnTo>
                  <a:lnTo>
                    <a:pt x="6571" y="2100"/>
                  </a:lnTo>
                  <a:lnTo>
                    <a:pt x="6435" y="1808"/>
                  </a:lnTo>
                  <a:lnTo>
                    <a:pt x="6260" y="1517"/>
                  </a:lnTo>
                  <a:lnTo>
                    <a:pt x="6066" y="1264"/>
                  </a:lnTo>
                  <a:lnTo>
                    <a:pt x="5833" y="1011"/>
                  </a:lnTo>
                  <a:lnTo>
                    <a:pt x="5599" y="797"/>
                  </a:lnTo>
                  <a:lnTo>
                    <a:pt x="5327" y="603"/>
                  </a:lnTo>
                  <a:lnTo>
                    <a:pt x="5055" y="428"/>
                  </a:lnTo>
                  <a:lnTo>
                    <a:pt x="4763" y="272"/>
                  </a:lnTo>
                  <a:lnTo>
                    <a:pt x="4433" y="156"/>
                  </a:lnTo>
                  <a:lnTo>
                    <a:pt x="4102" y="78"/>
                  </a:lnTo>
                  <a:lnTo>
                    <a:pt x="3772" y="20"/>
                  </a:lnTo>
                  <a:lnTo>
                    <a:pt x="342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3" name="Google Shape;4783;p47"/>
            <p:cNvSpPr/>
            <p:nvPr/>
          </p:nvSpPr>
          <p:spPr>
            <a:xfrm>
              <a:off x="2865159" y="-301660"/>
              <a:ext cx="212421" cy="212404"/>
            </a:xfrm>
            <a:custGeom>
              <a:rect b="b" l="l" r="r" t="t"/>
              <a:pathLst>
                <a:path extrusionOk="0" fill="none" h="6844" w="6844">
                  <a:moveTo>
                    <a:pt x="6843" y="3422"/>
                  </a:moveTo>
                  <a:lnTo>
                    <a:pt x="6843" y="3422"/>
                  </a:lnTo>
                  <a:lnTo>
                    <a:pt x="6824" y="3772"/>
                  </a:lnTo>
                  <a:lnTo>
                    <a:pt x="6766" y="4122"/>
                  </a:lnTo>
                  <a:lnTo>
                    <a:pt x="6688" y="4452"/>
                  </a:lnTo>
                  <a:lnTo>
                    <a:pt x="6571" y="4763"/>
                  </a:lnTo>
                  <a:lnTo>
                    <a:pt x="6435" y="5055"/>
                  </a:lnTo>
                  <a:lnTo>
                    <a:pt x="6260" y="5346"/>
                  </a:lnTo>
                  <a:lnTo>
                    <a:pt x="6066" y="5599"/>
                  </a:lnTo>
                  <a:lnTo>
                    <a:pt x="5833" y="5852"/>
                  </a:lnTo>
                  <a:lnTo>
                    <a:pt x="5599" y="6066"/>
                  </a:lnTo>
                  <a:lnTo>
                    <a:pt x="5327" y="6260"/>
                  </a:lnTo>
                  <a:lnTo>
                    <a:pt x="5055" y="6435"/>
                  </a:lnTo>
                  <a:lnTo>
                    <a:pt x="4763" y="6591"/>
                  </a:lnTo>
                  <a:lnTo>
                    <a:pt x="4433" y="6707"/>
                  </a:lnTo>
                  <a:lnTo>
                    <a:pt x="4102" y="6785"/>
                  </a:lnTo>
                  <a:lnTo>
                    <a:pt x="3772" y="6843"/>
                  </a:lnTo>
                  <a:lnTo>
                    <a:pt x="3422" y="6843"/>
                  </a:lnTo>
                  <a:lnTo>
                    <a:pt x="3422" y="6843"/>
                  </a:lnTo>
                  <a:lnTo>
                    <a:pt x="3072" y="6843"/>
                  </a:lnTo>
                  <a:lnTo>
                    <a:pt x="2741" y="6785"/>
                  </a:lnTo>
                  <a:lnTo>
                    <a:pt x="2411" y="6707"/>
                  </a:lnTo>
                  <a:lnTo>
                    <a:pt x="2080" y="6591"/>
                  </a:lnTo>
                  <a:lnTo>
                    <a:pt x="1789" y="6435"/>
                  </a:lnTo>
                  <a:lnTo>
                    <a:pt x="1517" y="6260"/>
                  </a:lnTo>
                  <a:lnTo>
                    <a:pt x="1245" y="6066"/>
                  </a:lnTo>
                  <a:lnTo>
                    <a:pt x="1011" y="5852"/>
                  </a:lnTo>
                  <a:lnTo>
                    <a:pt x="778" y="5599"/>
                  </a:lnTo>
                  <a:lnTo>
                    <a:pt x="584" y="5346"/>
                  </a:lnTo>
                  <a:lnTo>
                    <a:pt x="409" y="5055"/>
                  </a:lnTo>
                  <a:lnTo>
                    <a:pt x="273" y="4763"/>
                  </a:lnTo>
                  <a:lnTo>
                    <a:pt x="156" y="4452"/>
                  </a:lnTo>
                  <a:lnTo>
                    <a:pt x="78" y="4122"/>
                  </a:lnTo>
                  <a:lnTo>
                    <a:pt x="20" y="3772"/>
                  </a:lnTo>
                  <a:lnTo>
                    <a:pt x="0" y="3422"/>
                  </a:lnTo>
                  <a:lnTo>
                    <a:pt x="0" y="3422"/>
                  </a:lnTo>
                  <a:lnTo>
                    <a:pt x="20" y="3072"/>
                  </a:lnTo>
                  <a:lnTo>
                    <a:pt x="78" y="2741"/>
                  </a:lnTo>
                  <a:lnTo>
                    <a:pt x="156" y="2411"/>
                  </a:lnTo>
                  <a:lnTo>
                    <a:pt x="273" y="2100"/>
                  </a:lnTo>
                  <a:lnTo>
                    <a:pt x="409" y="1808"/>
                  </a:lnTo>
                  <a:lnTo>
                    <a:pt x="584" y="1517"/>
                  </a:lnTo>
                  <a:lnTo>
                    <a:pt x="778" y="1264"/>
                  </a:lnTo>
                  <a:lnTo>
                    <a:pt x="1011" y="1011"/>
                  </a:lnTo>
                  <a:lnTo>
                    <a:pt x="1245" y="797"/>
                  </a:lnTo>
                  <a:lnTo>
                    <a:pt x="1517" y="603"/>
                  </a:lnTo>
                  <a:lnTo>
                    <a:pt x="1789" y="428"/>
                  </a:lnTo>
                  <a:lnTo>
                    <a:pt x="2080" y="272"/>
                  </a:lnTo>
                  <a:lnTo>
                    <a:pt x="2411" y="156"/>
                  </a:lnTo>
                  <a:lnTo>
                    <a:pt x="2741" y="78"/>
                  </a:lnTo>
                  <a:lnTo>
                    <a:pt x="3072" y="20"/>
                  </a:lnTo>
                  <a:lnTo>
                    <a:pt x="3422" y="0"/>
                  </a:lnTo>
                  <a:lnTo>
                    <a:pt x="3422" y="0"/>
                  </a:lnTo>
                  <a:lnTo>
                    <a:pt x="3772" y="20"/>
                  </a:lnTo>
                  <a:lnTo>
                    <a:pt x="4102" y="78"/>
                  </a:lnTo>
                  <a:lnTo>
                    <a:pt x="4433" y="156"/>
                  </a:lnTo>
                  <a:lnTo>
                    <a:pt x="4763" y="272"/>
                  </a:lnTo>
                  <a:lnTo>
                    <a:pt x="5055" y="428"/>
                  </a:lnTo>
                  <a:lnTo>
                    <a:pt x="5327" y="603"/>
                  </a:lnTo>
                  <a:lnTo>
                    <a:pt x="5599" y="797"/>
                  </a:lnTo>
                  <a:lnTo>
                    <a:pt x="5833" y="1011"/>
                  </a:lnTo>
                  <a:lnTo>
                    <a:pt x="6066" y="1264"/>
                  </a:lnTo>
                  <a:lnTo>
                    <a:pt x="6260" y="1517"/>
                  </a:lnTo>
                  <a:lnTo>
                    <a:pt x="6435" y="1808"/>
                  </a:lnTo>
                  <a:lnTo>
                    <a:pt x="6571" y="2100"/>
                  </a:lnTo>
                  <a:lnTo>
                    <a:pt x="6688" y="2411"/>
                  </a:lnTo>
                  <a:lnTo>
                    <a:pt x="6766" y="2741"/>
                  </a:lnTo>
                  <a:lnTo>
                    <a:pt x="6824" y="3072"/>
                  </a:lnTo>
                  <a:lnTo>
                    <a:pt x="6843" y="342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4" name="Google Shape;4784;p47"/>
            <p:cNvSpPr/>
            <p:nvPr/>
          </p:nvSpPr>
          <p:spPr>
            <a:xfrm>
              <a:off x="2889274" y="-277545"/>
              <a:ext cx="164157" cy="164765"/>
            </a:xfrm>
            <a:custGeom>
              <a:rect b="b" l="l" r="r" t="t"/>
              <a:pathLst>
                <a:path extrusionOk="0" h="5309" w="5289">
                  <a:moveTo>
                    <a:pt x="2645" y="1"/>
                  </a:moveTo>
                  <a:lnTo>
                    <a:pt x="2373" y="20"/>
                  </a:lnTo>
                  <a:lnTo>
                    <a:pt x="2120" y="59"/>
                  </a:lnTo>
                  <a:lnTo>
                    <a:pt x="1848" y="118"/>
                  </a:lnTo>
                  <a:lnTo>
                    <a:pt x="1615" y="215"/>
                  </a:lnTo>
                  <a:lnTo>
                    <a:pt x="1381" y="331"/>
                  </a:lnTo>
                  <a:lnTo>
                    <a:pt x="1167" y="448"/>
                  </a:lnTo>
                  <a:lnTo>
                    <a:pt x="954" y="604"/>
                  </a:lnTo>
                  <a:lnTo>
                    <a:pt x="779" y="779"/>
                  </a:lnTo>
                  <a:lnTo>
                    <a:pt x="604" y="973"/>
                  </a:lnTo>
                  <a:lnTo>
                    <a:pt x="448" y="1167"/>
                  </a:lnTo>
                  <a:lnTo>
                    <a:pt x="312" y="1401"/>
                  </a:lnTo>
                  <a:lnTo>
                    <a:pt x="195" y="1614"/>
                  </a:lnTo>
                  <a:lnTo>
                    <a:pt x="118" y="1867"/>
                  </a:lnTo>
                  <a:lnTo>
                    <a:pt x="40" y="2120"/>
                  </a:lnTo>
                  <a:lnTo>
                    <a:pt x="1" y="2392"/>
                  </a:lnTo>
                  <a:lnTo>
                    <a:pt x="1" y="2645"/>
                  </a:lnTo>
                  <a:lnTo>
                    <a:pt x="1" y="2917"/>
                  </a:lnTo>
                  <a:lnTo>
                    <a:pt x="40" y="3189"/>
                  </a:lnTo>
                  <a:lnTo>
                    <a:pt x="118" y="3442"/>
                  </a:lnTo>
                  <a:lnTo>
                    <a:pt x="195" y="3695"/>
                  </a:lnTo>
                  <a:lnTo>
                    <a:pt x="312" y="3908"/>
                  </a:lnTo>
                  <a:lnTo>
                    <a:pt x="448" y="4142"/>
                  </a:lnTo>
                  <a:lnTo>
                    <a:pt x="604" y="4336"/>
                  </a:lnTo>
                  <a:lnTo>
                    <a:pt x="779" y="4531"/>
                  </a:lnTo>
                  <a:lnTo>
                    <a:pt x="954" y="4706"/>
                  </a:lnTo>
                  <a:lnTo>
                    <a:pt x="1167" y="4861"/>
                  </a:lnTo>
                  <a:lnTo>
                    <a:pt x="1381" y="4978"/>
                  </a:lnTo>
                  <a:lnTo>
                    <a:pt x="1615" y="5094"/>
                  </a:lnTo>
                  <a:lnTo>
                    <a:pt x="1848" y="5192"/>
                  </a:lnTo>
                  <a:lnTo>
                    <a:pt x="2120" y="5250"/>
                  </a:lnTo>
                  <a:lnTo>
                    <a:pt x="2373" y="5289"/>
                  </a:lnTo>
                  <a:lnTo>
                    <a:pt x="2645" y="5308"/>
                  </a:lnTo>
                  <a:lnTo>
                    <a:pt x="2917" y="5289"/>
                  </a:lnTo>
                  <a:lnTo>
                    <a:pt x="3170" y="5250"/>
                  </a:lnTo>
                  <a:lnTo>
                    <a:pt x="3442" y="5192"/>
                  </a:lnTo>
                  <a:lnTo>
                    <a:pt x="3675" y="5094"/>
                  </a:lnTo>
                  <a:lnTo>
                    <a:pt x="3909" y="4978"/>
                  </a:lnTo>
                  <a:lnTo>
                    <a:pt x="4122" y="4861"/>
                  </a:lnTo>
                  <a:lnTo>
                    <a:pt x="4336" y="4706"/>
                  </a:lnTo>
                  <a:lnTo>
                    <a:pt x="4511" y="4531"/>
                  </a:lnTo>
                  <a:lnTo>
                    <a:pt x="4686" y="4336"/>
                  </a:lnTo>
                  <a:lnTo>
                    <a:pt x="4842" y="4142"/>
                  </a:lnTo>
                  <a:lnTo>
                    <a:pt x="4978" y="3908"/>
                  </a:lnTo>
                  <a:lnTo>
                    <a:pt x="5094" y="3695"/>
                  </a:lnTo>
                  <a:lnTo>
                    <a:pt x="5172" y="3442"/>
                  </a:lnTo>
                  <a:lnTo>
                    <a:pt x="5250" y="3189"/>
                  </a:lnTo>
                  <a:lnTo>
                    <a:pt x="5289" y="2917"/>
                  </a:lnTo>
                  <a:lnTo>
                    <a:pt x="5289" y="2645"/>
                  </a:lnTo>
                  <a:lnTo>
                    <a:pt x="5289" y="2392"/>
                  </a:lnTo>
                  <a:lnTo>
                    <a:pt x="5250" y="2120"/>
                  </a:lnTo>
                  <a:lnTo>
                    <a:pt x="5172" y="1867"/>
                  </a:lnTo>
                  <a:lnTo>
                    <a:pt x="5094" y="1614"/>
                  </a:lnTo>
                  <a:lnTo>
                    <a:pt x="4978" y="1401"/>
                  </a:lnTo>
                  <a:lnTo>
                    <a:pt x="4842" y="1167"/>
                  </a:lnTo>
                  <a:lnTo>
                    <a:pt x="4686" y="973"/>
                  </a:lnTo>
                  <a:lnTo>
                    <a:pt x="4511" y="779"/>
                  </a:lnTo>
                  <a:lnTo>
                    <a:pt x="4336" y="604"/>
                  </a:lnTo>
                  <a:lnTo>
                    <a:pt x="4122" y="448"/>
                  </a:lnTo>
                  <a:lnTo>
                    <a:pt x="3909" y="331"/>
                  </a:lnTo>
                  <a:lnTo>
                    <a:pt x="3675" y="215"/>
                  </a:lnTo>
                  <a:lnTo>
                    <a:pt x="3442" y="118"/>
                  </a:lnTo>
                  <a:lnTo>
                    <a:pt x="3170" y="59"/>
                  </a:lnTo>
                  <a:lnTo>
                    <a:pt x="2917" y="20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5" name="Google Shape;4785;p47"/>
            <p:cNvSpPr/>
            <p:nvPr/>
          </p:nvSpPr>
          <p:spPr>
            <a:xfrm>
              <a:off x="2889274" y="-277545"/>
              <a:ext cx="164157" cy="164765"/>
            </a:xfrm>
            <a:custGeom>
              <a:rect b="b" l="l" r="r" t="t"/>
              <a:pathLst>
                <a:path extrusionOk="0" fill="none" h="5309" w="5289">
                  <a:moveTo>
                    <a:pt x="5289" y="2645"/>
                  </a:moveTo>
                  <a:lnTo>
                    <a:pt x="5289" y="2645"/>
                  </a:lnTo>
                  <a:lnTo>
                    <a:pt x="5289" y="2917"/>
                  </a:lnTo>
                  <a:lnTo>
                    <a:pt x="5250" y="3189"/>
                  </a:lnTo>
                  <a:lnTo>
                    <a:pt x="5172" y="3442"/>
                  </a:lnTo>
                  <a:lnTo>
                    <a:pt x="5094" y="3695"/>
                  </a:lnTo>
                  <a:lnTo>
                    <a:pt x="4978" y="3908"/>
                  </a:lnTo>
                  <a:lnTo>
                    <a:pt x="4842" y="4142"/>
                  </a:lnTo>
                  <a:lnTo>
                    <a:pt x="4686" y="4336"/>
                  </a:lnTo>
                  <a:lnTo>
                    <a:pt x="4511" y="4531"/>
                  </a:lnTo>
                  <a:lnTo>
                    <a:pt x="4336" y="4706"/>
                  </a:lnTo>
                  <a:lnTo>
                    <a:pt x="4122" y="4861"/>
                  </a:lnTo>
                  <a:lnTo>
                    <a:pt x="3909" y="4978"/>
                  </a:lnTo>
                  <a:lnTo>
                    <a:pt x="3675" y="5094"/>
                  </a:lnTo>
                  <a:lnTo>
                    <a:pt x="3442" y="5192"/>
                  </a:lnTo>
                  <a:lnTo>
                    <a:pt x="3170" y="5250"/>
                  </a:lnTo>
                  <a:lnTo>
                    <a:pt x="2917" y="5289"/>
                  </a:lnTo>
                  <a:lnTo>
                    <a:pt x="2645" y="5308"/>
                  </a:lnTo>
                  <a:lnTo>
                    <a:pt x="2645" y="5308"/>
                  </a:lnTo>
                  <a:lnTo>
                    <a:pt x="2373" y="5289"/>
                  </a:lnTo>
                  <a:lnTo>
                    <a:pt x="2120" y="5250"/>
                  </a:lnTo>
                  <a:lnTo>
                    <a:pt x="1848" y="5192"/>
                  </a:lnTo>
                  <a:lnTo>
                    <a:pt x="1615" y="5094"/>
                  </a:lnTo>
                  <a:lnTo>
                    <a:pt x="1381" y="4978"/>
                  </a:lnTo>
                  <a:lnTo>
                    <a:pt x="1167" y="4861"/>
                  </a:lnTo>
                  <a:lnTo>
                    <a:pt x="954" y="4706"/>
                  </a:lnTo>
                  <a:lnTo>
                    <a:pt x="779" y="4531"/>
                  </a:lnTo>
                  <a:lnTo>
                    <a:pt x="604" y="4336"/>
                  </a:lnTo>
                  <a:lnTo>
                    <a:pt x="448" y="4142"/>
                  </a:lnTo>
                  <a:lnTo>
                    <a:pt x="312" y="3908"/>
                  </a:lnTo>
                  <a:lnTo>
                    <a:pt x="195" y="3695"/>
                  </a:lnTo>
                  <a:lnTo>
                    <a:pt x="118" y="3442"/>
                  </a:lnTo>
                  <a:lnTo>
                    <a:pt x="40" y="3189"/>
                  </a:lnTo>
                  <a:lnTo>
                    <a:pt x="1" y="2917"/>
                  </a:lnTo>
                  <a:lnTo>
                    <a:pt x="1" y="2645"/>
                  </a:lnTo>
                  <a:lnTo>
                    <a:pt x="1" y="2645"/>
                  </a:lnTo>
                  <a:lnTo>
                    <a:pt x="1" y="2392"/>
                  </a:lnTo>
                  <a:lnTo>
                    <a:pt x="40" y="2120"/>
                  </a:lnTo>
                  <a:lnTo>
                    <a:pt x="118" y="1867"/>
                  </a:lnTo>
                  <a:lnTo>
                    <a:pt x="195" y="1614"/>
                  </a:lnTo>
                  <a:lnTo>
                    <a:pt x="312" y="1401"/>
                  </a:lnTo>
                  <a:lnTo>
                    <a:pt x="448" y="1167"/>
                  </a:lnTo>
                  <a:lnTo>
                    <a:pt x="604" y="973"/>
                  </a:lnTo>
                  <a:lnTo>
                    <a:pt x="779" y="779"/>
                  </a:lnTo>
                  <a:lnTo>
                    <a:pt x="954" y="604"/>
                  </a:lnTo>
                  <a:lnTo>
                    <a:pt x="1167" y="448"/>
                  </a:lnTo>
                  <a:lnTo>
                    <a:pt x="1381" y="331"/>
                  </a:lnTo>
                  <a:lnTo>
                    <a:pt x="1615" y="215"/>
                  </a:lnTo>
                  <a:lnTo>
                    <a:pt x="1848" y="118"/>
                  </a:lnTo>
                  <a:lnTo>
                    <a:pt x="2120" y="59"/>
                  </a:lnTo>
                  <a:lnTo>
                    <a:pt x="2373" y="20"/>
                  </a:lnTo>
                  <a:lnTo>
                    <a:pt x="2645" y="1"/>
                  </a:lnTo>
                  <a:lnTo>
                    <a:pt x="2645" y="1"/>
                  </a:lnTo>
                  <a:lnTo>
                    <a:pt x="2917" y="20"/>
                  </a:lnTo>
                  <a:lnTo>
                    <a:pt x="3170" y="59"/>
                  </a:lnTo>
                  <a:lnTo>
                    <a:pt x="3442" y="118"/>
                  </a:lnTo>
                  <a:lnTo>
                    <a:pt x="3675" y="215"/>
                  </a:lnTo>
                  <a:lnTo>
                    <a:pt x="3909" y="331"/>
                  </a:lnTo>
                  <a:lnTo>
                    <a:pt x="4122" y="448"/>
                  </a:lnTo>
                  <a:lnTo>
                    <a:pt x="4336" y="604"/>
                  </a:lnTo>
                  <a:lnTo>
                    <a:pt x="4511" y="779"/>
                  </a:lnTo>
                  <a:lnTo>
                    <a:pt x="4686" y="973"/>
                  </a:lnTo>
                  <a:lnTo>
                    <a:pt x="4842" y="1167"/>
                  </a:lnTo>
                  <a:lnTo>
                    <a:pt x="4978" y="1401"/>
                  </a:lnTo>
                  <a:lnTo>
                    <a:pt x="5094" y="1614"/>
                  </a:lnTo>
                  <a:lnTo>
                    <a:pt x="5172" y="1867"/>
                  </a:lnTo>
                  <a:lnTo>
                    <a:pt x="5250" y="2120"/>
                  </a:lnTo>
                  <a:lnTo>
                    <a:pt x="5289" y="2392"/>
                  </a:lnTo>
                  <a:lnTo>
                    <a:pt x="5289" y="26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6" name="Google Shape;4786;p47"/>
            <p:cNvSpPr/>
            <p:nvPr/>
          </p:nvSpPr>
          <p:spPr>
            <a:xfrm>
              <a:off x="2922483" y="-243747"/>
              <a:ext cx="97768" cy="97171"/>
            </a:xfrm>
            <a:custGeom>
              <a:rect b="b" l="l" r="r" t="t"/>
              <a:pathLst>
                <a:path extrusionOk="0" h="3131" w="3150">
                  <a:moveTo>
                    <a:pt x="1419" y="1"/>
                  </a:moveTo>
                  <a:lnTo>
                    <a:pt x="1264" y="39"/>
                  </a:lnTo>
                  <a:lnTo>
                    <a:pt x="1108" y="78"/>
                  </a:lnTo>
                  <a:lnTo>
                    <a:pt x="972" y="117"/>
                  </a:lnTo>
                  <a:lnTo>
                    <a:pt x="836" y="195"/>
                  </a:lnTo>
                  <a:lnTo>
                    <a:pt x="700" y="273"/>
                  </a:lnTo>
                  <a:lnTo>
                    <a:pt x="583" y="351"/>
                  </a:lnTo>
                  <a:lnTo>
                    <a:pt x="467" y="467"/>
                  </a:lnTo>
                  <a:lnTo>
                    <a:pt x="370" y="564"/>
                  </a:lnTo>
                  <a:lnTo>
                    <a:pt x="272" y="681"/>
                  </a:lnTo>
                  <a:lnTo>
                    <a:pt x="195" y="817"/>
                  </a:lnTo>
                  <a:lnTo>
                    <a:pt x="136" y="953"/>
                  </a:lnTo>
                  <a:lnTo>
                    <a:pt x="78" y="1109"/>
                  </a:lnTo>
                  <a:lnTo>
                    <a:pt x="39" y="1245"/>
                  </a:lnTo>
                  <a:lnTo>
                    <a:pt x="20" y="1400"/>
                  </a:lnTo>
                  <a:lnTo>
                    <a:pt x="0" y="1556"/>
                  </a:lnTo>
                  <a:lnTo>
                    <a:pt x="20" y="1731"/>
                  </a:lnTo>
                  <a:lnTo>
                    <a:pt x="39" y="1886"/>
                  </a:lnTo>
                  <a:lnTo>
                    <a:pt x="78" y="2022"/>
                  </a:lnTo>
                  <a:lnTo>
                    <a:pt x="136" y="2178"/>
                  </a:lnTo>
                  <a:lnTo>
                    <a:pt x="195" y="2314"/>
                  </a:lnTo>
                  <a:lnTo>
                    <a:pt x="272" y="2450"/>
                  </a:lnTo>
                  <a:lnTo>
                    <a:pt x="370" y="2567"/>
                  </a:lnTo>
                  <a:lnTo>
                    <a:pt x="467" y="2664"/>
                  </a:lnTo>
                  <a:lnTo>
                    <a:pt x="583" y="2781"/>
                  </a:lnTo>
                  <a:lnTo>
                    <a:pt x="700" y="2858"/>
                  </a:lnTo>
                  <a:lnTo>
                    <a:pt x="836" y="2936"/>
                  </a:lnTo>
                  <a:lnTo>
                    <a:pt x="972" y="3014"/>
                  </a:lnTo>
                  <a:lnTo>
                    <a:pt x="1108" y="3053"/>
                  </a:lnTo>
                  <a:lnTo>
                    <a:pt x="1264" y="3092"/>
                  </a:lnTo>
                  <a:lnTo>
                    <a:pt x="1419" y="3131"/>
                  </a:lnTo>
                  <a:lnTo>
                    <a:pt x="1730" y="3131"/>
                  </a:lnTo>
                  <a:lnTo>
                    <a:pt x="1886" y="3092"/>
                  </a:lnTo>
                  <a:lnTo>
                    <a:pt x="2041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6" y="2781"/>
                  </a:lnTo>
                  <a:lnTo>
                    <a:pt x="2683" y="2664"/>
                  </a:lnTo>
                  <a:lnTo>
                    <a:pt x="2780" y="2567"/>
                  </a:lnTo>
                  <a:lnTo>
                    <a:pt x="2877" y="2450"/>
                  </a:lnTo>
                  <a:lnTo>
                    <a:pt x="2955" y="2314"/>
                  </a:lnTo>
                  <a:lnTo>
                    <a:pt x="3013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0" y="1731"/>
                  </a:lnTo>
                  <a:lnTo>
                    <a:pt x="3150" y="1556"/>
                  </a:lnTo>
                  <a:lnTo>
                    <a:pt x="3130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3" y="953"/>
                  </a:lnTo>
                  <a:lnTo>
                    <a:pt x="2955" y="817"/>
                  </a:lnTo>
                  <a:lnTo>
                    <a:pt x="2877" y="681"/>
                  </a:lnTo>
                  <a:lnTo>
                    <a:pt x="2780" y="564"/>
                  </a:lnTo>
                  <a:lnTo>
                    <a:pt x="2683" y="467"/>
                  </a:lnTo>
                  <a:lnTo>
                    <a:pt x="2566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1" y="78"/>
                  </a:lnTo>
                  <a:lnTo>
                    <a:pt x="1886" y="39"/>
                  </a:lnTo>
                  <a:lnTo>
                    <a:pt x="1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7" name="Google Shape;4787;p47"/>
            <p:cNvSpPr/>
            <p:nvPr/>
          </p:nvSpPr>
          <p:spPr>
            <a:xfrm>
              <a:off x="2922483" y="-243747"/>
              <a:ext cx="97768" cy="97171"/>
            </a:xfrm>
            <a:custGeom>
              <a:rect b="b" l="l" r="r" t="t"/>
              <a:pathLst>
                <a:path extrusionOk="0" fill="none" h="3131" w="3150">
                  <a:moveTo>
                    <a:pt x="1575" y="1"/>
                  </a:moveTo>
                  <a:lnTo>
                    <a:pt x="1575" y="1"/>
                  </a:lnTo>
                  <a:lnTo>
                    <a:pt x="1419" y="1"/>
                  </a:lnTo>
                  <a:lnTo>
                    <a:pt x="1264" y="39"/>
                  </a:lnTo>
                  <a:lnTo>
                    <a:pt x="1108" y="78"/>
                  </a:lnTo>
                  <a:lnTo>
                    <a:pt x="972" y="117"/>
                  </a:lnTo>
                  <a:lnTo>
                    <a:pt x="836" y="195"/>
                  </a:lnTo>
                  <a:lnTo>
                    <a:pt x="700" y="273"/>
                  </a:lnTo>
                  <a:lnTo>
                    <a:pt x="583" y="351"/>
                  </a:lnTo>
                  <a:lnTo>
                    <a:pt x="467" y="467"/>
                  </a:lnTo>
                  <a:lnTo>
                    <a:pt x="370" y="564"/>
                  </a:lnTo>
                  <a:lnTo>
                    <a:pt x="272" y="681"/>
                  </a:lnTo>
                  <a:lnTo>
                    <a:pt x="195" y="817"/>
                  </a:lnTo>
                  <a:lnTo>
                    <a:pt x="136" y="953"/>
                  </a:lnTo>
                  <a:lnTo>
                    <a:pt x="78" y="1109"/>
                  </a:lnTo>
                  <a:lnTo>
                    <a:pt x="39" y="1245"/>
                  </a:lnTo>
                  <a:lnTo>
                    <a:pt x="20" y="1400"/>
                  </a:lnTo>
                  <a:lnTo>
                    <a:pt x="0" y="1556"/>
                  </a:lnTo>
                  <a:lnTo>
                    <a:pt x="0" y="1556"/>
                  </a:lnTo>
                  <a:lnTo>
                    <a:pt x="20" y="1731"/>
                  </a:lnTo>
                  <a:lnTo>
                    <a:pt x="39" y="1886"/>
                  </a:lnTo>
                  <a:lnTo>
                    <a:pt x="78" y="2022"/>
                  </a:lnTo>
                  <a:lnTo>
                    <a:pt x="136" y="2178"/>
                  </a:lnTo>
                  <a:lnTo>
                    <a:pt x="195" y="2314"/>
                  </a:lnTo>
                  <a:lnTo>
                    <a:pt x="272" y="2450"/>
                  </a:lnTo>
                  <a:lnTo>
                    <a:pt x="370" y="2567"/>
                  </a:lnTo>
                  <a:lnTo>
                    <a:pt x="467" y="2664"/>
                  </a:lnTo>
                  <a:lnTo>
                    <a:pt x="583" y="2781"/>
                  </a:lnTo>
                  <a:lnTo>
                    <a:pt x="700" y="2858"/>
                  </a:lnTo>
                  <a:lnTo>
                    <a:pt x="836" y="2936"/>
                  </a:lnTo>
                  <a:lnTo>
                    <a:pt x="972" y="3014"/>
                  </a:lnTo>
                  <a:lnTo>
                    <a:pt x="1108" y="3053"/>
                  </a:lnTo>
                  <a:lnTo>
                    <a:pt x="1264" y="3092"/>
                  </a:lnTo>
                  <a:lnTo>
                    <a:pt x="1419" y="3131"/>
                  </a:lnTo>
                  <a:lnTo>
                    <a:pt x="1575" y="3131"/>
                  </a:lnTo>
                  <a:lnTo>
                    <a:pt x="1575" y="3131"/>
                  </a:lnTo>
                  <a:lnTo>
                    <a:pt x="1730" y="3131"/>
                  </a:lnTo>
                  <a:lnTo>
                    <a:pt x="1886" y="3092"/>
                  </a:lnTo>
                  <a:lnTo>
                    <a:pt x="2041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6" y="2781"/>
                  </a:lnTo>
                  <a:lnTo>
                    <a:pt x="2683" y="2664"/>
                  </a:lnTo>
                  <a:lnTo>
                    <a:pt x="2780" y="2567"/>
                  </a:lnTo>
                  <a:lnTo>
                    <a:pt x="2877" y="2450"/>
                  </a:lnTo>
                  <a:lnTo>
                    <a:pt x="2955" y="2314"/>
                  </a:lnTo>
                  <a:lnTo>
                    <a:pt x="3013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0" y="1731"/>
                  </a:lnTo>
                  <a:lnTo>
                    <a:pt x="3150" y="1556"/>
                  </a:lnTo>
                  <a:lnTo>
                    <a:pt x="3150" y="1556"/>
                  </a:lnTo>
                  <a:lnTo>
                    <a:pt x="3130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3" y="953"/>
                  </a:lnTo>
                  <a:lnTo>
                    <a:pt x="2955" y="817"/>
                  </a:lnTo>
                  <a:lnTo>
                    <a:pt x="2877" y="681"/>
                  </a:lnTo>
                  <a:lnTo>
                    <a:pt x="2780" y="564"/>
                  </a:lnTo>
                  <a:lnTo>
                    <a:pt x="2683" y="467"/>
                  </a:lnTo>
                  <a:lnTo>
                    <a:pt x="2566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1" y="78"/>
                  </a:lnTo>
                  <a:lnTo>
                    <a:pt x="1886" y="39"/>
                  </a:lnTo>
                  <a:lnTo>
                    <a:pt x="1730" y="1"/>
                  </a:lnTo>
                  <a:lnTo>
                    <a:pt x="157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8" name="Google Shape;4788;p47"/>
            <p:cNvSpPr/>
            <p:nvPr/>
          </p:nvSpPr>
          <p:spPr>
            <a:xfrm>
              <a:off x="2626210" y="-301660"/>
              <a:ext cx="84515" cy="50090"/>
            </a:xfrm>
            <a:custGeom>
              <a:rect b="b" l="l" r="r" t="t"/>
              <a:pathLst>
                <a:path extrusionOk="0" h="1614" w="2723">
                  <a:moveTo>
                    <a:pt x="176" y="0"/>
                  </a:moveTo>
                  <a:lnTo>
                    <a:pt x="1" y="20"/>
                  </a:lnTo>
                  <a:lnTo>
                    <a:pt x="176" y="39"/>
                  </a:lnTo>
                  <a:lnTo>
                    <a:pt x="351" y="59"/>
                  </a:lnTo>
                  <a:lnTo>
                    <a:pt x="526" y="97"/>
                  </a:lnTo>
                  <a:lnTo>
                    <a:pt x="681" y="156"/>
                  </a:lnTo>
                  <a:lnTo>
                    <a:pt x="856" y="234"/>
                  </a:lnTo>
                  <a:lnTo>
                    <a:pt x="1012" y="292"/>
                  </a:lnTo>
                  <a:lnTo>
                    <a:pt x="1148" y="389"/>
                  </a:lnTo>
                  <a:lnTo>
                    <a:pt x="1303" y="486"/>
                  </a:lnTo>
                  <a:lnTo>
                    <a:pt x="1556" y="700"/>
                  </a:lnTo>
                  <a:lnTo>
                    <a:pt x="1789" y="953"/>
                  </a:lnTo>
                  <a:lnTo>
                    <a:pt x="1887" y="1089"/>
                  </a:lnTo>
                  <a:lnTo>
                    <a:pt x="1984" y="1225"/>
                  </a:lnTo>
                  <a:lnTo>
                    <a:pt x="2062" y="1381"/>
                  </a:lnTo>
                  <a:lnTo>
                    <a:pt x="2139" y="1536"/>
                  </a:lnTo>
                  <a:lnTo>
                    <a:pt x="2723" y="1614"/>
                  </a:lnTo>
                  <a:lnTo>
                    <a:pt x="2625" y="1439"/>
                  </a:lnTo>
                  <a:lnTo>
                    <a:pt x="2528" y="1264"/>
                  </a:lnTo>
                  <a:lnTo>
                    <a:pt x="2412" y="1108"/>
                  </a:lnTo>
                  <a:lnTo>
                    <a:pt x="2275" y="953"/>
                  </a:lnTo>
                  <a:lnTo>
                    <a:pt x="2159" y="817"/>
                  </a:lnTo>
                  <a:lnTo>
                    <a:pt x="2003" y="681"/>
                  </a:lnTo>
                  <a:lnTo>
                    <a:pt x="1848" y="564"/>
                  </a:lnTo>
                  <a:lnTo>
                    <a:pt x="1692" y="447"/>
                  </a:lnTo>
                  <a:lnTo>
                    <a:pt x="1517" y="350"/>
                  </a:lnTo>
                  <a:lnTo>
                    <a:pt x="1342" y="272"/>
                  </a:lnTo>
                  <a:lnTo>
                    <a:pt x="1167" y="195"/>
                  </a:lnTo>
                  <a:lnTo>
                    <a:pt x="973" y="117"/>
                  </a:lnTo>
                  <a:lnTo>
                    <a:pt x="779" y="78"/>
                  </a:lnTo>
                  <a:lnTo>
                    <a:pt x="584" y="39"/>
                  </a:lnTo>
                  <a:lnTo>
                    <a:pt x="390" y="20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9" name="Google Shape;4789;p47"/>
            <p:cNvSpPr/>
            <p:nvPr/>
          </p:nvSpPr>
          <p:spPr>
            <a:xfrm>
              <a:off x="2543560" y="-301660"/>
              <a:ext cx="155094" cy="155082"/>
            </a:xfrm>
            <a:custGeom>
              <a:rect b="b" l="l" r="r" t="t"/>
              <a:pathLst>
                <a:path extrusionOk="0" h="4997" w="4997">
                  <a:moveTo>
                    <a:pt x="2489" y="0"/>
                  </a:moveTo>
                  <a:lnTo>
                    <a:pt x="2236" y="20"/>
                  </a:lnTo>
                  <a:lnTo>
                    <a:pt x="2003" y="59"/>
                  </a:lnTo>
                  <a:lnTo>
                    <a:pt x="1750" y="117"/>
                  </a:lnTo>
                  <a:lnTo>
                    <a:pt x="1536" y="214"/>
                  </a:lnTo>
                  <a:lnTo>
                    <a:pt x="1303" y="311"/>
                  </a:lnTo>
                  <a:lnTo>
                    <a:pt x="1109" y="428"/>
                  </a:lnTo>
                  <a:lnTo>
                    <a:pt x="914" y="583"/>
                  </a:lnTo>
                  <a:lnTo>
                    <a:pt x="739" y="739"/>
                  </a:lnTo>
                  <a:lnTo>
                    <a:pt x="584" y="914"/>
                  </a:lnTo>
                  <a:lnTo>
                    <a:pt x="428" y="1108"/>
                  </a:lnTo>
                  <a:lnTo>
                    <a:pt x="312" y="1322"/>
                  </a:lnTo>
                  <a:lnTo>
                    <a:pt x="195" y="1536"/>
                  </a:lnTo>
                  <a:lnTo>
                    <a:pt x="117" y="1769"/>
                  </a:lnTo>
                  <a:lnTo>
                    <a:pt x="59" y="2003"/>
                  </a:lnTo>
                  <a:lnTo>
                    <a:pt x="20" y="2255"/>
                  </a:lnTo>
                  <a:lnTo>
                    <a:pt x="1" y="2508"/>
                  </a:lnTo>
                  <a:lnTo>
                    <a:pt x="20" y="2761"/>
                  </a:lnTo>
                  <a:lnTo>
                    <a:pt x="59" y="3014"/>
                  </a:lnTo>
                  <a:lnTo>
                    <a:pt x="117" y="3247"/>
                  </a:lnTo>
                  <a:lnTo>
                    <a:pt x="195" y="3480"/>
                  </a:lnTo>
                  <a:lnTo>
                    <a:pt x="312" y="3694"/>
                  </a:lnTo>
                  <a:lnTo>
                    <a:pt x="428" y="3888"/>
                  </a:lnTo>
                  <a:lnTo>
                    <a:pt x="584" y="4083"/>
                  </a:lnTo>
                  <a:lnTo>
                    <a:pt x="739" y="4258"/>
                  </a:lnTo>
                  <a:lnTo>
                    <a:pt x="914" y="4433"/>
                  </a:lnTo>
                  <a:lnTo>
                    <a:pt x="1109" y="4569"/>
                  </a:lnTo>
                  <a:lnTo>
                    <a:pt x="1303" y="4705"/>
                  </a:lnTo>
                  <a:lnTo>
                    <a:pt x="1536" y="4802"/>
                  </a:lnTo>
                  <a:lnTo>
                    <a:pt x="1750" y="4880"/>
                  </a:lnTo>
                  <a:lnTo>
                    <a:pt x="2003" y="4938"/>
                  </a:lnTo>
                  <a:lnTo>
                    <a:pt x="2236" y="4977"/>
                  </a:lnTo>
                  <a:lnTo>
                    <a:pt x="2489" y="4997"/>
                  </a:lnTo>
                  <a:lnTo>
                    <a:pt x="2761" y="4977"/>
                  </a:lnTo>
                  <a:lnTo>
                    <a:pt x="2994" y="4938"/>
                  </a:lnTo>
                  <a:lnTo>
                    <a:pt x="3247" y="4880"/>
                  </a:lnTo>
                  <a:lnTo>
                    <a:pt x="3461" y="4802"/>
                  </a:lnTo>
                  <a:lnTo>
                    <a:pt x="3694" y="4705"/>
                  </a:lnTo>
                  <a:lnTo>
                    <a:pt x="3889" y="4569"/>
                  </a:lnTo>
                  <a:lnTo>
                    <a:pt x="4083" y="4433"/>
                  </a:lnTo>
                  <a:lnTo>
                    <a:pt x="4258" y="4258"/>
                  </a:lnTo>
                  <a:lnTo>
                    <a:pt x="4414" y="4083"/>
                  </a:lnTo>
                  <a:lnTo>
                    <a:pt x="4569" y="3888"/>
                  </a:lnTo>
                  <a:lnTo>
                    <a:pt x="4686" y="3694"/>
                  </a:lnTo>
                  <a:lnTo>
                    <a:pt x="4802" y="3480"/>
                  </a:lnTo>
                  <a:lnTo>
                    <a:pt x="4880" y="3247"/>
                  </a:lnTo>
                  <a:lnTo>
                    <a:pt x="4938" y="3014"/>
                  </a:lnTo>
                  <a:lnTo>
                    <a:pt x="4977" y="2761"/>
                  </a:lnTo>
                  <a:lnTo>
                    <a:pt x="4997" y="2508"/>
                  </a:lnTo>
                  <a:lnTo>
                    <a:pt x="4977" y="2255"/>
                  </a:lnTo>
                  <a:lnTo>
                    <a:pt x="4938" y="2003"/>
                  </a:lnTo>
                  <a:lnTo>
                    <a:pt x="4880" y="1769"/>
                  </a:lnTo>
                  <a:lnTo>
                    <a:pt x="4802" y="1536"/>
                  </a:lnTo>
                  <a:lnTo>
                    <a:pt x="4686" y="1322"/>
                  </a:lnTo>
                  <a:lnTo>
                    <a:pt x="4569" y="1108"/>
                  </a:lnTo>
                  <a:lnTo>
                    <a:pt x="4414" y="914"/>
                  </a:lnTo>
                  <a:lnTo>
                    <a:pt x="4258" y="739"/>
                  </a:lnTo>
                  <a:lnTo>
                    <a:pt x="4083" y="583"/>
                  </a:lnTo>
                  <a:lnTo>
                    <a:pt x="3889" y="428"/>
                  </a:lnTo>
                  <a:lnTo>
                    <a:pt x="3694" y="311"/>
                  </a:lnTo>
                  <a:lnTo>
                    <a:pt x="3461" y="214"/>
                  </a:lnTo>
                  <a:lnTo>
                    <a:pt x="3247" y="117"/>
                  </a:lnTo>
                  <a:lnTo>
                    <a:pt x="2994" y="59"/>
                  </a:lnTo>
                  <a:lnTo>
                    <a:pt x="2761" y="2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0" name="Google Shape;4790;p47"/>
            <p:cNvSpPr/>
            <p:nvPr/>
          </p:nvSpPr>
          <p:spPr>
            <a:xfrm>
              <a:off x="2543560" y="-301660"/>
              <a:ext cx="155094" cy="155082"/>
            </a:xfrm>
            <a:custGeom>
              <a:rect b="b" l="l" r="r" t="t"/>
              <a:pathLst>
                <a:path extrusionOk="0" fill="none" h="4997" w="4997">
                  <a:moveTo>
                    <a:pt x="4997" y="2508"/>
                  </a:moveTo>
                  <a:lnTo>
                    <a:pt x="4997" y="2508"/>
                  </a:lnTo>
                  <a:lnTo>
                    <a:pt x="4977" y="2761"/>
                  </a:lnTo>
                  <a:lnTo>
                    <a:pt x="4938" y="3014"/>
                  </a:lnTo>
                  <a:lnTo>
                    <a:pt x="4880" y="3247"/>
                  </a:lnTo>
                  <a:lnTo>
                    <a:pt x="4802" y="3480"/>
                  </a:lnTo>
                  <a:lnTo>
                    <a:pt x="4686" y="3694"/>
                  </a:lnTo>
                  <a:lnTo>
                    <a:pt x="4569" y="3888"/>
                  </a:lnTo>
                  <a:lnTo>
                    <a:pt x="4414" y="4083"/>
                  </a:lnTo>
                  <a:lnTo>
                    <a:pt x="4258" y="4258"/>
                  </a:lnTo>
                  <a:lnTo>
                    <a:pt x="4083" y="4433"/>
                  </a:lnTo>
                  <a:lnTo>
                    <a:pt x="3889" y="4569"/>
                  </a:lnTo>
                  <a:lnTo>
                    <a:pt x="3694" y="4705"/>
                  </a:lnTo>
                  <a:lnTo>
                    <a:pt x="3461" y="4802"/>
                  </a:lnTo>
                  <a:lnTo>
                    <a:pt x="3247" y="4880"/>
                  </a:lnTo>
                  <a:lnTo>
                    <a:pt x="2994" y="4938"/>
                  </a:lnTo>
                  <a:lnTo>
                    <a:pt x="2761" y="4977"/>
                  </a:lnTo>
                  <a:lnTo>
                    <a:pt x="2489" y="4997"/>
                  </a:lnTo>
                  <a:lnTo>
                    <a:pt x="2489" y="4997"/>
                  </a:lnTo>
                  <a:lnTo>
                    <a:pt x="2236" y="4977"/>
                  </a:lnTo>
                  <a:lnTo>
                    <a:pt x="2003" y="4938"/>
                  </a:lnTo>
                  <a:lnTo>
                    <a:pt x="1750" y="4880"/>
                  </a:lnTo>
                  <a:lnTo>
                    <a:pt x="1536" y="4802"/>
                  </a:lnTo>
                  <a:lnTo>
                    <a:pt x="1303" y="4705"/>
                  </a:lnTo>
                  <a:lnTo>
                    <a:pt x="1109" y="4569"/>
                  </a:lnTo>
                  <a:lnTo>
                    <a:pt x="914" y="4433"/>
                  </a:lnTo>
                  <a:lnTo>
                    <a:pt x="739" y="4258"/>
                  </a:lnTo>
                  <a:lnTo>
                    <a:pt x="584" y="4083"/>
                  </a:lnTo>
                  <a:lnTo>
                    <a:pt x="428" y="3888"/>
                  </a:lnTo>
                  <a:lnTo>
                    <a:pt x="312" y="3694"/>
                  </a:lnTo>
                  <a:lnTo>
                    <a:pt x="195" y="3480"/>
                  </a:lnTo>
                  <a:lnTo>
                    <a:pt x="117" y="3247"/>
                  </a:lnTo>
                  <a:lnTo>
                    <a:pt x="59" y="3014"/>
                  </a:lnTo>
                  <a:lnTo>
                    <a:pt x="20" y="2761"/>
                  </a:lnTo>
                  <a:lnTo>
                    <a:pt x="1" y="2508"/>
                  </a:lnTo>
                  <a:lnTo>
                    <a:pt x="1" y="2508"/>
                  </a:lnTo>
                  <a:lnTo>
                    <a:pt x="20" y="2255"/>
                  </a:lnTo>
                  <a:lnTo>
                    <a:pt x="59" y="2003"/>
                  </a:lnTo>
                  <a:lnTo>
                    <a:pt x="117" y="1769"/>
                  </a:lnTo>
                  <a:lnTo>
                    <a:pt x="195" y="1536"/>
                  </a:lnTo>
                  <a:lnTo>
                    <a:pt x="312" y="1322"/>
                  </a:lnTo>
                  <a:lnTo>
                    <a:pt x="428" y="1108"/>
                  </a:lnTo>
                  <a:lnTo>
                    <a:pt x="584" y="914"/>
                  </a:lnTo>
                  <a:lnTo>
                    <a:pt x="739" y="739"/>
                  </a:lnTo>
                  <a:lnTo>
                    <a:pt x="914" y="583"/>
                  </a:lnTo>
                  <a:lnTo>
                    <a:pt x="1109" y="428"/>
                  </a:lnTo>
                  <a:lnTo>
                    <a:pt x="1303" y="311"/>
                  </a:lnTo>
                  <a:lnTo>
                    <a:pt x="1536" y="214"/>
                  </a:lnTo>
                  <a:lnTo>
                    <a:pt x="1750" y="117"/>
                  </a:lnTo>
                  <a:lnTo>
                    <a:pt x="2003" y="59"/>
                  </a:lnTo>
                  <a:lnTo>
                    <a:pt x="2236" y="20"/>
                  </a:lnTo>
                  <a:lnTo>
                    <a:pt x="2489" y="0"/>
                  </a:lnTo>
                  <a:lnTo>
                    <a:pt x="2489" y="0"/>
                  </a:lnTo>
                  <a:lnTo>
                    <a:pt x="2761" y="20"/>
                  </a:lnTo>
                  <a:lnTo>
                    <a:pt x="2994" y="59"/>
                  </a:lnTo>
                  <a:lnTo>
                    <a:pt x="3247" y="117"/>
                  </a:lnTo>
                  <a:lnTo>
                    <a:pt x="3461" y="214"/>
                  </a:lnTo>
                  <a:lnTo>
                    <a:pt x="3694" y="311"/>
                  </a:lnTo>
                  <a:lnTo>
                    <a:pt x="3889" y="428"/>
                  </a:lnTo>
                  <a:lnTo>
                    <a:pt x="4083" y="583"/>
                  </a:lnTo>
                  <a:lnTo>
                    <a:pt x="4258" y="739"/>
                  </a:lnTo>
                  <a:lnTo>
                    <a:pt x="4414" y="914"/>
                  </a:lnTo>
                  <a:lnTo>
                    <a:pt x="4569" y="1108"/>
                  </a:lnTo>
                  <a:lnTo>
                    <a:pt x="4686" y="1322"/>
                  </a:lnTo>
                  <a:lnTo>
                    <a:pt x="4802" y="1536"/>
                  </a:lnTo>
                  <a:lnTo>
                    <a:pt x="4880" y="1769"/>
                  </a:lnTo>
                  <a:lnTo>
                    <a:pt x="4938" y="2003"/>
                  </a:lnTo>
                  <a:lnTo>
                    <a:pt x="4977" y="2255"/>
                  </a:lnTo>
                  <a:lnTo>
                    <a:pt x="4997" y="25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1" name="Google Shape;4791;p47"/>
            <p:cNvSpPr/>
            <p:nvPr/>
          </p:nvSpPr>
          <p:spPr>
            <a:xfrm>
              <a:off x="2561064" y="-284156"/>
              <a:ext cx="120084" cy="120074"/>
            </a:xfrm>
            <a:custGeom>
              <a:rect b="b" l="l" r="r" t="t"/>
              <a:pathLst>
                <a:path extrusionOk="0" h="3869" w="3869">
                  <a:moveTo>
                    <a:pt x="1925" y="0"/>
                  </a:moveTo>
                  <a:lnTo>
                    <a:pt x="1731" y="19"/>
                  </a:lnTo>
                  <a:lnTo>
                    <a:pt x="1536" y="39"/>
                  </a:lnTo>
                  <a:lnTo>
                    <a:pt x="1361" y="97"/>
                  </a:lnTo>
                  <a:lnTo>
                    <a:pt x="1186" y="156"/>
                  </a:lnTo>
                  <a:lnTo>
                    <a:pt x="1011" y="233"/>
                  </a:lnTo>
                  <a:lnTo>
                    <a:pt x="856" y="331"/>
                  </a:lnTo>
                  <a:lnTo>
                    <a:pt x="700" y="447"/>
                  </a:lnTo>
                  <a:lnTo>
                    <a:pt x="564" y="583"/>
                  </a:lnTo>
                  <a:lnTo>
                    <a:pt x="447" y="719"/>
                  </a:lnTo>
                  <a:lnTo>
                    <a:pt x="331" y="855"/>
                  </a:lnTo>
                  <a:lnTo>
                    <a:pt x="234" y="1011"/>
                  </a:lnTo>
                  <a:lnTo>
                    <a:pt x="156" y="1186"/>
                  </a:lnTo>
                  <a:lnTo>
                    <a:pt x="98" y="1361"/>
                  </a:lnTo>
                  <a:lnTo>
                    <a:pt x="39" y="1555"/>
                  </a:lnTo>
                  <a:lnTo>
                    <a:pt x="20" y="1750"/>
                  </a:lnTo>
                  <a:lnTo>
                    <a:pt x="0" y="1944"/>
                  </a:lnTo>
                  <a:lnTo>
                    <a:pt x="20" y="2139"/>
                  </a:lnTo>
                  <a:lnTo>
                    <a:pt x="39" y="2333"/>
                  </a:lnTo>
                  <a:lnTo>
                    <a:pt x="98" y="2508"/>
                  </a:lnTo>
                  <a:lnTo>
                    <a:pt x="156" y="2683"/>
                  </a:lnTo>
                  <a:lnTo>
                    <a:pt x="234" y="2858"/>
                  </a:lnTo>
                  <a:lnTo>
                    <a:pt x="331" y="3013"/>
                  </a:lnTo>
                  <a:lnTo>
                    <a:pt x="447" y="3169"/>
                  </a:lnTo>
                  <a:lnTo>
                    <a:pt x="564" y="3305"/>
                  </a:lnTo>
                  <a:lnTo>
                    <a:pt x="700" y="3422"/>
                  </a:lnTo>
                  <a:lnTo>
                    <a:pt x="856" y="3538"/>
                  </a:lnTo>
                  <a:lnTo>
                    <a:pt x="1011" y="3635"/>
                  </a:lnTo>
                  <a:lnTo>
                    <a:pt x="1186" y="3713"/>
                  </a:lnTo>
                  <a:lnTo>
                    <a:pt x="1361" y="3791"/>
                  </a:lnTo>
                  <a:lnTo>
                    <a:pt x="1536" y="3830"/>
                  </a:lnTo>
                  <a:lnTo>
                    <a:pt x="1731" y="3869"/>
                  </a:lnTo>
                  <a:lnTo>
                    <a:pt x="2139" y="3869"/>
                  </a:lnTo>
                  <a:lnTo>
                    <a:pt x="2333" y="3830"/>
                  </a:lnTo>
                  <a:lnTo>
                    <a:pt x="2508" y="3791"/>
                  </a:lnTo>
                  <a:lnTo>
                    <a:pt x="2683" y="3713"/>
                  </a:lnTo>
                  <a:lnTo>
                    <a:pt x="2858" y="3635"/>
                  </a:lnTo>
                  <a:lnTo>
                    <a:pt x="3014" y="3538"/>
                  </a:lnTo>
                  <a:lnTo>
                    <a:pt x="3169" y="3422"/>
                  </a:lnTo>
                  <a:lnTo>
                    <a:pt x="3305" y="3305"/>
                  </a:lnTo>
                  <a:lnTo>
                    <a:pt x="3422" y="3169"/>
                  </a:lnTo>
                  <a:lnTo>
                    <a:pt x="3538" y="3013"/>
                  </a:lnTo>
                  <a:lnTo>
                    <a:pt x="3636" y="2858"/>
                  </a:lnTo>
                  <a:lnTo>
                    <a:pt x="3713" y="2683"/>
                  </a:lnTo>
                  <a:lnTo>
                    <a:pt x="3772" y="2508"/>
                  </a:lnTo>
                  <a:lnTo>
                    <a:pt x="3830" y="2333"/>
                  </a:lnTo>
                  <a:lnTo>
                    <a:pt x="3850" y="2139"/>
                  </a:lnTo>
                  <a:lnTo>
                    <a:pt x="3869" y="1944"/>
                  </a:lnTo>
                  <a:lnTo>
                    <a:pt x="3850" y="1750"/>
                  </a:lnTo>
                  <a:lnTo>
                    <a:pt x="3830" y="1555"/>
                  </a:lnTo>
                  <a:lnTo>
                    <a:pt x="3772" y="1361"/>
                  </a:lnTo>
                  <a:lnTo>
                    <a:pt x="3713" y="1186"/>
                  </a:lnTo>
                  <a:lnTo>
                    <a:pt x="3636" y="1011"/>
                  </a:lnTo>
                  <a:lnTo>
                    <a:pt x="3538" y="855"/>
                  </a:lnTo>
                  <a:lnTo>
                    <a:pt x="3422" y="719"/>
                  </a:lnTo>
                  <a:lnTo>
                    <a:pt x="3305" y="583"/>
                  </a:lnTo>
                  <a:lnTo>
                    <a:pt x="3169" y="447"/>
                  </a:lnTo>
                  <a:lnTo>
                    <a:pt x="3014" y="331"/>
                  </a:lnTo>
                  <a:lnTo>
                    <a:pt x="2858" y="233"/>
                  </a:lnTo>
                  <a:lnTo>
                    <a:pt x="2683" y="156"/>
                  </a:lnTo>
                  <a:lnTo>
                    <a:pt x="2508" y="97"/>
                  </a:lnTo>
                  <a:lnTo>
                    <a:pt x="2333" y="39"/>
                  </a:lnTo>
                  <a:lnTo>
                    <a:pt x="2139" y="19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2" name="Google Shape;4792;p47"/>
            <p:cNvSpPr/>
            <p:nvPr/>
          </p:nvSpPr>
          <p:spPr>
            <a:xfrm>
              <a:off x="2561064" y="-284156"/>
              <a:ext cx="120084" cy="120074"/>
            </a:xfrm>
            <a:custGeom>
              <a:rect b="b" l="l" r="r" t="t"/>
              <a:pathLst>
                <a:path extrusionOk="0" fill="none" h="3869" w="3869">
                  <a:moveTo>
                    <a:pt x="3869" y="1944"/>
                  </a:moveTo>
                  <a:lnTo>
                    <a:pt x="3869" y="1944"/>
                  </a:lnTo>
                  <a:lnTo>
                    <a:pt x="3850" y="2139"/>
                  </a:lnTo>
                  <a:lnTo>
                    <a:pt x="3830" y="2333"/>
                  </a:lnTo>
                  <a:lnTo>
                    <a:pt x="3772" y="2508"/>
                  </a:lnTo>
                  <a:lnTo>
                    <a:pt x="3713" y="2683"/>
                  </a:lnTo>
                  <a:lnTo>
                    <a:pt x="3636" y="2858"/>
                  </a:lnTo>
                  <a:lnTo>
                    <a:pt x="3538" y="3013"/>
                  </a:lnTo>
                  <a:lnTo>
                    <a:pt x="3422" y="3169"/>
                  </a:lnTo>
                  <a:lnTo>
                    <a:pt x="3305" y="3305"/>
                  </a:lnTo>
                  <a:lnTo>
                    <a:pt x="3169" y="3422"/>
                  </a:lnTo>
                  <a:lnTo>
                    <a:pt x="3014" y="3538"/>
                  </a:lnTo>
                  <a:lnTo>
                    <a:pt x="2858" y="3635"/>
                  </a:lnTo>
                  <a:lnTo>
                    <a:pt x="2683" y="3713"/>
                  </a:lnTo>
                  <a:lnTo>
                    <a:pt x="2508" y="3791"/>
                  </a:lnTo>
                  <a:lnTo>
                    <a:pt x="2333" y="3830"/>
                  </a:lnTo>
                  <a:lnTo>
                    <a:pt x="2139" y="3869"/>
                  </a:lnTo>
                  <a:lnTo>
                    <a:pt x="1925" y="3869"/>
                  </a:lnTo>
                  <a:lnTo>
                    <a:pt x="1925" y="3869"/>
                  </a:lnTo>
                  <a:lnTo>
                    <a:pt x="1731" y="3869"/>
                  </a:lnTo>
                  <a:lnTo>
                    <a:pt x="1536" y="3830"/>
                  </a:lnTo>
                  <a:lnTo>
                    <a:pt x="1361" y="3791"/>
                  </a:lnTo>
                  <a:lnTo>
                    <a:pt x="1186" y="3713"/>
                  </a:lnTo>
                  <a:lnTo>
                    <a:pt x="1011" y="3635"/>
                  </a:lnTo>
                  <a:lnTo>
                    <a:pt x="856" y="3538"/>
                  </a:lnTo>
                  <a:lnTo>
                    <a:pt x="700" y="3422"/>
                  </a:lnTo>
                  <a:lnTo>
                    <a:pt x="564" y="3305"/>
                  </a:lnTo>
                  <a:lnTo>
                    <a:pt x="447" y="3169"/>
                  </a:lnTo>
                  <a:lnTo>
                    <a:pt x="331" y="3013"/>
                  </a:lnTo>
                  <a:lnTo>
                    <a:pt x="234" y="2858"/>
                  </a:lnTo>
                  <a:lnTo>
                    <a:pt x="156" y="2683"/>
                  </a:lnTo>
                  <a:lnTo>
                    <a:pt x="98" y="2508"/>
                  </a:lnTo>
                  <a:lnTo>
                    <a:pt x="39" y="2333"/>
                  </a:lnTo>
                  <a:lnTo>
                    <a:pt x="20" y="2139"/>
                  </a:lnTo>
                  <a:lnTo>
                    <a:pt x="0" y="1944"/>
                  </a:lnTo>
                  <a:lnTo>
                    <a:pt x="0" y="1944"/>
                  </a:lnTo>
                  <a:lnTo>
                    <a:pt x="20" y="1750"/>
                  </a:lnTo>
                  <a:lnTo>
                    <a:pt x="39" y="1555"/>
                  </a:lnTo>
                  <a:lnTo>
                    <a:pt x="98" y="1361"/>
                  </a:lnTo>
                  <a:lnTo>
                    <a:pt x="156" y="1186"/>
                  </a:lnTo>
                  <a:lnTo>
                    <a:pt x="234" y="1011"/>
                  </a:lnTo>
                  <a:lnTo>
                    <a:pt x="331" y="855"/>
                  </a:lnTo>
                  <a:lnTo>
                    <a:pt x="447" y="719"/>
                  </a:lnTo>
                  <a:lnTo>
                    <a:pt x="564" y="583"/>
                  </a:lnTo>
                  <a:lnTo>
                    <a:pt x="700" y="447"/>
                  </a:lnTo>
                  <a:lnTo>
                    <a:pt x="856" y="331"/>
                  </a:lnTo>
                  <a:lnTo>
                    <a:pt x="1011" y="233"/>
                  </a:lnTo>
                  <a:lnTo>
                    <a:pt x="1186" y="156"/>
                  </a:lnTo>
                  <a:lnTo>
                    <a:pt x="1361" y="97"/>
                  </a:lnTo>
                  <a:lnTo>
                    <a:pt x="1536" y="39"/>
                  </a:lnTo>
                  <a:lnTo>
                    <a:pt x="1731" y="19"/>
                  </a:lnTo>
                  <a:lnTo>
                    <a:pt x="1925" y="0"/>
                  </a:lnTo>
                  <a:lnTo>
                    <a:pt x="1925" y="0"/>
                  </a:lnTo>
                  <a:lnTo>
                    <a:pt x="2139" y="19"/>
                  </a:lnTo>
                  <a:lnTo>
                    <a:pt x="2333" y="39"/>
                  </a:lnTo>
                  <a:lnTo>
                    <a:pt x="2508" y="97"/>
                  </a:lnTo>
                  <a:lnTo>
                    <a:pt x="2683" y="156"/>
                  </a:lnTo>
                  <a:lnTo>
                    <a:pt x="2858" y="233"/>
                  </a:lnTo>
                  <a:lnTo>
                    <a:pt x="3014" y="331"/>
                  </a:lnTo>
                  <a:lnTo>
                    <a:pt x="3169" y="447"/>
                  </a:lnTo>
                  <a:lnTo>
                    <a:pt x="3305" y="583"/>
                  </a:lnTo>
                  <a:lnTo>
                    <a:pt x="3422" y="719"/>
                  </a:lnTo>
                  <a:lnTo>
                    <a:pt x="3538" y="855"/>
                  </a:lnTo>
                  <a:lnTo>
                    <a:pt x="3636" y="1011"/>
                  </a:lnTo>
                  <a:lnTo>
                    <a:pt x="3713" y="1186"/>
                  </a:lnTo>
                  <a:lnTo>
                    <a:pt x="3772" y="1361"/>
                  </a:lnTo>
                  <a:lnTo>
                    <a:pt x="3830" y="1555"/>
                  </a:lnTo>
                  <a:lnTo>
                    <a:pt x="3850" y="1750"/>
                  </a:lnTo>
                  <a:lnTo>
                    <a:pt x="3869" y="19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3" name="Google Shape;4793;p47"/>
            <p:cNvSpPr/>
            <p:nvPr/>
          </p:nvSpPr>
          <p:spPr>
            <a:xfrm>
              <a:off x="2585800" y="-259420"/>
              <a:ext cx="70610" cy="70605"/>
            </a:xfrm>
            <a:custGeom>
              <a:rect b="b" l="l" r="r" t="t"/>
              <a:pathLst>
                <a:path extrusionOk="0" h="2275" w="2275">
                  <a:moveTo>
                    <a:pt x="1011" y="0"/>
                  </a:moveTo>
                  <a:lnTo>
                    <a:pt x="914" y="20"/>
                  </a:lnTo>
                  <a:lnTo>
                    <a:pt x="700" y="97"/>
                  </a:lnTo>
                  <a:lnTo>
                    <a:pt x="506" y="195"/>
                  </a:lnTo>
                  <a:lnTo>
                    <a:pt x="331" y="331"/>
                  </a:lnTo>
                  <a:lnTo>
                    <a:pt x="195" y="506"/>
                  </a:lnTo>
                  <a:lnTo>
                    <a:pt x="78" y="700"/>
                  </a:lnTo>
                  <a:lnTo>
                    <a:pt x="20" y="914"/>
                  </a:lnTo>
                  <a:lnTo>
                    <a:pt x="0" y="1030"/>
                  </a:lnTo>
                  <a:lnTo>
                    <a:pt x="0" y="1147"/>
                  </a:lnTo>
                  <a:lnTo>
                    <a:pt x="0" y="1264"/>
                  </a:lnTo>
                  <a:lnTo>
                    <a:pt x="20" y="1380"/>
                  </a:lnTo>
                  <a:lnTo>
                    <a:pt x="78" y="1594"/>
                  </a:lnTo>
                  <a:lnTo>
                    <a:pt x="195" y="1789"/>
                  </a:lnTo>
                  <a:lnTo>
                    <a:pt x="331" y="1944"/>
                  </a:lnTo>
                  <a:lnTo>
                    <a:pt x="506" y="2080"/>
                  </a:lnTo>
                  <a:lnTo>
                    <a:pt x="700" y="2197"/>
                  </a:lnTo>
                  <a:lnTo>
                    <a:pt x="914" y="2255"/>
                  </a:lnTo>
                  <a:lnTo>
                    <a:pt x="1011" y="2275"/>
                  </a:lnTo>
                  <a:lnTo>
                    <a:pt x="1245" y="2275"/>
                  </a:lnTo>
                  <a:lnTo>
                    <a:pt x="1361" y="2255"/>
                  </a:lnTo>
                  <a:lnTo>
                    <a:pt x="1575" y="2197"/>
                  </a:lnTo>
                  <a:lnTo>
                    <a:pt x="1769" y="2080"/>
                  </a:lnTo>
                  <a:lnTo>
                    <a:pt x="1944" y="1944"/>
                  </a:lnTo>
                  <a:lnTo>
                    <a:pt x="2081" y="1789"/>
                  </a:lnTo>
                  <a:lnTo>
                    <a:pt x="2197" y="1594"/>
                  </a:lnTo>
                  <a:lnTo>
                    <a:pt x="2255" y="1380"/>
                  </a:lnTo>
                  <a:lnTo>
                    <a:pt x="2275" y="1264"/>
                  </a:lnTo>
                  <a:lnTo>
                    <a:pt x="2275" y="1147"/>
                  </a:lnTo>
                  <a:lnTo>
                    <a:pt x="2275" y="1030"/>
                  </a:lnTo>
                  <a:lnTo>
                    <a:pt x="2255" y="914"/>
                  </a:lnTo>
                  <a:lnTo>
                    <a:pt x="2197" y="700"/>
                  </a:lnTo>
                  <a:lnTo>
                    <a:pt x="2081" y="506"/>
                  </a:lnTo>
                  <a:lnTo>
                    <a:pt x="1944" y="331"/>
                  </a:lnTo>
                  <a:lnTo>
                    <a:pt x="1769" y="195"/>
                  </a:lnTo>
                  <a:lnTo>
                    <a:pt x="1575" y="97"/>
                  </a:lnTo>
                  <a:lnTo>
                    <a:pt x="1361" y="20"/>
                  </a:lnTo>
                  <a:lnTo>
                    <a:pt x="1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4" name="Google Shape;4794;p47"/>
            <p:cNvSpPr/>
            <p:nvPr/>
          </p:nvSpPr>
          <p:spPr>
            <a:xfrm>
              <a:off x="2585800" y="-259420"/>
              <a:ext cx="70610" cy="70605"/>
            </a:xfrm>
            <a:custGeom>
              <a:rect b="b" l="l" r="r" t="t"/>
              <a:pathLst>
                <a:path extrusionOk="0" fill="none" h="2275" w="2275">
                  <a:moveTo>
                    <a:pt x="1128" y="0"/>
                  </a:moveTo>
                  <a:lnTo>
                    <a:pt x="1128" y="0"/>
                  </a:lnTo>
                  <a:lnTo>
                    <a:pt x="1011" y="0"/>
                  </a:lnTo>
                  <a:lnTo>
                    <a:pt x="914" y="20"/>
                  </a:lnTo>
                  <a:lnTo>
                    <a:pt x="700" y="97"/>
                  </a:lnTo>
                  <a:lnTo>
                    <a:pt x="506" y="195"/>
                  </a:lnTo>
                  <a:lnTo>
                    <a:pt x="331" y="331"/>
                  </a:lnTo>
                  <a:lnTo>
                    <a:pt x="195" y="506"/>
                  </a:lnTo>
                  <a:lnTo>
                    <a:pt x="78" y="700"/>
                  </a:lnTo>
                  <a:lnTo>
                    <a:pt x="20" y="914"/>
                  </a:lnTo>
                  <a:lnTo>
                    <a:pt x="0" y="1030"/>
                  </a:lnTo>
                  <a:lnTo>
                    <a:pt x="0" y="1147"/>
                  </a:lnTo>
                  <a:lnTo>
                    <a:pt x="0" y="1147"/>
                  </a:lnTo>
                  <a:lnTo>
                    <a:pt x="0" y="1264"/>
                  </a:lnTo>
                  <a:lnTo>
                    <a:pt x="20" y="1380"/>
                  </a:lnTo>
                  <a:lnTo>
                    <a:pt x="78" y="1594"/>
                  </a:lnTo>
                  <a:lnTo>
                    <a:pt x="195" y="1789"/>
                  </a:lnTo>
                  <a:lnTo>
                    <a:pt x="331" y="1944"/>
                  </a:lnTo>
                  <a:lnTo>
                    <a:pt x="506" y="2080"/>
                  </a:lnTo>
                  <a:lnTo>
                    <a:pt x="700" y="2197"/>
                  </a:lnTo>
                  <a:lnTo>
                    <a:pt x="914" y="2255"/>
                  </a:lnTo>
                  <a:lnTo>
                    <a:pt x="1011" y="2275"/>
                  </a:lnTo>
                  <a:lnTo>
                    <a:pt x="1128" y="2275"/>
                  </a:lnTo>
                  <a:lnTo>
                    <a:pt x="1128" y="2275"/>
                  </a:lnTo>
                  <a:lnTo>
                    <a:pt x="1245" y="2275"/>
                  </a:lnTo>
                  <a:lnTo>
                    <a:pt x="1361" y="2255"/>
                  </a:lnTo>
                  <a:lnTo>
                    <a:pt x="1575" y="2197"/>
                  </a:lnTo>
                  <a:lnTo>
                    <a:pt x="1769" y="2080"/>
                  </a:lnTo>
                  <a:lnTo>
                    <a:pt x="1944" y="1944"/>
                  </a:lnTo>
                  <a:lnTo>
                    <a:pt x="2081" y="1789"/>
                  </a:lnTo>
                  <a:lnTo>
                    <a:pt x="2197" y="1594"/>
                  </a:lnTo>
                  <a:lnTo>
                    <a:pt x="2255" y="1380"/>
                  </a:lnTo>
                  <a:lnTo>
                    <a:pt x="2275" y="1264"/>
                  </a:lnTo>
                  <a:lnTo>
                    <a:pt x="2275" y="1147"/>
                  </a:lnTo>
                  <a:lnTo>
                    <a:pt x="2275" y="1147"/>
                  </a:lnTo>
                  <a:lnTo>
                    <a:pt x="2275" y="1030"/>
                  </a:lnTo>
                  <a:lnTo>
                    <a:pt x="2255" y="914"/>
                  </a:lnTo>
                  <a:lnTo>
                    <a:pt x="2197" y="700"/>
                  </a:lnTo>
                  <a:lnTo>
                    <a:pt x="2081" y="506"/>
                  </a:lnTo>
                  <a:lnTo>
                    <a:pt x="1944" y="331"/>
                  </a:lnTo>
                  <a:lnTo>
                    <a:pt x="1769" y="195"/>
                  </a:lnTo>
                  <a:lnTo>
                    <a:pt x="1575" y="97"/>
                  </a:lnTo>
                  <a:lnTo>
                    <a:pt x="1361" y="20"/>
                  </a:lnTo>
                  <a:lnTo>
                    <a:pt x="1245" y="0"/>
                  </a:lnTo>
                  <a:lnTo>
                    <a:pt x="112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5" name="Google Shape;4795;p47"/>
            <p:cNvSpPr/>
            <p:nvPr/>
          </p:nvSpPr>
          <p:spPr>
            <a:xfrm>
              <a:off x="3468506" y="-377699"/>
              <a:ext cx="1055958" cy="182238"/>
            </a:xfrm>
            <a:custGeom>
              <a:rect b="b" l="l" r="r" t="t"/>
              <a:pathLst>
                <a:path extrusionOk="0" h="5872" w="34022">
                  <a:moveTo>
                    <a:pt x="33497" y="1"/>
                  </a:moveTo>
                  <a:lnTo>
                    <a:pt x="33419" y="20"/>
                  </a:lnTo>
                  <a:lnTo>
                    <a:pt x="33361" y="59"/>
                  </a:lnTo>
                  <a:lnTo>
                    <a:pt x="33283" y="98"/>
                  </a:lnTo>
                  <a:lnTo>
                    <a:pt x="33225" y="156"/>
                  </a:lnTo>
                  <a:lnTo>
                    <a:pt x="33030" y="351"/>
                  </a:lnTo>
                  <a:lnTo>
                    <a:pt x="32817" y="526"/>
                  </a:lnTo>
                  <a:lnTo>
                    <a:pt x="32603" y="662"/>
                  </a:lnTo>
                  <a:lnTo>
                    <a:pt x="32369" y="798"/>
                  </a:lnTo>
                  <a:lnTo>
                    <a:pt x="32117" y="895"/>
                  </a:lnTo>
                  <a:lnTo>
                    <a:pt x="31864" y="973"/>
                  </a:lnTo>
                  <a:lnTo>
                    <a:pt x="31611" y="1012"/>
                  </a:lnTo>
                  <a:lnTo>
                    <a:pt x="31339" y="1031"/>
                  </a:lnTo>
                  <a:lnTo>
                    <a:pt x="623" y="1848"/>
                  </a:lnTo>
                  <a:lnTo>
                    <a:pt x="1" y="5872"/>
                  </a:lnTo>
                  <a:lnTo>
                    <a:pt x="1" y="5872"/>
                  </a:lnTo>
                  <a:lnTo>
                    <a:pt x="1848" y="5736"/>
                  </a:lnTo>
                  <a:lnTo>
                    <a:pt x="3870" y="5541"/>
                  </a:lnTo>
                  <a:lnTo>
                    <a:pt x="6027" y="5327"/>
                  </a:lnTo>
                  <a:lnTo>
                    <a:pt x="8283" y="5094"/>
                  </a:lnTo>
                  <a:lnTo>
                    <a:pt x="12987" y="4589"/>
                  </a:lnTo>
                  <a:lnTo>
                    <a:pt x="17731" y="4044"/>
                  </a:lnTo>
                  <a:lnTo>
                    <a:pt x="22280" y="3500"/>
                  </a:lnTo>
                  <a:lnTo>
                    <a:pt x="26382" y="2995"/>
                  </a:lnTo>
                  <a:lnTo>
                    <a:pt x="32253" y="2236"/>
                  </a:lnTo>
                  <a:lnTo>
                    <a:pt x="32408" y="2217"/>
                  </a:lnTo>
                  <a:lnTo>
                    <a:pt x="32544" y="2178"/>
                  </a:lnTo>
                  <a:lnTo>
                    <a:pt x="32836" y="2081"/>
                  </a:lnTo>
                  <a:lnTo>
                    <a:pt x="33108" y="1925"/>
                  </a:lnTo>
                  <a:lnTo>
                    <a:pt x="33341" y="1750"/>
                  </a:lnTo>
                  <a:lnTo>
                    <a:pt x="33555" y="1537"/>
                  </a:lnTo>
                  <a:lnTo>
                    <a:pt x="33730" y="1284"/>
                  </a:lnTo>
                  <a:lnTo>
                    <a:pt x="33886" y="1012"/>
                  </a:lnTo>
                  <a:lnTo>
                    <a:pt x="33944" y="856"/>
                  </a:lnTo>
                  <a:lnTo>
                    <a:pt x="33983" y="720"/>
                  </a:lnTo>
                  <a:lnTo>
                    <a:pt x="34022" y="584"/>
                  </a:lnTo>
                  <a:lnTo>
                    <a:pt x="34022" y="506"/>
                  </a:lnTo>
                  <a:lnTo>
                    <a:pt x="34022" y="409"/>
                  </a:lnTo>
                  <a:lnTo>
                    <a:pt x="34002" y="331"/>
                  </a:lnTo>
                  <a:lnTo>
                    <a:pt x="33983" y="273"/>
                  </a:lnTo>
                  <a:lnTo>
                    <a:pt x="33944" y="195"/>
                  </a:lnTo>
                  <a:lnTo>
                    <a:pt x="33905" y="156"/>
                  </a:lnTo>
                  <a:lnTo>
                    <a:pt x="33789" y="59"/>
                  </a:lnTo>
                  <a:lnTo>
                    <a:pt x="33653" y="20"/>
                  </a:lnTo>
                  <a:lnTo>
                    <a:pt x="335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6" name="Google Shape;4796;p47"/>
            <p:cNvSpPr/>
            <p:nvPr/>
          </p:nvSpPr>
          <p:spPr>
            <a:xfrm>
              <a:off x="3468506" y="-377699"/>
              <a:ext cx="1055958" cy="182238"/>
            </a:xfrm>
            <a:custGeom>
              <a:rect b="b" l="l" r="r" t="t"/>
              <a:pathLst>
                <a:path extrusionOk="0" fill="none" h="5872" w="34022">
                  <a:moveTo>
                    <a:pt x="623" y="1848"/>
                  </a:moveTo>
                  <a:lnTo>
                    <a:pt x="31339" y="1031"/>
                  </a:lnTo>
                  <a:lnTo>
                    <a:pt x="31339" y="1031"/>
                  </a:lnTo>
                  <a:lnTo>
                    <a:pt x="31611" y="1012"/>
                  </a:lnTo>
                  <a:lnTo>
                    <a:pt x="31864" y="973"/>
                  </a:lnTo>
                  <a:lnTo>
                    <a:pt x="32117" y="895"/>
                  </a:lnTo>
                  <a:lnTo>
                    <a:pt x="32369" y="798"/>
                  </a:lnTo>
                  <a:lnTo>
                    <a:pt x="32603" y="662"/>
                  </a:lnTo>
                  <a:lnTo>
                    <a:pt x="32817" y="526"/>
                  </a:lnTo>
                  <a:lnTo>
                    <a:pt x="33030" y="351"/>
                  </a:lnTo>
                  <a:lnTo>
                    <a:pt x="33225" y="156"/>
                  </a:lnTo>
                  <a:lnTo>
                    <a:pt x="33225" y="156"/>
                  </a:lnTo>
                  <a:lnTo>
                    <a:pt x="33283" y="98"/>
                  </a:lnTo>
                  <a:lnTo>
                    <a:pt x="33361" y="59"/>
                  </a:lnTo>
                  <a:lnTo>
                    <a:pt x="33419" y="20"/>
                  </a:lnTo>
                  <a:lnTo>
                    <a:pt x="33497" y="1"/>
                  </a:lnTo>
                  <a:lnTo>
                    <a:pt x="33575" y="1"/>
                  </a:lnTo>
                  <a:lnTo>
                    <a:pt x="33653" y="20"/>
                  </a:lnTo>
                  <a:lnTo>
                    <a:pt x="33789" y="59"/>
                  </a:lnTo>
                  <a:lnTo>
                    <a:pt x="33905" y="156"/>
                  </a:lnTo>
                  <a:lnTo>
                    <a:pt x="33944" y="195"/>
                  </a:lnTo>
                  <a:lnTo>
                    <a:pt x="33983" y="273"/>
                  </a:lnTo>
                  <a:lnTo>
                    <a:pt x="34002" y="331"/>
                  </a:lnTo>
                  <a:lnTo>
                    <a:pt x="34022" y="409"/>
                  </a:lnTo>
                  <a:lnTo>
                    <a:pt x="34022" y="506"/>
                  </a:lnTo>
                  <a:lnTo>
                    <a:pt x="34022" y="584"/>
                  </a:lnTo>
                  <a:lnTo>
                    <a:pt x="33983" y="720"/>
                  </a:lnTo>
                  <a:lnTo>
                    <a:pt x="33983" y="720"/>
                  </a:lnTo>
                  <a:lnTo>
                    <a:pt x="33944" y="856"/>
                  </a:lnTo>
                  <a:lnTo>
                    <a:pt x="33886" y="1012"/>
                  </a:lnTo>
                  <a:lnTo>
                    <a:pt x="33730" y="1284"/>
                  </a:lnTo>
                  <a:lnTo>
                    <a:pt x="33555" y="1537"/>
                  </a:lnTo>
                  <a:lnTo>
                    <a:pt x="33341" y="1750"/>
                  </a:lnTo>
                  <a:lnTo>
                    <a:pt x="33108" y="1925"/>
                  </a:lnTo>
                  <a:lnTo>
                    <a:pt x="32836" y="2081"/>
                  </a:lnTo>
                  <a:lnTo>
                    <a:pt x="32544" y="2178"/>
                  </a:lnTo>
                  <a:lnTo>
                    <a:pt x="32408" y="2217"/>
                  </a:lnTo>
                  <a:lnTo>
                    <a:pt x="32253" y="2236"/>
                  </a:lnTo>
                  <a:lnTo>
                    <a:pt x="32253" y="2236"/>
                  </a:lnTo>
                  <a:lnTo>
                    <a:pt x="26382" y="2995"/>
                  </a:lnTo>
                  <a:lnTo>
                    <a:pt x="22280" y="3500"/>
                  </a:lnTo>
                  <a:lnTo>
                    <a:pt x="17731" y="4044"/>
                  </a:lnTo>
                  <a:lnTo>
                    <a:pt x="12987" y="4589"/>
                  </a:lnTo>
                  <a:lnTo>
                    <a:pt x="8283" y="5094"/>
                  </a:lnTo>
                  <a:lnTo>
                    <a:pt x="6027" y="5327"/>
                  </a:lnTo>
                  <a:lnTo>
                    <a:pt x="3870" y="5541"/>
                  </a:lnTo>
                  <a:lnTo>
                    <a:pt x="1848" y="5736"/>
                  </a:lnTo>
                  <a:lnTo>
                    <a:pt x="1" y="5872"/>
                  </a:lnTo>
                  <a:lnTo>
                    <a:pt x="623" y="184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7" name="Google Shape;4797;p47"/>
            <p:cNvSpPr/>
            <p:nvPr/>
          </p:nvSpPr>
          <p:spPr>
            <a:xfrm>
              <a:off x="3468506" y="-342690"/>
              <a:ext cx="858652" cy="147230"/>
            </a:xfrm>
            <a:custGeom>
              <a:rect b="b" l="l" r="r" t="t"/>
              <a:pathLst>
                <a:path extrusionOk="0" h="4744" w="27665">
                  <a:moveTo>
                    <a:pt x="27665" y="0"/>
                  </a:moveTo>
                  <a:lnTo>
                    <a:pt x="623" y="720"/>
                  </a:lnTo>
                  <a:lnTo>
                    <a:pt x="1" y="4744"/>
                  </a:lnTo>
                  <a:lnTo>
                    <a:pt x="1" y="4744"/>
                  </a:lnTo>
                  <a:lnTo>
                    <a:pt x="312" y="4724"/>
                  </a:lnTo>
                  <a:lnTo>
                    <a:pt x="623" y="1925"/>
                  </a:lnTo>
                  <a:lnTo>
                    <a:pt x="2766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8" name="Google Shape;4798;p47"/>
            <p:cNvSpPr/>
            <p:nvPr/>
          </p:nvSpPr>
          <p:spPr>
            <a:xfrm>
              <a:off x="3468506" y="-342690"/>
              <a:ext cx="858652" cy="147230"/>
            </a:xfrm>
            <a:custGeom>
              <a:rect b="b" l="l" r="r" t="t"/>
              <a:pathLst>
                <a:path extrusionOk="0" fill="none" h="4744" w="27665">
                  <a:moveTo>
                    <a:pt x="312" y="4724"/>
                  </a:moveTo>
                  <a:lnTo>
                    <a:pt x="312" y="4724"/>
                  </a:lnTo>
                  <a:lnTo>
                    <a:pt x="1" y="4744"/>
                  </a:lnTo>
                  <a:lnTo>
                    <a:pt x="623" y="720"/>
                  </a:lnTo>
                  <a:lnTo>
                    <a:pt x="27665" y="0"/>
                  </a:lnTo>
                  <a:lnTo>
                    <a:pt x="623" y="1925"/>
                  </a:lnTo>
                  <a:lnTo>
                    <a:pt x="312" y="472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9" name="Google Shape;4799;p47"/>
            <p:cNvSpPr/>
            <p:nvPr/>
          </p:nvSpPr>
          <p:spPr>
            <a:xfrm>
              <a:off x="3528840" y="-290208"/>
              <a:ext cx="62199" cy="89939"/>
            </a:xfrm>
            <a:custGeom>
              <a:rect b="b" l="l" r="r" t="t"/>
              <a:pathLst>
                <a:path extrusionOk="0" h="2898" w="2004">
                  <a:moveTo>
                    <a:pt x="2003" y="1"/>
                  </a:moveTo>
                  <a:lnTo>
                    <a:pt x="1012" y="78"/>
                  </a:lnTo>
                  <a:lnTo>
                    <a:pt x="954" y="448"/>
                  </a:lnTo>
                  <a:lnTo>
                    <a:pt x="876" y="817"/>
                  </a:lnTo>
                  <a:lnTo>
                    <a:pt x="759" y="1187"/>
                  </a:lnTo>
                  <a:lnTo>
                    <a:pt x="643" y="1536"/>
                  </a:lnTo>
                  <a:lnTo>
                    <a:pt x="506" y="1886"/>
                  </a:lnTo>
                  <a:lnTo>
                    <a:pt x="351" y="2236"/>
                  </a:lnTo>
                  <a:lnTo>
                    <a:pt x="195" y="2567"/>
                  </a:lnTo>
                  <a:lnTo>
                    <a:pt x="1" y="2897"/>
                  </a:lnTo>
                  <a:lnTo>
                    <a:pt x="1" y="2897"/>
                  </a:lnTo>
                  <a:lnTo>
                    <a:pt x="1031" y="2800"/>
                  </a:lnTo>
                  <a:lnTo>
                    <a:pt x="1206" y="2489"/>
                  </a:lnTo>
                  <a:lnTo>
                    <a:pt x="1381" y="2159"/>
                  </a:lnTo>
                  <a:lnTo>
                    <a:pt x="1517" y="1809"/>
                  </a:lnTo>
                  <a:lnTo>
                    <a:pt x="1653" y="1459"/>
                  </a:lnTo>
                  <a:lnTo>
                    <a:pt x="1770" y="1109"/>
                  </a:lnTo>
                  <a:lnTo>
                    <a:pt x="1867" y="739"/>
                  </a:lnTo>
                  <a:lnTo>
                    <a:pt x="1945" y="37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0" name="Google Shape;4800;p47"/>
            <p:cNvSpPr/>
            <p:nvPr/>
          </p:nvSpPr>
          <p:spPr>
            <a:xfrm>
              <a:off x="3528840" y="-290208"/>
              <a:ext cx="62199" cy="89939"/>
            </a:xfrm>
            <a:custGeom>
              <a:rect b="b" l="l" r="r" t="t"/>
              <a:pathLst>
                <a:path extrusionOk="0" fill="none" h="2898" w="2004">
                  <a:moveTo>
                    <a:pt x="2003" y="1"/>
                  </a:moveTo>
                  <a:lnTo>
                    <a:pt x="1012" y="78"/>
                  </a:lnTo>
                  <a:lnTo>
                    <a:pt x="1012" y="78"/>
                  </a:lnTo>
                  <a:lnTo>
                    <a:pt x="954" y="448"/>
                  </a:lnTo>
                  <a:lnTo>
                    <a:pt x="876" y="817"/>
                  </a:lnTo>
                  <a:lnTo>
                    <a:pt x="759" y="1187"/>
                  </a:lnTo>
                  <a:lnTo>
                    <a:pt x="643" y="1536"/>
                  </a:lnTo>
                  <a:lnTo>
                    <a:pt x="506" y="1886"/>
                  </a:lnTo>
                  <a:lnTo>
                    <a:pt x="351" y="2236"/>
                  </a:lnTo>
                  <a:lnTo>
                    <a:pt x="195" y="2567"/>
                  </a:lnTo>
                  <a:lnTo>
                    <a:pt x="1" y="2897"/>
                  </a:lnTo>
                  <a:lnTo>
                    <a:pt x="1" y="2897"/>
                  </a:lnTo>
                  <a:lnTo>
                    <a:pt x="1031" y="2800"/>
                  </a:lnTo>
                  <a:lnTo>
                    <a:pt x="1031" y="2800"/>
                  </a:lnTo>
                  <a:lnTo>
                    <a:pt x="1206" y="2489"/>
                  </a:lnTo>
                  <a:lnTo>
                    <a:pt x="1381" y="2159"/>
                  </a:lnTo>
                  <a:lnTo>
                    <a:pt x="1517" y="1809"/>
                  </a:lnTo>
                  <a:lnTo>
                    <a:pt x="1653" y="1459"/>
                  </a:lnTo>
                  <a:lnTo>
                    <a:pt x="1770" y="1109"/>
                  </a:lnTo>
                  <a:lnTo>
                    <a:pt x="1867" y="739"/>
                  </a:lnTo>
                  <a:lnTo>
                    <a:pt x="1945" y="370"/>
                  </a:lnTo>
                  <a:lnTo>
                    <a:pt x="200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1" name="Google Shape;4801;p47"/>
            <p:cNvSpPr/>
            <p:nvPr/>
          </p:nvSpPr>
          <p:spPr>
            <a:xfrm>
              <a:off x="3560218" y="-323386"/>
              <a:ext cx="33241" cy="35628"/>
            </a:xfrm>
            <a:custGeom>
              <a:rect b="b" l="l" r="r" t="t"/>
              <a:pathLst>
                <a:path extrusionOk="0" h="1148" w="1071">
                  <a:moveTo>
                    <a:pt x="1070" y="0"/>
                  </a:moveTo>
                  <a:lnTo>
                    <a:pt x="98" y="20"/>
                  </a:lnTo>
                  <a:lnTo>
                    <a:pt x="98" y="39"/>
                  </a:lnTo>
                  <a:lnTo>
                    <a:pt x="79" y="584"/>
                  </a:lnTo>
                  <a:lnTo>
                    <a:pt x="1" y="1147"/>
                  </a:lnTo>
                  <a:lnTo>
                    <a:pt x="992" y="1070"/>
                  </a:lnTo>
                  <a:lnTo>
                    <a:pt x="1051" y="545"/>
                  </a:lnTo>
                  <a:lnTo>
                    <a:pt x="1070" y="39"/>
                  </a:lnTo>
                  <a:lnTo>
                    <a:pt x="107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2" name="Google Shape;4802;p47"/>
            <p:cNvSpPr/>
            <p:nvPr/>
          </p:nvSpPr>
          <p:spPr>
            <a:xfrm>
              <a:off x="3560218" y="-323386"/>
              <a:ext cx="33241" cy="35628"/>
            </a:xfrm>
            <a:custGeom>
              <a:rect b="b" l="l" r="r" t="t"/>
              <a:pathLst>
                <a:path extrusionOk="0" fill="none" h="1148" w="1071">
                  <a:moveTo>
                    <a:pt x="1070" y="0"/>
                  </a:moveTo>
                  <a:lnTo>
                    <a:pt x="98" y="20"/>
                  </a:lnTo>
                  <a:lnTo>
                    <a:pt x="98" y="20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79" y="584"/>
                  </a:lnTo>
                  <a:lnTo>
                    <a:pt x="1" y="1147"/>
                  </a:lnTo>
                  <a:lnTo>
                    <a:pt x="992" y="1070"/>
                  </a:lnTo>
                  <a:lnTo>
                    <a:pt x="992" y="1070"/>
                  </a:lnTo>
                  <a:lnTo>
                    <a:pt x="1051" y="545"/>
                  </a:lnTo>
                  <a:lnTo>
                    <a:pt x="1070" y="39"/>
                  </a:lnTo>
                  <a:lnTo>
                    <a:pt x="1070" y="39"/>
                  </a:lnTo>
                  <a:lnTo>
                    <a:pt x="107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3" name="Google Shape;4803;p47"/>
            <p:cNvSpPr/>
            <p:nvPr/>
          </p:nvSpPr>
          <p:spPr>
            <a:xfrm>
              <a:off x="3632626" y="-301071"/>
              <a:ext cx="110462" cy="91150"/>
            </a:xfrm>
            <a:custGeom>
              <a:rect b="b" l="l" r="r" t="t"/>
              <a:pathLst>
                <a:path extrusionOk="0" h="2937" w="3559">
                  <a:moveTo>
                    <a:pt x="3558" y="1"/>
                  </a:moveTo>
                  <a:lnTo>
                    <a:pt x="3053" y="40"/>
                  </a:lnTo>
                  <a:lnTo>
                    <a:pt x="2761" y="98"/>
                  </a:lnTo>
                  <a:lnTo>
                    <a:pt x="2489" y="176"/>
                  </a:lnTo>
                  <a:lnTo>
                    <a:pt x="2236" y="273"/>
                  </a:lnTo>
                  <a:lnTo>
                    <a:pt x="1984" y="390"/>
                  </a:lnTo>
                  <a:lnTo>
                    <a:pt x="1731" y="526"/>
                  </a:lnTo>
                  <a:lnTo>
                    <a:pt x="1498" y="681"/>
                  </a:lnTo>
                  <a:lnTo>
                    <a:pt x="1284" y="837"/>
                  </a:lnTo>
                  <a:lnTo>
                    <a:pt x="1070" y="1031"/>
                  </a:lnTo>
                  <a:lnTo>
                    <a:pt x="876" y="1225"/>
                  </a:lnTo>
                  <a:lnTo>
                    <a:pt x="701" y="1439"/>
                  </a:lnTo>
                  <a:lnTo>
                    <a:pt x="545" y="1653"/>
                  </a:lnTo>
                  <a:lnTo>
                    <a:pt x="390" y="1886"/>
                  </a:lnTo>
                  <a:lnTo>
                    <a:pt x="273" y="2139"/>
                  </a:lnTo>
                  <a:lnTo>
                    <a:pt x="156" y="2392"/>
                  </a:lnTo>
                  <a:lnTo>
                    <a:pt x="79" y="2664"/>
                  </a:lnTo>
                  <a:lnTo>
                    <a:pt x="1" y="2936"/>
                  </a:lnTo>
                  <a:lnTo>
                    <a:pt x="487" y="2897"/>
                  </a:lnTo>
                  <a:lnTo>
                    <a:pt x="545" y="2606"/>
                  </a:lnTo>
                  <a:lnTo>
                    <a:pt x="623" y="2334"/>
                  </a:lnTo>
                  <a:lnTo>
                    <a:pt x="720" y="2061"/>
                  </a:lnTo>
                  <a:lnTo>
                    <a:pt x="837" y="1809"/>
                  </a:lnTo>
                  <a:lnTo>
                    <a:pt x="973" y="1556"/>
                  </a:lnTo>
                  <a:lnTo>
                    <a:pt x="1148" y="1342"/>
                  </a:lnTo>
                  <a:lnTo>
                    <a:pt x="1323" y="1128"/>
                  </a:lnTo>
                  <a:lnTo>
                    <a:pt x="1517" y="914"/>
                  </a:lnTo>
                  <a:lnTo>
                    <a:pt x="1731" y="739"/>
                  </a:lnTo>
                  <a:lnTo>
                    <a:pt x="1964" y="564"/>
                  </a:lnTo>
                  <a:lnTo>
                    <a:pt x="2198" y="428"/>
                  </a:lnTo>
                  <a:lnTo>
                    <a:pt x="2450" y="292"/>
                  </a:lnTo>
                  <a:lnTo>
                    <a:pt x="2703" y="195"/>
                  </a:lnTo>
                  <a:lnTo>
                    <a:pt x="2975" y="98"/>
                  </a:lnTo>
                  <a:lnTo>
                    <a:pt x="3267" y="40"/>
                  </a:lnTo>
                  <a:lnTo>
                    <a:pt x="3558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4" name="Google Shape;4804;p47"/>
            <p:cNvSpPr/>
            <p:nvPr/>
          </p:nvSpPr>
          <p:spPr>
            <a:xfrm>
              <a:off x="3632626" y="-301071"/>
              <a:ext cx="110462" cy="91150"/>
            </a:xfrm>
            <a:custGeom>
              <a:rect b="b" l="l" r="r" t="t"/>
              <a:pathLst>
                <a:path extrusionOk="0" fill="none" h="2937" w="3559">
                  <a:moveTo>
                    <a:pt x="3558" y="1"/>
                  </a:moveTo>
                  <a:lnTo>
                    <a:pt x="3053" y="40"/>
                  </a:lnTo>
                  <a:lnTo>
                    <a:pt x="3053" y="40"/>
                  </a:lnTo>
                  <a:lnTo>
                    <a:pt x="2761" y="98"/>
                  </a:lnTo>
                  <a:lnTo>
                    <a:pt x="2489" y="176"/>
                  </a:lnTo>
                  <a:lnTo>
                    <a:pt x="2236" y="273"/>
                  </a:lnTo>
                  <a:lnTo>
                    <a:pt x="1984" y="390"/>
                  </a:lnTo>
                  <a:lnTo>
                    <a:pt x="1731" y="526"/>
                  </a:lnTo>
                  <a:lnTo>
                    <a:pt x="1498" y="681"/>
                  </a:lnTo>
                  <a:lnTo>
                    <a:pt x="1284" y="837"/>
                  </a:lnTo>
                  <a:lnTo>
                    <a:pt x="1070" y="1031"/>
                  </a:lnTo>
                  <a:lnTo>
                    <a:pt x="876" y="1225"/>
                  </a:lnTo>
                  <a:lnTo>
                    <a:pt x="701" y="1439"/>
                  </a:lnTo>
                  <a:lnTo>
                    <a:pt x="545" y="1653"/>
                  </a:lnTo>
                  <a:lnTo>
                    <a:pt x="390" y="1886"/>
                  </a:lnTo>
                  <a:lnTo>
                    <a:pt x="273" y="2139"/>
                  </a:lnTo>
                  <a:lnTo>
                    <a:pt x="156" y="2392"/>
                  </a:lnTo>
                  <a:lnTo>
                    <a:pt x="79" y="2664"/>
                  </a:lnTo>
                  <a:lnTo>
                    <a:pt x="1" y="2936"/>
                  </a:lnTo>
                  <a:lnTo>
                    <a:pt x="1" y="2936"/>
                  </a:lnTo>
                  <a:lnTo>
                    <a:pt x="487" y="2897"/>
                  </a:lnTo>
                  <a:lnTo>
                    <a:pt x="487" y="2897"/>
                  </a:lnTo>
                  <a:lnTo>
                    <a:pt x="545" y="2606"/>
                  </a:lnTo>
                  <a:lnTo>
                    <a:pt x="623" y="2334"/>
                  </a:lnTo>
                  <a:lnTo>
                    <a:pt x="720" y="2061"/>
                  </a:lnTo>
                  <a:lnTo>
                    <a:pt x="837" y="1809"/>
                  </a:lnTo>
                  <a:lnTo>
                    <a:pt x="973" y="1556"/>
                  </a:lnTo>
                  <a:lnTo>
                    <a:pt x="1148" y="1342"/>
                  </a:lnTo>
                  <a:lnTo>
                    <a:pt x="1323" y="1128"/>
                  </a:lnTo>
                  <a:lnTo>
                    <a:pt x="1517" y="914"/>
                  </a:lnTo>
                  <a:lnTo>
                    <a:pt x="1731" y="739"/>
                  </a:lnTo>
                  <a:lnTo>
                    <a:pt x="1964" y="564"/>
                  </a:lnTo>
                  <a:lnTo>
                    <a:pt x="2198" y="428"/>
                  </a:lnTo>
                  <a:lnTo>
                    <a:pt x="2450" y="292"/>
                  </a:lnTo>
                  <a:lnTo>
                    <a:pt x="2703" y="195"/>
                  </a:lnTo>
                  <a:lnTo>
                    <a:pt x="2975" y="98"/>
                  </a:lnTo>
                  <a:lnTo>
                    <a:pt x="3267" y="40"/>
                  </a:lnTo>
                  <a:lnTo>
                    <a:pt x="355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5" name="Google Shape;4805;p47"/>
            <p:cNvSpPr/>
            <p:nvPr/>
          </p:nvSpPr>
          <p:spPr>
            <a:xfrm>
              <a:off x="3746685" y="-301071"/>
              <a:ext cx="3042" cy="31"/>
            </a:xfrm>
            <a:custGeom>
              <a:rect b="b" l="l" r="r" t="t"/>
              <a:pathLst>
                <a:path extrusionOk="0" fill="none" h="1" w="98">
                  <a:moveTo>
                    <a:pt x="58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97" y="1"/>
                  </a:lnTo>
                  <a:lnTo>
                    <a:pt x="97" y="1"/>
                  </a:lnTo>
                  <a:lnTo>
                    <a:pt x="5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6" name="Google Shape;4806;p47"/>
            <p:cNvSpPr/>
            <p:nvPr/>
          </p:nvSpPr>
          <p:spPr>
            <a:xfrm>
              <a:off x="3727349" y="-301660"/>
              <a:ext cx="21168" cy="1831"/>
            </a:xfrm>
            <a:custGeom>
              <a:rect b="b" l="l" r="r" t="t"/>
              <a:pathLst>
                <a:path extrusionOk="0" h="59" w="682">
                  <a:moveTo>
                    <a:pt x="604" y="0"/>
                  </a:moveTo>
                  <a:lnTo>
                    <a:pt x="293" y="20"/>
                  </a:lnTo>
                  <a:lnTo>
                    <a:pt x="1" y="59"/>
                  </a:lnTo>
                  <a:lnTo>
                    <a:pt x="506" y="20"/>
                  </a:lnTo>
                  <a:lnTo>
                    <a:pt x="681" y="20"/>
                  </a:lnTo>
                  <a:lnTo>
                    <a:pt x="604" y="0"/>
                  </a:lnTo>
                  <a:close/>
                </a:path>
              </a:pathLst>
            </a:custGeom>
            <a:solidFill>
              <a:srgbClr val="AFC6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7" name="Google Shape;4807;p47"/>
            <p:cNvSpPr/>
            <p:nvPr/>
          </p:nvSpPr>
          <p:spPr>
            <a:xfrm>
              <a:off x="3727349" y="-301660"/>
              <a:ext cx="21168" cy="1831"/>
            </a:xfrm>
            <a:custGeom>
              <a:rect b="b" l="l" r="r" t="t"/>
              <a:pathLst>
                <a:path extrusionOk="0" fill="none" h="59" w="682">
                  <a:moveTo>
                    <a:pt x="604" y="0"/>
                  </a:moveTo>
                  <a:lnTo>
                    <a:pt x="604" y="0"/>
                  </a:lnTo>
                  <a:lnTo>
                    <a:pt x="293" y="20"/>
                  </a:lnTo>
                  <a:lnTo>
                    <a:pt x="1" y="59"/>
                  </a:lnTo>
                  <a:lnTo>
                    <a:pt x="506" y="20"/>
                  </a:lnTo>
                  <a:lnTo>
                    <a:pt x="506" y="20"/>
                  </a:lnTo>
                  <a:lnTo>
                    <a:pt x="623" y="20"/>
                  </a:lnTo>
                  <a:lnTo>
                    <a:pt x="681" y="20"/>
                  </a:lnTo>
                  <a:lnTo>
                    <a:pt x="681" y="20"/>
                  </a:lnTo>
                  <a:lnTo>
                    <a:pt x="60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8" name="Google Shape;4808;p47"/>
            <p:cNvSpPr/>
            <p:nvPr/>
          </p:nvSpPr>
          <p:spPr>
            <a:xfrm>
              <a:off x="3849850" y="-237726"/>
              <a:ext cx="2452" cy="4872"/>
            </a:xfrm>
            <a:custGeom>
              <a:rect b="b" l="l" r="r" t="t"/>
              <a:pathLst>
                <a:path extrusionOk="0" h="157" w="79">
                  <a:moveTo>
                    <a:pt x="0" y="1"/>
                  </a:moveTo>
                  <a:lnTo>
                    <a:pt x="59" y="157"/>
                  </a:lnTo>
                  <a:lnTo>
                    <a:pt x="78" y="1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BB9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9" name="Google Shape;4809;p47"/>
            <p:cNvSpPr/>
            <p:nvPr/>
          </p:nvSpPr>
          <p:spPr>
            <a:xfrm>
              <a:off x="3849850" y="-237726"/>
              <a:ext cx="2452" cy="4872"/>
            </a:xfrm>
            <a:custGeom>
              <a:rect b="b" l="l" r="r" t="t"/>
              <a:pathLst>
                <a:path extrusionOk="0" fill="none" h="157" w="79">
                  <a:moveTo>
                    <a:pt x="0" y="1"/>
                  </a:moveTo>
                  <a:lnTo>
                    <a:pt x="0" y="1"/>
                  </a:lnTo>
                  <a:lnTo>
                    <a:pt x="59" y="157"/>
                  </a:lnTo>
                  <a:lnTo>
                    <a:pt x="59" y="157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0" name="Google Shape;4810;p47"/>
            <p:cNvSpPr/>
            <p:nvPr/>
          </p:nvSpPr>
          <p:spPr>
            <a:xfrm>
              <a:off x="3646499" y="-301660"/>
              <a:ext cx="212421" cy="212404"/>
            </a:xfrm>
            <a:custGeom>
              <a:rect b="b" l="l" r="r" t="t"/>
              <a:pathLst>
                <a:path extrusionOk="0" h="6844" w="6844">
                  <a:moveTo>
                    <a:pt x="3422" y="0"/>
                  </a:moveTo>
                  <a:lnTo>
                    <a:pt x="3072" y="20"/>
                  </a:lnTo>
                  <a:lnTo>
                    <a:pt x="2723" y="78"/>
                  </a:lnTo>
                  <a:lnTo>
                    <a:pt x="2392" y="156"/>
                  </a:lnTo>
                  <a:lnTo>
                    <a:pt x="2081" y="272"/>
                  </a:lnTo>
                  <a:lnTo>
                    <a:pt x="1789" y="428"/>
                  </a:lnTo>
                  <a:lnTo>
                    <a:pt x="1498" y="603"/>
                  </a:lnTo>
                  <a:lnTo>
                    <a:pt x="1245" y="797"/>
                  </a:lnTo>
                  <a:lnTo>
                    <a:pt x="992" y="1011"/>
                  </a:lnTo>
                  <a:lnTo>
                    <a:pt x="779" y="1264"/>
                  </a:lnTo>
                  <a:lnTo>
                    <a:pt x="584" y="1517"/>
                  </a:lnTo>
                  <a:lnTo>
                    <a:pt x="409" y="1808"/>
                  </a:lnTo>
                  <a:lnTo>
                    <a:pt x="254" y="2100"/>
                  </a:lnTo>
                  <a:lnTo>
                    <a:pt x="156" y="2411"/>
                  </a:lnTo>
                  <a:lnTo>
                    <a:pt x="59" y="2741"/>
                  </a:lnTo>
                  <a:lnTo>
                    <a:pt x="20" y="3072"/>
                  </a:lnTo>
                  <a:lnTo>
                    <a:pt x="1" y="3422"/>
                  </a:lnTo>
                  <a:lnTo>
                    <a:pt x="20" y="3772"/>
                  </a:lnTo>
                  <a:lnTo>
                    <a:pt x="59" y="4122"/>
                  </a:lnTo>
                  <a:lnTo>
                    <a:pt x="156" y="4452"/>
                  </a:lnTo>
                  <a:lnTo>
                    <a:pt x="254" y="4763"/>
                  </a:lnTo>
                  <a:lnTo>
                    <a:pt x="409" y="5055"/>
                  </a:lnTo>
                  <a:lnTo>
                    <a:pt x="584" y="5346"/>
                  </a:lnTo>
                  <a:lnTo>
                    <a:pt x="779" y="5599"/>
                  </a:lnTo>
                  <a:lnTo>
                    <a:pt x="992" y="5852"/>
                  </a:lnTo>
                  <a:lnTo>
                    <a:pt x="1245" y="6066"/>
                  </a:lnTo>
                  <a:lnTo>
                    <a:pt x="1498" y="6260"/>
                  </a:lnTo>
                  <a:lnTo>
                    <a:pt x="1789" y="6435"/>
                  </a:lnTo>
                  <a:lnTo>
                    <a:pt x="2081" y="6591"/>
                  </a:lnTo>
                  <a:lnTo>
                    <a:pt x="2392" y="6707"/>
                  </a:lnTo>
                  <a:lnTo>
                    <a:pt x="2723" y="6785"/>
                  </a:lnTo>
                  <a:lnTo>
                    <a:pt x="3072" y="6843"/>
                  </a:lnTo>
                  <a:lnTo>
                    <a:pt x="3772" y="6843"/>
                  </a:lnTo>
                  <a:lnTo>
                    <a:pt x="4103" y="6785"/>
                  </a:lnTo>
                  <a:lnTo>
                    <a:pt x="4433" y="6707"/>
                  </a:lnTo>
                  <a:lnTo>
                    <a:pt x="4744" y="6591"/>
                  </a:lnTo>
                  <a:lnTo>
                    <a:pt x="5055" y="6435"/>
                  </a:lnTo>
                  <a:lnTo>
                    <a:pt x="5328" y="6260"/>
                  </a:lnTo>
                  <a:lnTo>
                    <a:pt x="5600" y="6066"/>
                  </a:lnTo>
                  <a:lnTo>
                    <a:pt x="5833" y="5852"/>
                  </a:lnTo>
                  <a:lnTo>
                    <a:pt x="6047" y="5599"/>
                  </a:lnTo>
                  <a:lnTo>
                    <a:pt x="6261" y="5346"/>
                  </a:lnTo>
                  <a:lnTo>
                    <a:pt x="6416" y="5055"/>
                  </a:lnTo>
                  <a:lnTo>
                    <a:pt x="6572" y="4763"/>
                  </a:lnTo>
                  <a:lnTo>
                    <a:pt x="6688" y="4452"/>
                  </a:lnTo>
                  <a:lnTo>
                    <a:pt x="6766" y="4122"/>
                  </a:lnTo>
                  <a:lnTo>
                    <a:pt x="6825" y="3772"/>
                  </a:lnTo>
                  <a:lnTo>
                    <a:pt x="6844" y="3422"/>
                  </a:lnTo>
                  <a:lnTo>
                    <a:pt x="6825" y="3072"/>
                  </a:lnTo>
                  <a:lnTo>
                    <a:pt x="6766" y="2741"/>
                  </a:lnTo>
                  <a:lnTo>
                    <a:pt x="6688" y="2411"/>
                  </a:lnTo>
                  <a:lnTo>
                    <a:pt x="6572" y="2100"/>
                  </a:lnTo>
                  <a:lnTo>
                    <a:pt x="6416" y="1808"/>
                  </a:lnTo>
                  <a:lnTo>
                    <a:pt x="6261" y="1517"/>
                  </a:lnTo>
                  <a:lnTo>
                    <a:pt x="6047" y="1264"/>
                  </a:lnTo>
                  <a:lnTo>
                    <a:pt x="5833" y="1011"/>
                  </a:lnTo>
                  <a:lnTo>
                    <a:pt x="5600" y="797"/>
                  </a:lnTo>
                  <a:lnTo>
                    <a:pt x="5328" y="603"/>
                  </a:lnTo>
                  <a:lnTo>
                    <a:pt x="5055" y="428"/>
                  </a:lnTo>
                  <a:lnTo>
                    <a:pt x="4744" y="272"/>
                  </a:lnTo>
                  <a:lnTo>
                    <a:pt x="4433" y="156"/>
                  </a:lnTo>
                  <a:lnTo>
                    <a:pt x="4103" y="78"/>
                  </a:lnTo>
                  <a:lnTo>
                    <a:pt x="3772" y="20"/>
                  </a:lnTo>
                  <a:lnTo>
                    <a:pt x="342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1" name="Google Shape;4811;p47"/>
            <p:cNvSpPr/>
            <p:nvPr/>
          </p:nvSpPr>
          <p:spPr>
            <a:xfrm>
              <a:off x="3646499" y="-301660"/>
              <a:ext cx="212421" cy="212404"/>
            </a:xfrm>
            <a:custGeom>
              <a:rect b="b" l="l" r="r" t="t"/>
              <a:pathLst>
                <a:path extrusionOk="0" fill="none" h="6844" w="6844">
                  <a:moveTo>
                    <a:pt x="1" y="3422"/>
                  </a:moveTo>
                  <a:lnTo>
                    <a:pt x="1" y="3422"/>
                  </a:lnTo>
                  <a:lnTo>
                    <a:pt x="20" y="3772"/>
                  </a:lnTo>
                  <a:lnTo>
                    <a:pt x="59" y="4122"/>
                  </a:lnTo>
                  <a:lnTo>
                    <a:pt x="156" y="4452"/>
                  </a:lnTo>
                  <a:lnTo>
                    <a:pt x="254" y="4763"/>
                  </a:lnTo>
                  <a:lnTo>
                    <a:pt x="409" y="5055"/>
                  </a:lnTo>
                  <a:lnTo>
                    <a:pt x="584" y="5346"/>
                  </a:lnTo>
                  <a:lnTo>
                    <a:pt x="779" y="5599"/>
                  </a:lnTo>
                  <a:lnTo>
                    <a:pt x="992" y="5852"/>
                  </a:lnTo>
                  <a:lnTo>
                    <a:pt x="1245" y="6066"/>
                  </a:lnTo>
                  <a:lnTo>
                    <a:pt x="1498" y="6260"/>
                  </a:lnTo>
                  <a:lnTo>
                    <a:pt x="1789" y="6435"/>
                  </a:lnTo>
                  <a:lnTo>
                    <a:pt x="2081" y="6591"/>
                  </a:lnTo>
                  <a:lnTo>
                    <a:pt x="2392" y="6707"/>
                  </a:lnTo>
                  <a:lnTo>
                    <a:pt x="2723" y="6785"/>
                  </a:lnTo>
                  <a:lnTo>
                    <a:pt x="3072" y="6843"/>
                  </a:lnTo>
                  <a:lnTo>
                    <a:pt x="3422" y="6843"/>
                  </a:lnTo>
                  <a:lnTo>
                    <a:pt x="3422" y="6843"/>
                  </a:lnTo>
                  <a:lnTo>
                    <a:pt x="3772" y="6843"/>
                  </a:lnTo>
                  <a:lnTo>
                    <a:pt x="4103" y="6785"/>
                  </a:lnTo>
                  <a:lnTo>
                    <a:pt x="4433" y="6707"/>
                  </a:lnTo>
                  <a:lnTo>
                    <a:pt x="4744" y="6591"/>
                  </a:lnTo>
                  <a:lnTo>
                    <a:pt x="5055" y="6435"/>
                  </a:lnTo>
                  <a:lnTo>
                    <a:pt x="5328" y="6260"/>
                  </a:lnTo>
                  <a:lnTo>
                    <a:pt x="5600" y="6066"/>
                  </a:lnTo>
                  <a:lnTo>
                    <a:pt x="5833" y="5852"/>
                  </a:lnTo>
                  <a:lnTo>
                    <a:pt x="6047" y="5599"/>
                  </a:lnTo>
                  <a:lnTo>
                    <a:pt x="6261" y="5346"/>
                  </a:lnTo>
                  <a:lnTo>
                    <a:pt x="6416" y="5055"/>
                  </a:lnTo>
                  <a:lnTo>
                    <a:pt x="6572" y="4763"/>
                  </a:lnTo>
                  <a:lnTo>
                    <a:pt x="6688" y="4452"/>
                  </a:lnTo>
                  <a:lnTo>
                    <a:pt x="6766" y="4122"/>
                  </a:lnTo>
                  <a:lnTo>
                    <a:pt x="6825" y="3772"/>
                  </a:lnTo>
                  <a:lnTo>
                    <a:pt x="6844" y="3422"/>
                  </a:lnTo>
                  <a:lnTo>
                    <a:pt x="6844" y="3422"/>
                  </a:lnTo>
                  <a:lnTo>
                    <a:pt x="6825" y="3072"/>
                  </a:lnTo>
                  <a:lnTo>
                    <a:pt x="6766" y="2741"/>
                  </a:lnTo>
                  <a:lnTo>
                    <a:pt x="6688" y="2411"/>
                  </a:lnTo>
                  <a:lnTo>
                    <a:pt x="6572" y="2100"/>
                  </a:lnTo>
                  <a:lnTo>
                    <a:pt x="6416" y="1808"/>
                  </a:lnTo>
                  <a:lnTo>
                    <a:pt x="6261" y="1517"/>
                  </a:lnTo>
                  <a:lnTo>
                    <a:pt x="6047" y="1264"/>
                  </a:lnTo>
                  <a:lnTo>
                    <a:pt x="5833" y="1011"/>
                  </a:lnTo>
                  <a:lnTo>
                    <a:pt x="5600" y="797"/>
                  </a:lnTo>
                  <a:lnTo>
                    <a:pt x="5328" y="603"/>
                  </a:lnTo>
                  <a:lnTo>
                    <a:pt x="5055" y="428"/>
                  </a:lnTo>
                  <a:lnTo>
                    <a:pt x="4744" y="272"/>
                  </a:lnTo>
                  <a:lnTo>
                    <a:pt x="4433" y="156"/>
                  </a:lnTo>
                  <a:lnTo>
                    <a:pt x="4103" y="78"/>
                  </a:lnTo>
                  <a:lnTo>
                    <a:pt x="3772" y="20"/>
                  </a:lnTo>
                  <a:lnTo>
                    <a:pt x="3422" y="0"/>
                  </a:lnTo>
                  <a:lnTo>
                    <a:pt x="3422" y="0"/>
                  </a:lnTo>
                  <a:lnTo>
                    <a:pt x="3072" y="20"/>
                  </a:lnTo>
                  <a:lnTo>
                    <a:pt x="2723" y="78"/>
                  </a:lnTo>
                  <a:lnTo>
                    <a:pt x="2392" y="156"/>
                  </a:lnTo>
                  <a:lnTo>
                    <a:pt x="2081" y="272"/>
                  </a:lnTo>
                  <a:lnTo>
                    <a:pt x="1789" y="428"/>
                  </a:lnTo>
                  <a:lnTo>
                    <a:pt x="1498" y="603"/>
                  </a:lnTo>
                  <a:lnTo>
                    <a:pt x="1245" y="797"/>
                  </a:lnTo>
                  <a:lnTo>
                    <a:pt x="992" y="1011"/>
                  </a:lnTo>
                  <a:lnTo>
                    <a:pt x="779" y="1264"/>
                  </a:lnTo>
                  <a:lnTo>
                    <a:pt x="584" y="1517"/>
                  </a:lnTo>
                  <a:lnTo>
                    <a:pt x="409" y="1808"/>
                  </a:lnTo>
                  <a:lnTo>
                    <a:pt x="254" y="2100"/>
                  </a:lnTo>
                  <a:lnTo>
                    <a:pt x="156" y="2411"/>
                  </a:lnTo>
                  <a:lnTo>
                    <a:pt x="59" y="2741"/>
                  </a:lnTo>
                  <a:lnTo>
                    <a:pt x="20" y="3072"/>
                  </a:lnTo>
                  <a:lnTo>
                    <a:pt x="1" y="342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2" name="Google Shape;4812;p47"/>
            <p:cNvSpPr/>
            <p:nvPr/>
          </p:nvSpPr>
          <p:spPr>
            <a:xfrm>
              <a:off x="3670056" y="-277545"/>
              <a:ext cx="164747" cy="164765"/>
            </a:xfrm>
            <a:custGeom>
              <a:rect b="b" l="l" r="r" t="t"/>
              <a:pathLst>
                <a:path extrusionOk="0" h="5309" w="5308">
                  <a:moveTo>
                    <a:pt x="2663" y="1"/>
                  </a:moveTo>
                  <a:lnTo>
                    <a:pt x="2391" y="20"/>
                  </a:lnTo>
                  <a:lnTo>
                    <a:pt x="2119" y="59"/>
                  </a:lnTo>
                  <a:lnTo>
                    <a:pt x="1866" y="118"/>
                  </a:lnTo>
                  <a:lnTo>
                    <a:pt x="1633" y="215"/>
                  </a:lnTo>
                  <a:lnTo>
                    <a:pt x="1400" y="331"/>
                  </a:lnTo>
                  <a:lnTo>
                    <a:pt x="1166" y="448"/>
                  </a:lnTo>
                  <a:lnTo>
                    <a:pt x="972" y="604"/>
                  </a:lnTo>
                  <a:lnTo>
                    <a:pt x="778" y="779"/>
                  </a:lnTo>
                  <a:lnTo>
                    <a:pt x="603" y="973"/>
                  </a:lnTo>
                  <a:lnTo>
                    <a:pt x="467" y="1167"/>
                  </a:lnTo>
                  <a:lnTo>
                    <a:pt x="331" y="1401"/>
                  </a:lnTo>
                  <a:lnTo>
                    <a:pt x="214" y="1614"/>
                  </a:lnTo>
                  <a:lnTo>
                    <a:pt x="117" y="1867"/>
                  </a:lnTo>
                  <a:lnTo>
                    <a:pt x="58" y="2120"/>
                  </a:lnTo>
                  <a:lnTo>
                    <a:pt x="20" y="2392"/>
                  </a:lnTo>
                  <a:lnTo>
                    <a:pt x="0" y="2645"/>
                  </a:lnTo>
                  <a:lnTo>
                    <a:pt x="20" y="2917"/>
                  </a:lnTo>
                  <a:lnTo>
                    <a:pt x="58" y="3189"/>
                  </a:lnTo>
                  <a:lnTo>
                    <a:pt x="117" y="3442"/>
                  </a:lnTo>
                  <a:lnTo>
                    <a:pt x="214" y="3695"/>
                  </a:lnTo>
                  <a:lnTo>
                    <a:pt x="331" y="3908"/>
                  </a:lnTo>
                  <a:lnTo>
                    <a:pt x="467" y="4142"/>
                  </a:lnTo>
                  <a:lnTo>
                    <a:pt x="603" y="4336"/>
                  </a:lnTo>
                  <a:lnTo>
                    <a:pt x="778" y="4531"/>
                  </a:lnTo>
                  <a:lnTo>
                    <a:pt x="972" y="4706"/>
                  </a:lnTo>
                  <a:lnTo>
                    <a:pt x="1166" y="4861"/>
                  </a:lnTo>
                  <a:lnTo>
                    <a:pt x="1400" y="4978"/>
                  </a:lnTo>
                  <a:lnTo>
                    <a:pt x="1633" y="5094"/>
                  </a:lnTo>
                  <a:lnTo>
                    <a:pt x="1866" y="5192"/>
                  </a:lnTo>
                  <a:lnTo>
                    <a:pt x="2119" y="5250"/>
                  </a:lnTo>
                  <a:lnTo>
                    <a:pt x="2391" y="5289"/>
                  </a:lnTo>
                  <a:lnTo>
                    <a:pt x="2663" y="5308"/>
                  </a:lnTo>
                  <a:lnTo>
                    <a:pt x="2936" y="5289"/>
                  </a:lnTo>
                  <a:lnTo>
                    <a:pt x="3188" y="5250"/>
                  </a:lnTo>
                  <a:lnTo>
                    <a:pt x="3441" y="5192"/>
                  </a:lnTo>
                  <a:lnTo>
                    <a:pt x="3694" y="5094"/>
                  </a:lnTo>
                  <a:lnTo>
                    <a:pt x="3927" y="4978"/>
                  </a:lnTo>
                  <a:lnTo>
                    <a:pt x="4141" y="4861"/>
                  </a:lnTo>
                  <a:lnTo>
                    <a:pt x="4335" y="4706"/>
                  </a:lnTo>
                  <a:lnTo>
                    <a:pt x="4530" y="4531"/>
                  </a:lnTo>
                  <a:lnTo>
                    <a:pt x="4705" y="4336"/>
                  </a:lnTo>
                  <a:lnTo>
                    <a:pt x="4860" y="4142"/>
                  </a:lnTo>
                  <a:lnTo>
                    <a:pt x="4977" y="3908"/>
                  </a:lnTo>
                  <a:lnTo>
                    <a:pt x="5093" y="3695"/>
                  </a:lnTo>
                  <a:lnTo>
                    <a:pt x="5191" y="3442"/>
                  </a:lnTo>
                  <a:lnTo>
                    <a:pt x="5249" y="3189"/>
                  </a:lnTo>
                  <a:lnTo>
                    <a:pt x="5288" y="2917"/>
                  </a:lnTo>
                  <a:lnTo>
                    <a:pt x="5307" y="2645"/>
                  </a:lnTo>
                  <a:lnTo>
                    <a:pt x="5288" y="2392"/>
                  </a:lnTo>
                  <a:lnTo>
                    <a:pt x="5249" y="2120"/>
                  </a:lnTo>
                  <a:lnTo>
                    <a:pt x="5191" y="1867"/>
                  </a:lnTo>
                  <a:lnTo>
                    <a:pt x="5093" y="1614"/>
                  </a:lnTo>
                  <a:lnTo>
                    <a:pt x="4977" y="1401"/>
                  </a:lnTo>
                  <a:lnTo>
                    <a:pt x="4860" y="1167"/>
                  </a:lnTo>
                  <a:lnTo>
                    <a:pt x="4705" y="973"/>
                  </a:lnTo>
                  <a:lnTo>
                    <a:pt x="4530" y="779"/>
                  </a:lnTo>
                  <a:lnTo>
                    <a:pt x="4335" y="604"/>
                  </a:lnTo>
                  <a:lnTo>
                    <a:pt x="4141" y="448"/>
                  </a:lnTo>
                  <a:lnTo>
                    <a:pt x="3927" y="331"/>
                  </a:lnTo>
                  <a:lnTo>
                    <a:pt x="3694" y="215"/>
                  </a:lnTo>
                  <a:lnTo>
                    <a:pt x="3441" y="118"/>
                  </a:lnTo>
                  <a:lnTo>
                    <a:pt x="3188" y="59"/>
                  </a:lnTo>
                  <a:lnTo>
                    <a:pt x="2936" y="20"/>
                  </a:lnTo>
                  <a:lnTo>
                    <a:pt x="26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3" name="Google Shape;4813;p47"/>
            <p:cNvSpPr/>
            <p:nvPr/>
          </p:nvSpPr>
          <p:spPr>
            <a:xfrm>
              <a:off x="3670056" y="-277545"/>
              <a:ext cx="164747" cy="164765"/>
            </a:xfrm>
            <a:custGeom>
              <a:rect b="b" l="l" r="r" t="t"/>
              <a:pathLst>
                <a:path extrusionOk="0" fill="none" h="5309" w="5308">
                  <a:moveTo>
                    <a:pt x="0" y="2645"/>
                  </a:moveTo>
                  <a:lnTo>
                    <a:pt x="0" y="2645"/>
                  </a:lnTo>
                  <a:lnTo>
                    <a:pt x="20" y="2917"/>
                  </a:lnTo>
                  <a:lnTo>
                    <a:pt x="58" y="3189"/>
                  </a:lnTo>
                  <a:lnTo>
                    <a:pt x="117" y="3442"/>
                  </a:lnTo>
                  <a:lnTo>
                    <a:pt x="214" y="3695"/>
                  </a:lnTo>
                  <a:lnTo>
                    <a:pt x="331" y="3908"/>
                  </a:lnTo>
                  <a:lnTo>
                    <a:pt x="467" y="4142"/>
                  </a:lnTo>
                  <a:lnTo>
                    <a:pt x="603" y="4336"/>
                  </a:lnTo>
                  <a:lnTo>
                    <a:pt x="778" y="4531"/>
                  </a:lnTo>
                  <a:lnTo>
                    <a:pt x="972" y="4706"/>
                  </a:lnTo>
                  <a:lnTo>
                    <a:pt x="1166" y="4861"/>
                  </a:lnTo>
                  <a:lnTo>
                    <a:pt x="1400" y="4978"/>
                  </a:lnTo>
                  <a:lnTo>
                    <a:pt x="1633" y="5094"/>
                  </a:lnTo>
                  <a:lnTo>
                    <a:pt x="1866" y="5192"/>
                  </a:lnTo>
                  <a:lnTo>
                    <a:pt x="2119" y="5250"/>
                  </a:lnTo>
                  <a:lnTo>
                    <a:pt x="2391" y="5289"/>
                  </a:lnTo>
                  <a:lnTo>
                    <a:pt x="2663" y="5308"/>
                  </a:lnTo>
                  <a:lnTo>
                    <a:pt x="2663" y="5308"/>
                  </a:lnTo>
                  <a:lnTo>
                    <a:pt x="2936" y="5289"/>
                  </a:lnTo>
                  <a:lnTo>
                    <a:pt x="3188" y="5250"/>
                  </a:lnTo>
                  <a:lnTo>
                    <a:pt x="3441" y="5192"/>
                  </a:lnTo>
                  <a:lnTo>
                    <a:pt x="3694" y="5094"/>
                  </a:lnTo>
                  <a:lnTo>
                    <a:pt x="3927" y="4978"/>
                  </a:lnTo>
                  <a:lnTo>
                    <a:pt x="4141" y="4861"/>
                  </a:lnTo>
                  <a:lnTo>
                    <a:pt x="4335" y="4706"/>
                  </a:lnTo>
                  <a:lnTo>
                    <a:pt x="4530" y="4531"/>
                  </a:lnTo>
                  <a:lnTo>
                    <a:pt x="4705" y="4336"/>
                  </a:lnTo>
                  <a:lnTo>
                    <a:pt x="4860" y="4142"/>
                  </a:lnTo>
                  <a:lnTo>
                    <a:pt x="4977" y="3908"/>
                  </a:lnTo>
                  <a:lnTo>
                    <a:pt x="5093" y="3695"/>
                  </a:lnTo>
                  <a:lnTo>
                    <a:pt x="5191" y="3442"/>
                  </a:lnTo>
                  <a:lnTo>
                    <a:pt x="5249" y="3189"/>
                  </a:lnTo>
                  <a:lnTo>
                    <a:pt x="5288" y="2917"/>
                  </a:lnTo>
                  <a:lnTo>
                    <a:pt x="5307" y="2645"/>
                  </a:lnTo>
                  <a:lnTo>
                    <a:pt x="5307" y="2645"/>
                  </a:lnTo>
                  <a:lnTo>
                    <a:pt x="5288" y="2392"/>
                  </a:lnTo>
                  <a:lnTo>
                    <a:pt x="5249" y="2120"/>
                  </a:lnTo>
                  <a:lnTo>
                    <a:pt x="5191" y="1867"/>
                  </a:lnTo>
                  <a:lnTo>
                    <a:pt x="5093" y="1614"/>
                  </a:lnTo>
                  <a:lnTo>
                    <a:pt x="4977" y="1401"/>
                  </a:lnTo>
                  <a:lnTo>
                    <a:pt x="4860" y="1167"/>
                  </a:lnTo>
                  <a:lnTo>
                    <a:pt x="4705" y="973"/>
                  </a:lnTo>
                  <a:lnTo>
                    <a:pt x="4530" y="779"/>
                  </a:lnTo>
                  <a:lnTo>
                    <a:pt x="4335" y="604"/>
                  </a:lnTo>
                  <a:lnTo>
                    <a:pt x="4141" y="448"/>
                  </a:lnTo>
                  <a:lnTo>
                    <a:pt x="3927" y="331"/>
                  </a:lnTo>
                  <a:lnTo>
                    <a:pt x="3694" y="215"/>
                  </a:lnTo>
                  <a:lnTo>
                    <a:pt x="3441" y="118"/>
                  </a:lnTo>
                  <a:lnTo>
                    <a:pt x="3188" y="59"/>
                  </a:lnTo>
                  <a:lnTo>
                    <a:pt x="2936" y="20"/>
                  </a:lnTo>
                  <a:lnTo>
                    <a:pt x="2663" y="1"/>
                  </a:lnTo>
                  <a:lnTo>
                    <a:pt x="2663" y="1"/>
                  </a:lnTo>
                  <a:lnTo>
                    <a:pt x="2391" y="20"/>
                  </a:lnTo>
                  <a:lnTo>
                    <a:pt x="2119" y="59"/>
                  </a:lnTo>
                  <a:lnTo>
                    <a:pt x="1866" y="118"/>
                  </a:lnTo>
                  <a:lnTo>
                    <a:pt x="1633" y="215"/>
                  </a:lnTo>
                  <a:lnTo>
                    <a:pt x="1400" y="331"/>
                  </a:lnTo>
                  <a:lnTo>
                    <a:pt x="1166" y="448"/>
                  </a:lnTo>
                  <a:lnTo>
                    <a:pt x="972" y="604"/>
                  </a:lnTo>
                  <a:lnTo>
                    <a:pt x="778" y="779"/>
                  </a:lnTo>
                  <a:lnTo>
                    <a:pt x="603" y="973"/>
                  </a:lnTo>
                  <a:lnTo>
                    <a:pt x="467" y="1167"/>
                  </a:lnTo>
                  <a:lnTo>
                    <a:pt x="331" y="1401"/>
                  </a:lnTo>
                  <a:lnTo>
                    <a:pt x="214" y="1614"/>
                  </a:lnTo>
                  <a:lnTo>
                    <a:pt x="117" y="1867"/>
                  </a:lnTo>
                  <a:lnTo>
                    <a:pt x="58" y="2120"/>
                  </a:lnTo>
                  <a:lnTo>
                    <a:pt x="20" y="2392"/>
                  </a:lnTo>
                  <a:lnTo>
                    <a:pt x="0" y="264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4" name="Google Shape;4814;p47"/>
            <p:cNvSpPr/>
            <p:nvPr/>
          </p:nvSpPr>
          <p:spPr>
            <a:xfrm>
              <a:off x="3703823" y="-243747"/>
              <a:ext cx="97178" cy="97171"/>
            </a:xfrm>
            <a:custGeom>
              <a:rect b="b" l="l" r="r" t="t"/>
              <a:pathLst>
                <a:path extrusionOk="0" h="3131" w="3131">
                  <a:moveTo>
                    <a:pt x="1400" y="1"/>
                  </a:moveTo>
                  <a:lnTo>
                    <a:pt x="1245" y="39"/>
                  </a:lnTo>
                  <a:lnTo>
                    <a:pt x="1109" y="78"/>
                  </a:lnTo>
                  <a:lnTo>
                    <a:pt x="953" y="117"/>
                  </a:lnTo>
                  <a:lnTo>
                    <a:pt x="817" y="195"/>
                  </a:lnTo>
                  <a:lnTo>
                    <a:pt x="701" y="273"/>
                  </a:lnTo>
                  <a:lnTo>
                    <a:pt x="565" y="351"/>
                  </a:lnTo>
                  <a:lnTo>
                    <a:pt x="467" y="467"/>
                  </a:lnTo>
                  <a:lnTo>
                    <a:pt x="351" y="564"/>
                  </a:lnTo>
                  <a:lnTo>
                    <a:pt x="273" y="681"/>
                  </a:lnTo>
                  <a:lnTo>
                    <a:pt x="195" y="817"/>
                  </a:lnTo>
                  <a:lnTo>
                    <a:pt x="117" y="953"/>
                  </a:lnTo>
                  <a:lnTo>
                    <a:pt x="78" y="1109"/>
                  </a:lnTo>
                  <a:lnTo>
                    <a:pt x="40" y="1245"/>
                  </a:lnTo>
                  <a:lnTo>
                    <a:pt x="20" y="1400"/>
                  </a:lnTo>
                  <a:lnTo>
                    <a:pt x="1" y="1556"/>
                  </a:lnTo>
                  <a:lnTo>
                    <a:pt x="20" y="1731"/>
                  </a:lnTo>
                  <a:lnTo>
                    <a:pt x="40" y="1886"/>
                  </a:lnTo>
                  <a:lnTo>
                    <a:pt x="78" y="2022"/>
                  </a:lnTo>
                  <a:lnTo>
                    <a:pt x="117" y="2178"/>
                  </a:lnTo>
                  <a:lnTo>
                    <a:pt x="195" y="2314"/>
                  </a:lnTo>
                  <a:lnTo>
                    <a:pt x="273" y="2450"/>
                  </a:lnTo>
                  <a:lnTo>
                    <a:pt x="351" y="2567"/>
                  </a:lnTo>
                  <a:lnTo>
                    <a:pt x="467" y="2664"/>
                  </a:lnTo>
                  <a:lnTo>
                    <a:pt x="565" y="2781"/>
                  </a:lnTo>
                  <a:lnTo>
                    <a:pt x="701" y="2858"/>
                  </a:lnTo>
                  <a:lnTo>
                    <a:pt x="817" y="2936"/>
                  </a:lnTo>
                  <a:lnTo>
                    <a:pt x="953" y="3014"/>
                  </a:lnTo>
                  <a:lnTo>
                    <a:pt x="1109" y="3053"/>
                  </a:lnTo>
                  <a:lnTo>
                    <a:pt x="1245" y="3092"/>
                  </a:lnTo>
                  <a:lnTo>
                    <a:pt x="1400" y="3131"/>
                  </a:lnTo>
                  <a:lnTo>
                    <a:pt x="1731" y="3131"/>
                  </a:lnTo>
                  <a:lnTo>
                    <a:pt x="1886" y="3092"/>
                  </a:lnTo>
                  <a:lnTo>
                    <a:pt x="2042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7" y="2781"/>
                  </a:lnTo>
                  <a:lnTo>
                    <a:pt x="2684" y="2664"/>
                  </a:lnTo>
                  <a:lnTo>
                    <a:pt x="2781" y="2567"/>
                  </a:lnTo>
                  <a:lnTo>
                    <a:pt x="2858" y="2450"/>
                  </a:lnTo>
                  <a:lnTo>
                    <a:pt x="2936" y="2314"/>
                  </a:lnTo>
                  <a:lnTo>
                    <a:pt x="3014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1" y="1731"/>
                  </a:lnTo>
                  <a:lnTo>
                    <a:pt x="3131" y="1556"/>
                  </a:lnTo>
                  <a:lnTo>
                    <a:pt x="3131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4" y="953"/>
                  </a:lnTo>
                  <a:lnTo>
                    <a:pt x="2936" y="817"/>
                  </a:lnTo>
                  <a:lnTo>
                    <a:pt x="2858" y="681"/>
                  </a:lnTo>
                  <a:lnTo>
                    <a:pt x="2781" y="564"/>
                  </a:lnTo>
                  <a:lnTo>
                    <a:pt x="2684" y="467"/>
                  </a:lnTo>
                  <a:lnTo>
                    <a:pt x="2567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2" y="78"/>
                  </a:lnTo>
                  <a:lnTo>
                    <a:pt x="1886" y="39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5" name="Google Shape;4815;p47"/>
            <p:cNvSpPr/>
            <p:nvPr/>
          </p:nvSpPr>
          <p:spPr>
            <a:xfrm>
              <a:off x="3703823" y="-243747"/>
              <a:ext cx="97178" cy="97171"/>
            </a:xfrm>
            <a:custGeom>
              <a:rect b="b" l="l" r="r" t="t"/>
              <a:pathLst>
                <a:path extrusionOk="0" fill="none" h="3131" w="3131">
                  <a:moveTo>
                    <a:pt x="1575" y="1"/>
                  </a:moveTo>
                  <a:lnTo>
                    <a:pt x="1575" y="1"/>
                  </a:lnTo>
                  <a:lnTo>
                    <a:pt x="1400" y="1"/>
                  </a:lnTo>
                  <a:lnTo>
                    <a:pt x="1245" y="39"/>
                  </a:lnTo>
                  <a:lnTo>
                    <a:pt x="1109" y="78"/>
                  </a:lnTo>
                  <a:lnTo>
                    <a:pt x="953" y="117"/>
                  </a:lnTo>
                  <a:lnTo>
                    <a:pt x="817" y="195"/>
                  </a:lnTo>
                  <a:lnTo>
                    <a:pt x="701" y="273"/>
                  </a:lnTo>
                  <a:lnTo>
                    <a:pt x="565" y="351"/>
                  </a:lnTo>
                  <a:lnTo>
                    <a:pt x="467" y="467"/>
                  </a:lnTo>
                  <a:lnTo>
                    <a:pt x="351" y="564"/>
                  </a:lnTo>
                  <a:lnTo>
                    <a:pt x="273" y="681"/>
                  </a:lnTo>
                  <a:lnTo>
                    <a:pt x="195" y="817"/>
                  </a:lnTo>
                  <a:lnTo>
                    <a:pt x="117" y="953"/>
                  </a:lnTo>
                  <a:lnTo>
                    <a:pt x="78" y="1109"/>
                  </a:lnTo>
                  <a:lnTo>
                    <a:pt x="40" y="1245"/>
                  </a:lnTo>
                  <a:lnTo>
                    <a:pt x="20" y="1400"/>
                  </a:lnTo>
                  <a:lnTo>
                    <a:pt x="1" y="1556"/>
                  </a:lnTo>
                  <a:lnTo>
                    <a:pt x="1" y="1556"/>
                  </a:lnTo>
                  <a:lnTo>
                    <a:pt x="20" y="1731"/>
                  </a:lnTo>
                  <a:lnTo>
                    <a:pt x="40" y="1886"/>
                  </a:lnTo>
                  <a:lnTo>
                    <a:pt x="78" y="2022"/>
                  </a:lnTo>
                  <a:lnTo>
                    <a:pt x="117" y="2178"/>
                  </a:lnTo>
                  <a:lnTo>
                    <a:pt x="195" y="2314"/>
                  </a:lnTo>
                  <a:lnTo>
                    <a:pt x="273" y="2450"/>
                  </a:lnTo>
                  <a:lnTo>
                    <a:pt x="351" y="2567"/>
                  </a:lnTo>
                  <a:lnTo>
                    <a:pt x="467" y="2664"/>
                  </a:lnTo>
                  <a:lnTo>
                    <a:pt x="565" y="2781"/>
                  </a:lnTo>
                  <a:lnTo>
                    <a:pt x="701" y="2858"/>
                  </a:lnTo>
                  <a:lnTo>
                    <a:pt x="817" y="2936"/>
                  </a:lnTo>
                  <a:lnTo>
                    <a:pt x="953" y="3014"/>
                  </a:lnTo>
                  <a:lnTo>
                    <a:pt x="1109" y="3053"/>
                  </a:lnTo>
                  <a:lnTo>
                    <a:pt x="1245" y="3092"/>
                  </a:lnTo>
                  <a:lnTo>
                    <a:pt x="1400" y="3131"/>
                  </a:lnTo>
                  <a:lnTo>
                    <a:pt x="1575" y="3131"/>
                  </a:lnTo>
                  <a:lnTo>
                    <a:pt x="1575" y="3131"/>
                  </a:lnTo>
                  <a:lnTo>
                    <a:pt x="1731" y="3131"/>
                  </a:lnTo>
                  <a:lnTo>
                    <a:pt x="1886" y="3092"/>
                  </a:lnTo>
                  <a:lnTo>
                    <a:pt x="2042" y="3053"/>
                  </a:lnTo>
                  <a:lnTo>
                    <a:pt x="2178" y="3014"/>
                  </a:lnTo>
                  <a:lnTo>
                    <a:pt x="2314" y="2936"/>
                  </a:lnTo>
                  <a:lnTo>
                    <a:pt x="2450" y="2858"/>
                  </a:lnTo>
                  <a:lnTo>
                    <a:pt x="2567" y="2781"/>
                  </a:lnTo>
                  <a:lnTo>
                    <a:pt x="2684" y="2664"/>
                  </a:lnTo>
                  <a:lnTo>
                    <a:pt x="2781" y="2567"/>
                  </a:lnTo>
                  <a:lnTo>
                    <a:pt x="2858" y="2450"/>
                  </a:lnTo>
                  <a:lnTo>
                    <a:pt x="2936" y="2314"/>
                  </a:lnTo>
                  <a:lnTo>
                    <a:pt x="3014" y="2178"/>
                  </a:lnTo>
                  <a:lnTo>
                    <a:pt x="3072" y="2022"/>
                  </a:lnTo>
                  <a:lnTo>
                    <a:pt x="3111" y="1886"/>
                  </a:lnTo>
                  <a:lnTo>
                    <a:pt x="3131" y="1731"/>
                  </a:lnTo>
                  <a:lnTo>
                    <a:pt x="3131" y="1556"/>
                  </a:lnTo>
                  <a:lnTo>
                    <a:pt x="3131" y="1556"/>
                  </a:lnTo>
                  <a:lnTo>
                    <a:pt x="3131" y="1400"/>
                  </a:lnTo>
                  <a:lnTo>
                    <a:pt x="3111" y="1245"/>
                  </a:lnTo>
                  <a:lnTo>
                    <a:pt x="3072" y="1109"/>
                  </a:lnTo>
                  <a:lnTo>
                    <a:pt x="3014" y="953"/>
                  </a:lnTo>
                  <a:lnTo>
                    <a:pt x="2936" y="817"/>
                  </a:lnTo>
                  <a:lnTo>
                    <a:pt x="2858" y="681"/>
                  </a:lnTo>
                  <a:lnTo>
                    <a:pt x="2781" y="564"/>
                  </a:lnTo>
                  <a:lnTo>
                    <a:pt x="2684" y="467"/>
                  </a:lnTo>
                  <a:lnTo>
                    <a:pt x="2567" y="351"/>
                  </a:lnTo>
                  <a:lnTo>
                    <a:pt x="2450" y="273"/>
                  </a:lnTo>
                  <a:lnTo>
                    <a:pt x="2314" y="195"/>
                  </a:lnTo>
                  <a:lnTo>
                    <a:pt x="2178" y="117"/>
                  </a:lnTo>
                  <a:lnTo>
                    <a:pt x="2042" y="78"/>
                  </a:lnTo>
                  <a:lnTo>
                    <a:pt x="1886" y="39"/>
                  </a:lnTo>
                  <a:lnTo>
                    <a:pt x="1731" y="1"/>
                  </a:lnTo>
                  <a:lnTo>
                    <a:pt x="1575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6" name="Google Shape;4816;p47"/>
            <p:cNvSpPr/>
            <p:nvPr/>
          </p:nvSpPr>
          <p:spPr>
            <a:xfrm>
              <a:off x="4013349" y="-301660"/>
              <a:ext cx="84515" cy="50090"/>
            </a:xfrm>
            <a:custGeom>
              <a:rect b="b" l="l" r="r" t="t"/>
              <a:pathLst>
                <a:path extrusionOk="0" h="1614" w="2723">
                  <a:moveTo>
                    <a:pt x="2547" y="0"/>
                  </a:moveTo>
                  <a:lnTo>
                    <a:pt x="2334" y="20"/>
                  </a:lnTo>
                  <a:lnTo>
                    <a:pt x="2139" y="39"/>
                  </a:lnTo>
                  <a:lnTo>
                    <a:pt x="1925" y="78"/>
                  </a:lnTo>
                  <a:lnTo>
                    <a:pt x="1731" y="117"/>
                  </a:lnTo>
                  <a:lnTo>
                    <a:pt x="1556" y="195"/>
                  </a:lnTo>
                  <a:lnTo>
                    <a:pt x="1362" y="272"/>
                  </a:lnTo>
                  <a:lnTo>
                    <a:pt x="1187" y="350"/>
                  </a:lnTo>
                  <a:lnTo>
                    <a:pt x="1031" y="447"/>
                  </a:lnTo>
                  <a:lnTo>
                    <a:pt x="856" y="564"/>
                  </a:lnTo>
                  <a:lnTo>
                    <a:pt x="701" y="681"/>
                  </a:lnTo>
                  <a:lnTo>
                    <a:pt x="565" y="817"/>
                  </a:lnTo>
                  <a:lnTo>
                    <a:pt x="428" y="953"/>
                  </a:lnTo>
                  <a:lnTo>
                    <a:pt x="312" y="1108"/>
                  </a:lnTo>
                  <a:lnTo>
                    <a:pt x="195" y="1264"/>
                  </a:lnTo>
                  <a:lnTo>
                    <a:pt x="98" y="1439"/>
                  </a:lnTo>
                  <a:lnTo>
                    <a:pt x="1" y="1614"/>
                  </a:lnTo>
                  <a:lnTo>
                    <a:pt x="1" y="1614"/>
                  </a:lnTo>
                  <a:lnTo>
                    <a:pt x="584" y="1536"/>
                  </a:lnTo>
                  <a:lnTo>
                    <a:pt x="642" y="1381"/>
                  </a:lnTo>
                  <a:lnTo>
                    <a:pt x="739" y="1225"/>
                  </a:lnTo>
                  <a:lnTo>
                    <a:pt x="817" y="1089"/>
                  </a:lnTo>
                  <a:lnTo>
                    <a:pt x="934" y="953"/>
                  </a:lnTo>
                  <a:lnTo>
                    <a:pt x="1167" y="700"/>
                  </a:lnTo>
                  <a:lnTo>
                    <a:pt x="1420" y="486"/>
                  </a:lnTo>
                  <a:lnTo>
                    <a:pt x="1556" y="389"/>
                  </a:lnTo>
                  <a:lnTo>
                    <a:pt x="1712" y="292"/>
                  </a:lnTo>
                  <a:lnTo>
                    <a:pt x="1867" y="234"/>
                  </a:lnTo>
                  <a:lnTo>
                    <a:pt x="2023" y="156"/>
                  </a:lnTo>
                  <a:lnTo>
                    <a:pt x="2198" y="97"/>
                  </a:lnTo>
                  <a:lnTo>
                    <a:pt x="2372" y="59"/>
                  </a:lnTo>
                  <a:lnTo>
                    <a:pt x="2547" y="39"/>
                  </a:lnTo>
                  <a:lnTo>
                    <a:pt x="2722" y="20"/>
                  </a:lnTo>
                  <a:lnTo>
                    <a:pt x="254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7" name="Google Shape;4817;p47"/>
            <p:cNvSpPr/>
            <p:nvPr/>
          </p:nvSpPr>
          <p:spPr>
            <a:xfrm>
              <a:off x="4013349" y="-301660"/>
              <a:ext cx="84515" cy="50090"/>
            </a:xfrm>
            <a:custGeom>
              <a:rect b="b" l="l" r="r" t="t"/>
              <a:pathLst>
                <a:path extrusionOk="0" fill="none" h="1614" w="2723">
                  <a:moveTo>
                    <a:pt x="2547" y="0"/>
                  </a:moveTo>
                  <a:lnTo>
                    <a:pt x="2547" y="0"/>
                  </a:lnTo>
                  <a:lnTo>
                    <a:pt x="2334" y="20"/>
                  </a:lnTo>
                  <a:lnTo>
                    <a:pt x="2139" y="39"/>
                  </a:lnTo>
                  <a:lnTo>
                    <a:pt x="1925" y="78"/>
                  </a:lnTo>
                  <a:lnTo>
                    <a:pt x="1731" y="117"/>
                  </a:lnTo>
                  <a:lnTo>
                    <a:pt x="1556" y="195"/>
                  </a:lnTo>
                  <a:lnTo>
                    <a:pt x="1362" y="272"/>
                  </a:lnTo>
                  <a:lnTo>
                    <a:pt x="1187" y="350"/>
                  </a:lnTo>
                  <a:lnTo>
                    <a:pt x="1031" y="447"/>
                  </a:lnTo>
                  <a:lnTo>
                    <a:pt x="856" y="564"/>
                  </a:lnTo>
                  <a:lnTo>
                    <a:pt x="701" y="681"/>
                  </a:lnTo>
                  <a:lnTo>
                    <a:pt x="565" y="817"/>
                  </a:lnTo>
                  <a:lnTo>
                    <a:pt x="428" y="953"/>
                  </a:lnTo>
                  <a:lnTo>
                    <a:pt x="312" y="1108"/>
                  </a:lnTo>
                  <a:lnTo>
                    <a:pt x="195" y="1264"/>
                  </a:lnTo>
                  <a:lnTo>
                    <a:pt x="98" y="1439"/>
                  </a:lnTo>
                  <a:lnTo>
                    <a:pt x="1" y="1614"/>
                  </a:lnTo>
                  <a:lnTo>
                    <a:pt x="1" y="1614"/>
                  </a:lnTo>
                  <a:lnTo>
                    <a:pt x="584" y="1536"/>
                  </a:lnTo>
                  <a:lnTo>
                    <a:pt x="584" y="1536"/>
                  </a:lnTo>
                  <a:lnTo>
                    <a:pt x="642" y="1381"/>
                  </a:lnTo>
                  <a:lnTo>
                    <a:pt x="739" y="1225"/>
                  </a:lnTo>
                  <a:lnTo>
                    <a:pt x="817" y="1089"/>
                  </a:lnTo>
                  <a:lnTo>
                    <a:pt x="934" y="953"/>
                  </a:lnTo>
                  <a:lnTo>
                    <a:pt x="1167" y="700"/>
                  </a:lnTo>
                  <a:lnTo>
                    <a:pt x="1420" y="486"/>
                  </a:lnTo>
                  <a:lnTo>
                    <a:pt x="1556" y="389"/>
                  </a:lnTo>
                  <a:lnTo>
                    <a:pt x="1712" y="292"/>
                  </a:lnTo>
                  <a:lnTo>
                    <a:pt x="1867" y="234"/>
                  </a:lnTo>
                  <a:lnTo>
                    <a:pt x="2023" y="156"/>
                  </a:lnTo>
                  <a:lnTo>
                    <a:pt x="2198" y="97"/>
                  </a:lnTo>
                  <a:lnTo>
                    <a:pt x="2372" y="59"/>
                  </a:lnTo>
                  <a:lnTo>
                    <a:pt x="2547" y="39"/>
                  </a:lnTo>
                  <a:lnTo>
                    <a:pt x="2722" y="20"/>
                  </a:lnTo>
                  <a:lnTo>
                    <a:pt x="2722" y="20"/>
                  </a:lnTo>
                  <a:lnTo>
                    <a:pt x="254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8" name="Google Shape;4818;p47"/>
            <p:cNvSpPr/>
            <p:nvPr/>
          </p:nvSpPr>
          <p:spPr>
            <a:xfrm>
              <a:off x="4025422" y="-301660"/>
              <a:ext cx="154505" cy="155082"/>
            </a:xfrm>
            <a:custGeom>
              <a:rect b="b" l="l" r="r" t="t"/>
              <a:pathLst>
                <a:path extrusionOk="0" h="4997" w="4978">
                  <a:moveTo>
                    <a:pt x="2489" y="0"/>
                  </a:moveTo>
                  <a:lnTo>
                    <a:pt x="2236" y="20"/>
                  </a:lnTo>
                  <a:lnTo>
                    <a:pt x="1983" y="59"/>
                  </a:lnTo>
                  <a:lnTo>
                    <a:pt x="1750" y="117"/>
                  </a:lnTo>
                  <a:lnTo>
                    <a:pt x="1517" y="214"/>
                  </a:lnTo>
                  <a:lnTo>
                    <a:pt x="1303" y="311"/>
                  </a:lnTo>
                  <a:lnTo>
                    <a:pt x="1089" y="428"/>
                  </a:lnTo>
                  <a:lnTo>
                    <a:pt x="914" y="583"/>
                  </a:lnTo>
                  <a:lnTo>
                    <a:pt x="720" y="739"/>
                  </a:lnTo>
                  <a:lnTo>
                    <a:pt x="564" y="914"/>
                  </a:lnTo>
                  <a:lnTo>
                    <a:pt x="428" y="1108"/>
                  </a:lnTo>
                  <a:lnTo>
                    <a:pt x="292" y="1322"/>
                  </a:lnTo>
                  <a:lnTo>
                    <a:pt x="195" y="1536"/>
                  </a:lnTo>
                  <a:lnTo>
                    <a:pt x="117" y="1769"/>
                  </a:lnTo>
                  <a:lnTo>
                    <a:pt x="39" y="2003"/>
                  </a:lnTo>
                  <a:lnTo>
                    <a:pt x="20" y="2255"/>
                  </a:lnTo>
                  <a:lnTo>
                    <a:pt x="1" y="2508"/>
                  </a:lnTo>
                  <a:lnTo>
                    <a:pt x="20" y="2761"/>
                  </a:lnTo>
                  <a:lnTo>
                    <a:pt x="39" y="3014"/>
                  </a:lnTo>
                  <a:lnTo>
                    <a:pt x="117" y="3247"/>
                  </a:lnTo>
                  <a:lnTo>
                    <a:pt x="195" y="3480"/>
                  </a:lnTo>
                  <a:lnTo>
                    <a:pt x="292" y="3694"/>
                  </a:lnTo>
                  <a:lnTo>
                    <a:pt x="428" y="3888"/>
                  </a:lnTo>
                  <a:lnTo>
                    <a:pt x="564" y="4083"/>
                  </a:lnTo>
                  <a:lnTo>
                    <a:pt x="720" y="4258"/>
                  </a:lnTo>
                  <a:lnTo>
                    <a:pt x="914" y="4433"/>
                  </a:lnTo>
                  <a:lnTo>
                    <a:pt x="1089" y="4569"/>
                  </a:lnTo>
                  <a:lnTo>
                    <a:pt x="1303" y="4705"/>
                  </a:lnTo>
                  <a:lnTo>
                    <a:pt x="1517" y="4802"/>
                  </a:lnTo>
                  <a:lnTo>
                    <a:pt x="1750" y="4880"/>
                  </a:lnTo>
                  <a:lnTo>
                    <a:pt x="1983" y="4938"/>
                  </a:lnTo>
                  <a:lnTo>
                    <a:pt x="2236" y="4977"/>
                  </a:lnTo>
                  <a:lnTo>
                    <a:pt x="2489" y="4997"/>
                  </a:lnTo>
                  <a:lnTo>
                    <a:pt x="2742" y="4977"/>
                  </a:lnTo>
                  <a:lnTo>
                    <a:pt x="2994" y="4938"/>
                  </a:lnTo>
                  <a:lnTo>
                    <a:pt x="3228" y="4880"/>
                  </a:lnTo>
                  <a:lnTo>
                    <a:pt x="3461" y="4802"/>
                  </a:lnTo>
                  <a:lnTo>
                    <a:pt x="3675" y="4705"/>
                  </a:lnTo>
                  <a:lnTo>
                    <a:pt x="3889" y="4569"/>
                  </a:lnTo>
                  <a:lnTo>
                    <a:pt x="4083" y="4433"/>
                  </a:lnTo>
                  <a:lnTo>
                    <a:pt x="4258" y="4258"/>
                  </a:lnTo>
                  <a:lnTo>
                    <a:pt x="4414" y="4083"/>
                  </a:lnTo>
                  <a:lnTo>
                    <a:pt x="4569" y="3888"/>
                  </a:lnTo>
                  <a:lnTo>
                    <a:pt x="4686" y="3694"/>
                  </a:lnTo>
                  <a:lnTo>
                    <a:pt x="4783" y="3480"/>
                  </a:lnTo>
                  <a:lnTo>
                    <a:pt x="4880" y="3247"/>
                  </a:lnTo>
                  <a:lnTo>
                    <a:pt x="4938" y="3014"/>
                  </a:lnTo>
                  <a:lnTo>
                    <a:pt x="4977" y="2761"/>
                  </a:lnTo>
                  <a:lnTo>
                    <a:pt x="4977" y="2508"/>
                  </a:lnTo>
                  <a:lnTo>
                    <a:pt x="4977" y="2255"/>
                  </a:lnTo>
                  <a:lnTo>
                    <a:pt x="4938" y="2003"/>
                  </a:lnTo>
                  <a:lnTo>
                    <a:pt x="4880" y="1769"/>
                  </a:lnTo>
                  <a:lnTo>
                    <a:pt x="4783" y="1536"/>
                  </a:lnTo>
                  <a:lnTo>
                    <a:pt x="4686" y="1322"/>
                  </a:lnTo>
                  <a:lnTo>
                    <a:pt x="4569" y="1108"/>
                  </a:lnTo>
                  <a:lnTo>
                    <a:pt x="4414" y="914"/>
                  </a:lnTo>
                  <a:lnTo>
                    <a:pt x="4258" y="739"/>
                  </a:lnTo>
                  <a:lnTo>
                    <a:pt x="4083" y="583"/>
                  </a:lnTo>
                  <a:lnTo>
                    <a:pt x="3889" y="428"/>
                  </a:lnTo>
                  <a:lnTo>
                    <a:pt x="3675" y="311"/>
                  </a:lnTo>
                  <a:lnTo>
                    <a:pt x="3461" y="214"/>
                  </a:lnTo>
                  <a:lnTo>
                    <a:pt x="3228" y="117"/>
                  </a:lnTo>
                  <a:lnTo>
                    <a:pt x="2994" y="59"/>
                  </a:lnTo>
                  <a:lnTo>
                    <a:pt x="2742" y="2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9" name="Google Shape;4819;p47"/>
            <p:cNvSpPr/>
            <p:nvPr/>
          </p:nvSpPr>
          <p:spPr>
            <a:xfrm>
              <a:off x="4025422" y="-301660"/>
              <a:ext cx="154505" cy="155082"/>
            </a:xfrm>
            <a:custGeom>
              <a:rect b="b" l="l" r="r" t="t"/>
              <a:pathLst>
                <a:path extrusionOk="0" fill="none" h="4997" w="4978">
                  <a:moveTo>
                    <a:pt x="1" y="2508"/>
                  </a:moveTo>
                  <a:lnTo>
                    <a:pt x="1" y="2508"/>
                  </a:lnTo>
                  <a:lnTo>
                    <a:pt x="20" y="2761"/>
                  </a:lnTo>
                  <a:lnTo>
                    <a:pt x="39" y="3014"/>
                  </a:lnTo>
                  <a:lnTo>
                    <a:pt x="117" y="3247"/>
                  </a:lnTo>
                  <a:lnTo>
                    <a:pt x="195" y="3480"/>
                  </a:lnTo>
                  <a:lnTo>
                    <a:pt x="292" y="3694"/>
                  </a:lnTo>
                  <a:lnTo>
                    <a:pt x="428" y="3888"/>
                  </a:lnTo>
                  <a:lnTo>
                    <a:pt x="564" y="4083"/>
                  </a:lnTo>
                  <a:lnTo>
                    <a:pt x="720" y="4258"/>
                  </a:lnTo>
                  <a:lnTo>
                    <a:pt x="914" y="4433"/>
                  </a:lnTo>
                  <a:lnTo>
                    <a:pt x="1089" y="4569"/>
                  </a:lnTo>
                  <a:lnTo>
                    <a:pt x="1303" y="4705"/>
                  </a:lnTo>
                  <a:lnTo>
                    <a:pt x="1517" y="4802"/>
                  </a:lnTo>
                  <a:lnTo>
                    <a:pt x="1750" y="4880"/>
                  </a:lnTo>
                  <a:lnTo>
                    <a:pt x="1983" y="4938"/>
                  </a:lnTo>
                  <a:lnTo>
                    <a:pt x="2236" y="4977"/>
                  </a:lnTo>
                  <a:lnTo>
                    <a:pt x="2489" y="4997"/>
                  </a:lnTo>
                  <a:lnTo>
                    <a:pt x="2489" y="4997"/>
                  </a:lnTo>
                  <a:lnTo>
                    <a:pt x="2742" y="4977"/>
                  </a:lnTo>
                  <a:lnTo>
                    <a:pt x="2994" y="4938"/>
                  </a:lnTo>
                  <a:lnTo>
                    <a:pt x="3228" y="4880"/>
                  </a:lnTo>
                  <a:lnTo>
                    <a:pt x="3461" y="4802"/>
                  </a:lnTo>
                  <a:lnTo>
                    <a:pt x="3675" y="4705"/>
                  </a:lnTo>
                  <a:lnTo>
                    <a:pt x="3889" y="4569"/>
                  </a:lnTo>
                  <a:lnTo>
                    <a:pt x="4083" y="4433"/>
                  </a:lnTo>
                  <a:lnTo>
                    <a:pt x="4258" y="4258"/>
                  </a:lnTo>
                  <a:lnTo>
                    <a:pt x="4414" y="4083"/>
                  </a:lnTo>
                  <a:lnTo>
                    <a:pt x="4569" y="3888"/>
                  </a:lnTo>
                  <a:lnTo>
                    <a:pt x="4686" y="3694"/>
                  </a:lnTo>
                  <a:lnTo>
                    <a:pt x="4783" y="3480"/>
                  </a:lnTo>
                  <a:lnTo>
                    <a:pt x="4880" y="3247"/>
                  </a:lnTo>
                  <a:lnTo>
                    <a:pt x="4938" y="3014"/>
                  </a:lnTo>
                  <a:lnTo>
                    <a:pt x="4977" y="2761"/>
                  </a:lnTo>
                  <a:lnTo>
                    <a:pt x="4977" y="2508"/>
                  </a:lnTo>
                  <a:lnTo>
                    <a:pt x="4977" y="2508"/>
                  </a:lnTo>
                  <a:lnTo>
                    <a:pt x="4977" y="2255"/>
                  </a:lnTo>
                  <a:lnTo>
                    <a:pt x="4938" y="2003"/>
                  </a:lnTo>
                  <a:lnTo>
                    <a:pt x="4880" y="1769"/>
                  </a:lnTo>
                  <a:lnTo>
                    <a:pt x="4783" y="1536"/>
                  </a:lnTo>
                  <a:lnTo>
                    <a:pt x="4686" y="1322"/>
                  </a:lnTo>
                  <a:lnTo>
                    <a:pt x="4569" y="1108"/>
                  </a:lnTo>
                  <a:lnTo>
                    <a:pt x="4414" y="914"/>
                  </a:lnTo>
                  <a:lnTo>
                    <a:pt x="4258" y="739"/>
                  </a:lnTo>
                  <a:lnTo>
                    <a:pt x="4083" y="583"/>
                  </a:lnTo>
                  <a:lnTo>
                    <a:pt x="3889" y="428"/>
                  </a:lnTo>
                  <a:lnTo>
                    <a:pt x="3675" y="311"/>
                  </a:lnTo>
                  <a:lnTo>
                    <a:pt x="3461" y="214"/>
                  </a:lnTo>
                  <a:lnTo>
                    <a:pt x="3228" y="117"/>
                  </a:lnTo>
                  <a:lnTo>
                    <a:pt x="2994" y="59"/>
                  </a:lnTo>
                  <a:lnTo>
                    <a:pt x="2742" y="20"/>
                  </a:lnTo>
                  <a:lnTo>
                    <a:pt x="2489" y="0"/>
                  </a:lnTo>
                  <a:lnTo>
                    <a:pt x="2489" y="0"/>
                  </a:lnTo>
                  <a:lnTo>
                    <a:pt x="2236" y="20"/>
                  </a:lnTo>
                  <a:lnTo>
                    <a:pt x="1983" y="59"/>
                  </a:lnTo>
                  <a:lnTo>
                    <a:pt x="1750" y="117"/>
                  </a:lnTo>
                  <a:lnTo>
                    <a:pt x="1517" y="214"/>
                  </a:lnTo>
                  <a:lnTo>
                    <a:pt x="1303" y="311"/>
                  </a:lnTo>
                  <a:lnTo>
                    <a:pt x="1089" y="428"/>
                  </a:lnTo>
                  <a:lnTo>
                    <a:pt x="914" y="583"/>
                  </a:lnTo>
                  <a:lnTo>
                    <a:pt x="720" y="739"/>
                  </a:lnTo>
                  <a:lnTo>
                    <a:pt x="564" y="914"/>
                  </a:lnTo>
                  <a:lnTo>
                    <a:pt x="428" y="1108"/>
                  </a:lnTo>
                  <a:lnTo>
                    <a:pt x="292" y="1322"/>
                  </a:lnTo>
                  <a:lnTo>
                    <a:pt x="195" y="1536"/>
                  </a:lnTo>
                  <a:lnTo>
                    <a:pt x="117" y="1769"/>
                  </a:lnTo>
                  <a:lnTo>
                    <a:pt x="39" y="2003"/>
                  </a:lnTo>
                  <a:lnTo>
                    <a:pt x="20" y="2255"/>
                  </a:lnTo>
                  <a:lnTo>
                    <a:pt x="1" y="25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0" name="Google Shape;4820;p47"/>
            <p:cNvSpPr/>
            <p:nvPr/>
          </p:nvSpPr>
          <p:spPr>
            <a:xfrm>
              <a:off x="4042927" y="-284156"/>
              <a:ext cx="119494" cy="120074"/>
            </a:xfrm>
            <a:custGeom>
              <a:rect b="b" l="l" r="r" t="t"/>
              <a:pathLst>
                <a:path extrusionOk="0" h="3869" w="3850">
                  <a:moveTo>
                    <a:pt x="1925" y="0"/>
                  </a:moveTo>
                  <a:lnTo>
                    <a:pt x="1731" y="19"/>
                  </a:lnTo>
                  <a:lnTo>
                    <a:pt x="1536" y="39"/>
                  </a:lnTo>
                  <a:lnTo>
                    <a:pt x="1361" y="97"/>
                  </a:lnTo>
                  <a:lnTo>
                    <a:pt x="1167" y="156"/>
                  </a:lnTo>
                  <a:lnTo>
                    <a:pt x="1011" y="233"/>
                  </a:lnTo>
                  <a:lnTo>
                    <a:pt x="856" y="331"/>
                  </a:lnTo>
                  <a:lnTo>
                    <a:pt x="700" y="447"/>
                  </a:lnTo>
                  <a:lnTo>
                    <a:pt x="564" y="583"/>
                  </a:lnTo>
                  <a:lnTo>
                    <a:pt x="447" y="719"/>
                  </a:lnTo>
                  <a:lnTo>
                    <a:pt x="331" y="855"/>
                  </a:lnTo>
                  <a:lnTo>
                    <a:pt x="234" y="1011"/>
                  </a:lnTo>
                  <a:lnTo>
                    <a:pt x="156" y="1186"/>
                  </a:lnTo>
                  <a:lnTo>
                    <a:pt x="78" y="1361"/>
                  </a:lnTo>
                  <a:lnTo>
                    <a:pt x="39" y="1555"/>
                  </a:lnTo>
                  <a:lnTo>
                    <a:pt x="0" y="1750"/>
                  </a:lnTo>
                  <a:lnTo>
                    <a:pt x="0" y="1944"/>
                  </a:lnTo>
                  <a:lnTo>
                    <a:pt x="0" y="2139"/>
                  </a:lnTo>
                  <a:lnTo>
                    <a:pt x="39" y="2333"/>
                  </a:lnTo>
                  <a:lnTo>
                    <a:pt x="78" y="2508"/>
                  </a:lnTo>
                  <a:lnTo>
                    <a:pt x="156" y="2683"/>
                  </a:lnTo>
                  <a:lnTo>
                    <a:pt x="234" y="2858"/>
                  </a:lnTo>
                  <a:lnTo>
                    <a:pt x="331" y="3013"/>
                  </a:lnTo>
                  <a:lnTo>
                    <a:pt x="447" y="3169"/>
                  </a:lnTo>
                  <a:lnTo>
                    <a:pt x="564" y="3305"/>
                  </a:lnTo>
                  <a:lnTo>
                    <a:pt x="700" y="3422"/>
                  </a:lnTo>
                  <a:lnTo>
                    <a:pt x="856" y="3538"/>
                  </a:lnTo>
                  <a:lnTo>
                    <a:pt x="1011" y="3635"/>
                  </a:lnTo>
                  <a:lnTo>
                    <a:pt x="1167" y="3713"/>
                  </a:lnTo>
                  <a:lnTo>
                    <a:pt x="1361" y="3791"/>
                  </a:lnTo>
                  <a:lnTo>
                    <a:pt x="1536" y="3830"/>
                  </a:lnTo>
                  <a:lnTo>
                    <a:pt x="1731" y="3869"/>
                  </a:lnTo>
                  <a:lnTo>
                    <a:pt x="2119" y="3869"/>
                  </a:lnTo>
                  <a:lnTo>
                    <a:pt x="2314" y="3830"/>
                  </a:lnTo>
                  <a:lnTo>
                    <a:pt x="2508" y="3791"/>
                  </a:lnTo>
                  <a:lnTo>
                    <a:pt x="2683" y="3713"/>
                  </a:lnTo>
                  <a:lnTo>
                    <a:pt x="2858" y="3635"/>
                  </a:lnTo>
                  <a:lnTo>
                    <a:pt x="3014" y="3538"/>
                  </a:lnTo>
                  <a:lnTo>
                    <a:pt x="3150" y="3422"/>
                  </a:lnTo>
                  <a:lnTo>
                    <a:pt x="3286" y="3305"/>
                  </a:lnTo>
                  <a:lnTo>
                    <a:pt x="3422" y="3169"/>
                  </a:lnTo>
                  <a:lnTo>
                    <a:pt x="3539" y="3013"/>
                  </a:lnTo>
                  <a:lnTo>
                    <a:pt x="3616" y="2858"/>
                  </a:lnTo>
                  <a:lnTo>
                    <a:pt x="3713" y="2683"/>
                  </a:lnTo>
                  <a:lnTo>
                    <a:pt x="3772" y="2508"/>
                  </a:lnTo>
                  <a:lnTo>
                    <a:pt x="3811" y="2333"/>
                  </a:lnTo>
                  <a:lnTo>
                    <a:pt x="3850" y="2139"/>
                  </a:lnTo>
                  <a:lnTo>
                    <a:pt x="3850" y="1944"/>
                  </a:lnTo>
                  <a:lnTo>
                    <a:pt x="3850" y="1750"/>
                  </a:lnTo>
                  <a:lnTo>
                    <a:pt x="3811" y="1555"/>
                  </a:lnTo>
                  <a:lnTo>
                    <a:pt x="3772" y="1361"/>
                  </a:lnTo>
                  <a:lnTo>
                    <a:pt x="3713" y="1186"/>
                  </a:lnTo>
                  <a:lnTo>
                    <a:pt x="3616" y="1011"/>
                  </a:lnTo>
                  <a:lnTo>
                    <a:pt x="3539" y="855"/>
                  </a:lnTo>
                  <a:lnTo>
                    <a:pt x="3422" y="719"/>
                  </a:lnTo>
                  <a:lnTo>
                    <a:pt x="3286" y="583"/>
                  </a:lnTo>
                  <a:lnTo>
                    <a:pt x="3150" y="447"/>
                  </a:lnTo>
                  <a:lnTo>
                    <a:pt x="3014" y="331"/>
                  </a:lnTo>
                  <a:lnTo>
                    <a:pt x="2858" y="233"/>
                  </a:lnTo>
                  <a:lnTo>
                    <a:pt x="2683" y="156"/>
                  </a:lnTo>
                  <a:lnTo>
                    <a:pt x="2508" y="97"/>
                  </a:lnTo>
                  <a:lnTo>
                    <a:pt x="2314" y="39"/>
                  </a:lnTo>
                  <a:lnTo>
                    <a:pt x="2119" y="19"/>
                  </a:lnTo>
                  <a:lnTo>
                    <a:pt x="1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1" name="Google Shape;4821;p47"/>
            <p:cNvSpPr/>
            <p:nvPr/>
          </p:nvSpPr>
          <p:spPr>
            <a:xfrm>
              <a:off x="4042927" y="-284156"/>
              <a:ext cx="119494" cy="120074"/>
            </a:xfrm>
            <a:custGeom>
              <a:rect b="b" l="l" r="r" t="t"/>
              <a:pathLst>
                <a:path extrusionOk="0" fill="none" h="3869" w="3850">
                  <a:moveTo>
                    <a:pt x="0" y="1944"/>
                  </a:moveTo>
                  <a:lnTo>
                    <a:pt x="0" y="1944"/>
                  </a:lnTo>
                  <a:lnTo>
                    <a:pt x="0" y="2139"/>
                  </a:lnTo>
                  <a:lnTo>
                    <a:pt x="39" y="2333"/>
                  </a:lnTo>
                  <a:lnTo>
                    <a:pt x="78" y="2508"/>
                  </a:lnTo>
                  <a:lnTo>
                    <a:pt x="156" y="2683"/>
                  </a:lnTo>
                  <a:lnTo>
                    <a:pt x="234" y="2858"/>
                  </a:lnTo>
                  <a:lnTo>
                    <a:pt x="331" y="3013"/>
                  </a:lnTo>
                  <a:lnTo>
                    <a:pt x="447" y="3169"/>
                  </a:lnTo>
                  <a:lnTo>
                    <a:pt x="564" y="3305"/>
                  </a:lnTo>
                  <a:lnTo>
                    <a:pt x="700" y="3422"/>
                  </a:lnTo>
                  <a:lnTo>
                    <a:pt x="856" y="3538"/>
                  </a:lnTo>
                  <a:lnTo>
                    <a:pt x="1011" y="3635"/>
                  </a:lnTo>
                  <a:lnTo>
                    <a:pt x="1167" y="3713"/>
                  </a:lnTo>
                  <a:lnTo>
                    <a:pt x="1361" y="3791"/>
                  </a:lnTo>
                  <a:lnTo>
                    <a:pt x="1536" y="3830"/>
                  </a:lnTo>
                  <a:lnTo>
                    <a:pt x="1731" y="3869"/>
                  </a:lnTo>
                  <a:lnTo>
                    <a:pt x="1925" y="3869"/>
                  </a:lnTo>
                  <a:lnTo>
                    <a:pt x="1925" y="3869"/>
                  </a:lnTo>
                  <a:lnTo>
                    <a:pt x="2119" y="3869"/>
                  </a:lnTo>
                  <a:lnTo>
                    <a:pt x="2314" y="3830"/>
                  </a:lnTo>
                  <a:lnTo>
                    <a:pt x="2508" y="3791"/>
                  </a:lnTo>
                  <a:lnTo>
                    <a:pt x="2683" y="3713"/>
                  </a:lnTo>
                  <a:lnTo>
                    <a:pt x="2858" y="3635"/>
                  </a:lnTo>
                  <a:lnTo>
                    <a:pt x="3014" y="3538"/>
                  </a:lnTo>
                  <a:lnTo>
                    <a:pt x="3150" y="3422"/>
                  </a:lnTo>
                  <a:lnTo>
                    <a:pt x="3286" y="3305"/>
                  </a:lnTo>
                  <a:lnTo>
                    <a:pt x="3422" y="3169"/>
                  </a:lnTo>
                  <a:lnTo>
                    <a:pt x="3539" y="3013"/>
                  </a:lnTo>
                  <a:lnTo>
                    <a:pt x="3616" y="2858"/>
                  </a:lnTo>
                  <a:lnTo>
                    <a:pt x="3713" y="2683"/>
                  </a:lnTo>
                  <a:lnTo>
                    <a:pt x="3772" y="2508"/>
                  </a:lnTo>
                  <a:lnTo>
                    <a:pt x="3811" y="2333"/>
                  </a:lnTo>
                  <a:lnTo>
                    <a:pt x="3850" y="2139"/>
                  </a:lnTo>
                  <a:lnTo>
                    <a:pt x="3850" y="1944"/>
                  </a:lnTo>
                  <a:lnTo>
                    <a:pt x="3850" y="1944"/>
                  </a:lnTo>
                  <a:lnTo>
                    <a:pt x="3850" y="1750"/>
                  </a:lnTo>
                  <a:lnTo>
                    <a:pt x="3811" y="1555"/>
                  </a:lnTo>
                  <a:lnTo>
                    <a:pt x="3772" y="1361"/>
                  </a:lnTo>
                  <a:lnTo>
                    <a:pt x="3713" y="1186"/>
                  </a:lnTo>
                  <a:lnTo>
                    <a:pt x="3616" y="1011"/>
                  </a:lnTo>
                  <a:lnTo>
                    <a:pt x="3539" y="855"/>
                  </a:lnTo>
                  <a:lnTo>
                    <a:pt x="3422" y="719"/>
                  </a:lnTo>
                  <a:lnTo>
                    <a:pt x="3286" y="583"/>
                  </a:lnTo>
                  <a:lnTo>
                    <a:pt x="3150" y="447"/>
                  </a:lnTo>
                  <a:lnTo>
                    <a:pt x="3014" y="331"/>
                  </a:lnTo>
                  <a:lnTo>
                    <a:pt x="2858" y="233"/>
                  </a:lnTo>
                  <a:lnTo>
                    <a:pt x="2683" y="156"/>
                  </a:lnTo>
                  <a:lnTo>
                    <a:pt x="2508" y="97"/>
                  </a:lnTo>
                  <a:lnTo>
                    <a:pt x="2314" y="39"/>
                  </a:lnTo>
                  <a:lnTo>
                    <a:pt x="2119" y="19"/>
                  </a:lnTo>
                  <a:lnTo>
                    <a:pt x="1925" y="0"/>
                  </a:lnTo>
                  <a:lnTo>
                    <a:pt x="1925" y="0"/>
                  </a:lnTo>
                  <a:lnTo>
                    <a:pt x="1731" y="19"/>
                  </a:lnTo>
                  <a:lnTo>
                    <a:pt x="1536" y="39"/>
                  </a:lnTo>
                  <a:lnTo>
                    <a:pt x="1361" y="97"/>
                  </a:lnTo>
                  <a:lnTo>
                    <a:pt x="1167" y="156"/>
                  </a:lnTo>
                  <a:lnTo>
                    <a:pt x="1011" y="233"/>
                  </a:lnTo>
                  <a:lnTo>
                    <a:pt x="856" y="331"/>
                  </a:lnTo>
                  <a:lnTo>
                    <a:pt x="700" y="447"/>
                  </a:lnTo>
                  <a:lnTo>
                    <a:pt x="564" y="583"/>
                  </a:lnTo>
                  <a:lnTo>
                    <a:pt x="447" y="719"/>
                  </a:lnTo>
                  <a:lnTo>
                    <a:pt x="331" y="855"/>
                  </a:lnTo>
                  <a:lnTo>
                    <a:pt x="234" y="1011"/>
                  </a:lnTo>
                  <a:lnTo>
                    <a:pt x="156" y="1186"/>
                  </a:lnTo>
                  <a:lnTo>
                    <a:pt x="78" y="1361"/>
                  </a:lnTo>
                  <a:lnTo>
                    <a:pt x="39" y="1555"/>
                  </a:lnTo>
                  <a:lnTo>
                    <a:pt x="0" y="1750"/>
                  </a:lnTo>
                  <a:lnTo>
                    <a:pt x="0" y="19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2" name="Google Shape;4822;p47"/>
            <p:cNvSpPr/>
            <p:nvPr/>
          </p:nvSpPr>
          <p:spPr>
            <a:xfrm>
              <a:off x="4067042" y="-259420"/>
              <a:ext cx="71231" cy="70605"/>
            </a:xfrm>
            <a:custGeom>
              <a:rect b="b" l="l" r="r" t="t"/>
              <a:pathLst>
                <a:path extrusionOk="0" h="2275" w="2295">
                  <a:moveTo>
                    <a:pt x="1031" y="0"/>
                  </a:moveTo>
                  <a:lnTo>
                    <a:pt x="915" y="20"/>
                  </a:lnTo>
                  <a:lnTo>
                    <a:pt x="701" y="97"/>
                  </a:lnTo>
                  <a:lnTo>
                    <a:pt x="506" y="195"/>
                  </a:lnTo>
                  <a:lnTo>
                    <a:pt x="351" y="331"/>
                  </a:lnTo>
                  <a:lnTo>
                    <a:pt x="195" y="506"/>
                  </a:lnTo>
                  <a:lnTo>
                    <a:pt x="98" y="700"/>
                  </a:lnTo>
                  <a:lnTo>
                    <a:pt x="40" y="914"/>
                  </a:lnTo>
                  <a:lnTo>
                    <a:pt x="20" y="1030"/>
                  </a:lnTo>
                  <a:lnTo>
                    <a:pt x="1" y="1147"/>
                  </a:lnTo>
                  <a:lnTo>
                    <a:pt x="20" y="1264"/>
                  </a:lnTo>
                  <a:lnTo>
                    <a:pt x="40" y="1380"/>
                  </a:lnTo>
                  <a:lnTo>
                    <a:pt x="98" y="1594"/>
                  </a:lnTo>
                  <a:lnTo>
                    <a:pt x="195" y="1789"/>
                  </a:lnTo>
                  <a:lnTo>
                    <a:pt x="351" y="1944"/>
                  </a:lnTo>
                  <a:lnTo>
                    <a:pt x="506" y="2080"/>
                  </a:lnTo>
                  <a:lnTo>
                    <a:pt x="701" y="2197"/>
                  </a:lnTo>
                  <a:lnTo>
                    <a:pt x="915" y="2255"/>
                  </a:lnTo>
                  <a:lnTo>
                    <a:pt x="1031" y="2275"/>
                  </a:lnTo>
                  <a:lnTo>
                    <a:pt x="1265" y="2275"/>
                  </a:lnTo>
                  <a:lnTo>
                    <a:pt x="1381" y="2255"/>
                  </a:lnTo>
                  <a:lnTo>
                    <a:pt x="1595" y="2197"/>
                  </a:lnTo>
                  <a:lnTo>
                    <a:pt x="1789" y="2080"/>
                  </a:lnTo>
                  <a:lnTo>
                    <a:pt x="1964" y="1944"/>
                  </a:lnTo>
                  <a:lnTo>
                    <a:pt x="2101" y="1789"/>
                  </a:lnTo>
                  <a:lnTo>
                    <a:pt x="2198" y="1594"/>
                  </a:lnTo>
                  <a:lnTo>
                    <a:pt x="2275" y="1380"/>
                  </a:lnTo>
                  <a:lnTo>
                    <a:pt x="2295" y="1264"/>
                  </a:lnTo>
                  <a:lnTo>
                    <a:pt x="2295" y="1147"/>
                  </a:lnTo>
                  <a:lnTo>
                    <a:pt x="2295" y="1030"/>
                  </a:lnTo>
                  <a:lnTo>
                    <a:pt x="2275" y="914"/>
                  </a:lnTo>
                  <a:lnTo>
                    <a:pt x="2198" y="700"/>
                  </a:lnTo>
                  <a:lnTo>
                    <a:pt x="2101" y="506"/>
                  </a:lnTo>
                  <a:lnTo>
                    <a:pt x="1964" y="331"/>
                  </a:lnTo>
                  <a:lnTo>
                    <a:pt x="1789" y="195"/>
                  </a:lnTo>
                  <a:lnTo>
                    <a:pt x="1595" y="97"/>
                  </a:lnTo>
                  <a:lnTo>
                    <a:pt x="1381" y="2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3" name="Google Shape;4823;p47"/>
            <p:cNvSpPr/>
            <p:nvPr/>
          </p:nvSpPr>
          <p:spPr>
            <a:xfrm>
              <a:off x="4067042" y="-259420"/>
              <a:ext cx="71231" cy="70605"/>
            </a:xfrm>
            <a:custGeom>
              <a:rect b="b" l="l" r="r" t="t"/>
              <a:pathLst>
                <a:path extrusionOk="0" fill="none" h="2275" w="2295">
                  <a:moveTo>
                    <a:pt x="1148" y="0"/>
                  </a:moveTo>
                  <a:lnTo>
                    <a:pt x="1148" y="0"/>
                  </a:lnTo>
                  <a:lnTo>
                    <a:pt x="1031" y="0"/>
                  </a:lnTo>
                  <a:lnTo>
                    <a:pt x="915" y="20"/>
                  </a:lnTo>
                  <a:lnTo>
                    <a:pt x="701" y="97"/>
                  </a:lnTo>
                  <a:lnTo>
                    <a:pt x="506" y="195"/>
                  </a:lnTo>
                  <a:lnTo>
                    <a:pt x="351" y="331"/>
                  </a:lnTo>
                  <a:lnTo>
                    <a:pt x="195" y="506"/>
                  </a:lnTo>
                  <a:lnTo>
                    <a:pt x="98" y="700"/>
                  </a:lnTo>
                  <a:lnTo>
                    <a:pt x="40" y="914"/>
                  </a:lnTo>
                  <a:lnTo>
                    <a:pt x="20" y="1030"/>
                  </a:lnTo>
                  <a:lnTo>
                    <a:pt x="1" y="1147"/>
                  </a:lnTo>
                  <a:lnTo>
                    <a:pt x="1" y="1147"/>
                  </a:lnTo>
                  <a:lnTo>
                    <a:pt x="20" y="1264"/>
                  </a:lnTo>
                  <a:lnTo>
                    <a:pt x="40" y="1380"/>
                  </a:lnTo>
                  <a:lnTo>
                    <a:pt x="98" y="1594"/>
                  </a:lnTo>
                  <a:lnTo>
                    <a:pt x="195" y="1789"/>
                  </a:lnTo>
                  <a:lnTo>
                    <a:pt x="351" y="1944"/>
                  </a:lnTo>
                  <a:lnTo>
                    <a:pt x="506" y="2080"/>
                  </a:lnTo>
                  <a:lnTo>
                    <a:pt x="701" y="2197"/>
                  </a:lnTo>
                  <a:lnTo>
                    <a:pt x="915" y="2255"/>
                  </a:lnTo>
                  <a:lnTo>
                    <a:pt x="1031" y="2275"/>
                  </a:lnTo>
                  <a:lnTo>
                    <a:pt x="1148" y="2275"/>
                  </a:lnTo>
                  <a:lnTo>
                    <a:pt x="1148" y="2275"/>
                  </a:lnTo>
                  <a:lnTo>
                    <a:pt x="1265" y="2275"/>
                  </a:lnTo>
                  <a:lnTo>
                    <a:pt x="1381" y="2255"/>
                  </a:lnTo>
                  <a:lnTo>
                    <a:pt x="1595" y="2197"/>
                  </a:lnTo>
                  <a:lnTo>
                    <a:pt x="1789" y="2080"/>
                  </a:lnTo>
                  <a:lnTo>
                    <a:pt x="1964" y="1944"/>
                  </a:lnTo>
                  <a:lnTo>
                    <a:pt x="2101" y="1789"/>
                  </a:lnTo>
                  <a:lnTo>
                    <a:pt x="2198" y="1594"/>
                  </a:lnTo>
                  <a:lnTo>
                    <a:pt x="2275" y="1380"/>
                  </a:lnTo>
                  <a:lnTo>
                    <a:pt x="2295" y="1264"/>
                  </a:lnTo>
                  <a:lnTo>
                    <a:pt x="2295" y="1147"/>
                  </a:lnTo>
                  <a:lnTo>
                    <a:pt x="2295" y="1147"/>
                  </a:lnTo>
                  <a:lnTo>
                    <a:pt x="2295" y="1030"/>
                  </a:lnTo>
                  <a:lnTo>
                    <a:pt x="2275" y="914"/>
                  </a:lnTo>
                  <a:lnTo>
                    <a:pt x="2198" y="700"/>
                  </a:lnTo>
                  <a:lnTo>
                    <a:pt x="2101" y="506"/>
                  </a:lnTo>
                  <a:lnTo>
                    <a:pt x="1964" y="331"/>
                  </a:lnTo>
                  <a:lnTo>
                    <a:pt x="1789" y="195"/>
                  </a:lnTo>
                  <a:lnTo>
                    <a:pt x="1595" y="97"/>
                  </a:lnTo>
                  <a:lnTo>
                    <a:pt x="1381" y="20"/>
                  </a:lnTo>
                  <a:lnTo>
                    <a:pt x="1265" y="0"/>
                  </a:lnTo>
                  <a:lnTo>
                    <a:pt x="114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4" name="Google Shape;4824;p47"/>
            <p:cNvSpPr/>
            <p:nvPr/>
          </p:nvSpPr>
          <p:spPr>
            <a:xfrm>
              <a:off x="3054015" y="-459137"/>
              <a:ext cx="217231" cy="104402"/>
            </a:xfrm>
            <a:custGeom>
              <a:rect b="b" l="l" r="r" t="t"/>
              <a:pathLst>
                <a:path extrusionOk="0" h="3364" w="6999">
                  <a:moveTo>
                    <a:pt x="311" y="0"/>
                  </a:moveTo>
                  <a:lnTo>
                    <a:pt x="214" y="20"/>
                  </a:lnTo>
                  <a:lnTo>
                    <a:pt x="117" y="59"/>
                  </a:lnTo>
                  <a:lnTo>
                    <a:pt x="59" y="117"/>
                  </a:lnTo>
                  <a:lnTo>
                    <a:pt x="20" y="195"/>
                  </a:lnTo>
                  <a:lnTo>
                    <a:pt x="0" y="292"/>
                  </a:lnTo>
                  <a:lnTo>
                    <a:pt x="20" y="389"/>
                  </a:lnTo>
                  <a:lnTo>
                    <a:pt x="59" y="467"/>
                  </a:lnTo>
                  <a:lnTo>
                    <a:pt x="156" y="545"/>
                  </a:lnTo>
                  <a:lnTo>
                    <a:pt x="5171" y="3364"/>
                  </a:lnTo>
                  <a:lnTo>
                    <a:pt x="6999" y="739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5" name="Google Shape;4825;p47"/>
            <p:cNvSpPr/>
            <p:nvPr/>
          </p:nvSpPr>
          <p:spPr>
            <a:xfrm>
              <a:off x="3054015" y="-459137"/>
              <a:ext cx="217231" cy="104402"/>
            </a:xfrm>
            <a:custGeom>
              <a:rect b="b" l="l" r="r" t="t"/>
              <a:pathLst>
                <a:path extrusionOk="0" fill="none" h="3364" w="6999">
                  <a:moveTo>
                    <a:pt x="6999" y="739"/>
                  </a:moveTo>
                  <a:lnTo>
                    <a:pt x="311" y="0"/>
                  </a:lnTo>
                  <a:lnTo>
                    <a:pt x="311" y="0"/>
                  </a:lnTo>
                  <a:lnTo>
                    <a:pt x="214" y="20"/>
                  </a:lnTo>
                  <a:lnTo>
                    <a:pt x="117" y="59"/>
                  </a:lnTo>
                  <a:lnTo>
                    <a:pt x="59" y="117"/>
                  </a:lnTo>
                  <a:lnTo>
                    <a:pt x="20" y="195"/>
                  </a:lnTo>
                  <a:lnTo>
                    <a:pt x="0" y="292"/>
                  </a:lnTo>
                  <a:lnTo>
                    <a:pt x="20" y="389"/>
                  </a:lnTo>
                  <a:lnTo>
                    <a:pt x="59" y="467"/>
                  </a:lnTo>
                  <a:lnTo>
                    <a:pt x="156" y="545"/>
                  </a:lnTo>
                  <a:lnTo>
                    <a:pt x="5171" y="3364"/>
                  </a:lnTo>
                  <a:lnTo>
                    <a:pt x="6999" y="73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6" name="Google Shape;4826;p47"/>
            <p:cNvSpPr/>
            <p:nvPr/>
          </p:nvSpPr>
          <p:spPr>
            <a:xfrm>
              <a:off x="3163822" y="-445264"/>
              <a:ext cx="41652" cy="68215"/>
            </a:xfrm>
            <a:custGeom>
              <a:rect b="b" l="l" r="r" t="t"/>
              <a:pathLst>
                <a:path extrusionOk="0" h="2198" w="1342">
                  <a:moveTo>
                    <a:pt x="759" y="0"/>
                  </a:moveTo>
                  <a:lnTo>
                    <a:pt x="525" y="467"/>
                  </a:lnTo>
                  <a:lnTo>
                    <a:pt x="311" y="953"/>
                  </a:lnTo>
                  <a:lnTo>
                    <a:pt x="137" y="1458"/>
                  </a:lnTo>
                  <a:lnTo>
                    <a:pt x="0" y="1983"/>
                  </a:lnTo>
                  <a:lnTo>
                    <a:pt x="370" y="2197"/>
                  </a:lnTo>
                  <a:lnTo>
                    <a:pt x="448" y="1906"/>
                  </a:lnTo>
                  <a:lnTo>
                    <a:pt x="545" y="1633"/>
                  </a:lnTo>
                  <a:lnTo>
                    <a:pt x="661" y="1342"/>
                  </a:lnTo>
                  <a:lnTo>
                    <a:pt x="778" y="1070"/>
                  </a:lnTo>
                  <a:lnTo>
                    <a:pt x="895" y="817"/>
                  </a:lnTo>
                  <a:lnTo>
                    <a:pt x="1031" y="564"/>
                  </a:lnTo>
                  <a:lnTo>
                    <a:pt x="1186" y="311"/>
                  </a:lnTo>
                  <a:lnTo>
                    <a:pt x="1342" y="59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7" name="Google Shape;4827;p47"/>
            <p:cNvSpPr/>
            <p:nvPr/>
          </p:nvSpPr>
          <p:spPr>
            <a:xfrm>
              <a:off x="3163822" y="-445264"/>
              <a:ext cx="41652" cy="68215"/>
            </a:xfrm>
            <a:custGeom>
              <a:rect b="b" l="l" r="r" t="t"/>
              <a:pathLst>
                <a:path extrusionOk="0" fill="none" h="2198" w="1342">
                  <a:moveTo>
                    <a:pt x="759" y="0"/>
                  </a:moveTo>
                  <a:lnTo>
                    <a:pt x="759" y="0"/>
                  </a:lnTo>
                  <a:lnTo>
                    <a:pt x="525" y="467"/>
                  </a:lnTo>
                  <a:lnTo>
                    <a:pt x="311" y="953"/>
                  </a:lnTo>
                  <a:lnTo>
                    <a:pt x="137" y="1458"/>
                  </a:lnTo>
                  <a:lnTo>
                    <a:pt x="0" y="1983"/>
                  </a:lnTo>
                  <a:lnTo>
                    <a:pt x="370" y="2197"/>
                  </a:lnTo>
                  <a:lnTo>
                    <a:pt x="370" y="2197"/>
                  </a:lnTo>
                  <a:lnTo>
                    <a:pt x="448" y="1906"/>
                  </a:lnTo>
                  <a:lnTo>
                    <a:pt x="545" y="1633"/>
                  </a:lnTo>
                  <a:lnTo>
                    <a:pt x="661" y="1342"/>
                  </a:lnTo>
                  <a:lnTo>
                    <a:pt x="778" y="1070"/>
                  </a:lnTo>
                  <a:lnTo>
                    <a:pt x="895" y="817"/>
                  </a:lnTo>
                  <a:lnTo>
                    <a:pt x="1031" y="564"/>
                  </a:lnTo>
                  <a:lnTo>
                    <a:pt x="1186" y="311"/>
                  </a:lnTo>
                  <a:lnTo>
                    <a:pt x="1342" y="59"/>
                  </a:lnTo>
                  <a:lnTo>
                    <a:pt x="75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8" name="Google Shape;4828;p47"/>
            <p:cNvSpPr/>
            <p:nvPr/>
          </p:nvSpPr>
          <p:spPr>
            <a:xfrm>
              <a:off x="3468506" y="-459137"/>
              <a:ext cx="217263" cy="104402"/>
            </a:xfrm>
            <a:custGeom>
              <a:rect b="b" l="l" r="r" t="t"/>
              <a:pathLst>
                <a:path extrusionOk="0" h="3364" w="7000">
                  <a:moveTo>
                    <a:pt x="6669" y="0"/>
                  </a:moveTo>
                  <a:lnTo>
                    <a:pt x="1" y="739"/>
                  </a:lnTo>
                  <a:lnTo>
                    <a:pt x="1809" y="3364"/>
                  </a:lnTo>
                  <a:lnTo>
                    <a:pt x="6844" y="545"/>
                  </a:lnTo>
                  <a:lnTo>
                    <a:pt x="6922" y="467"/>
                  </a:lnTo>
                  <a:lnTo>
                    <a:pt x="6980" y="389"/>
                  </a:lnTo>
                  <a:lnTo>
                    <a:pt x="7000" y="292"/>
                  </a:lnTo>
                  <a:lnTo>
                    <a:pt x="6980" y="195"/>
                  </a:lnTo>
                  <a:lnTo>
                    <a:pt x="6941" y="117"/>
                  </a:lnTo>
                  <a:lnTo>
                    <a:pt x="6863" y="59"/>
                  </a:lnTo>
                  <a:lnTo>
                    <a:pt x="6786" y="20"/>
                  </a:lnTo>
                  <a:lnTo>
                    <a:pt x="66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9" name="Google Shape;4829;p47"/>
            <p:cNvSpPr/>
            <p:nvPr/>
          </p:nvSpPr>
          <p:spPr>
            <a:xfrm>
              <a:off x="3468506" y="-459137"/>
              <a:ext cx="217263" cy="104402"/>
            </a:xfrm>
            <a:custGeom>
              <a:rect b="b" l="l" r="r" t="t"/>
              <a:pathLst>
                <a:path extrusionOk="0" fill="none" h="3364" w="7000">
                  <a:moveTo>
                    <a:pt x="1" y="739"/>
                  </a:moveTo>
                  <a:lnTo>
                    <a:pt x="6669" y="0"/>
                  </a:lnTo>
                  <a:lnTo>
                    <a:pt x="6669" y="0"/>
                  </a:lnTo>
                  <a:lnTo>
                    <a:pt x="6786" y="20"/>
                  </a:lnTo>
                  <a:lnTo>
                    <a:pt x="6863" y="59"/>
                  </a:lnTo>
                  <a:lnTo>
                    <a:pt x="6941" y="117"/>
                  </a:lnTo>
                  <a:lnTo>
                    <a:pt x="6980" y="195"/>
                  </a:lnTo>
                  <a:lnTo>
                    <a:pt x="7000" y="292"/>
                  </a:lnTo>
                  <a:lnTo>
                    <a:pt x="6980" y="389"/>
                  </a:lnTo>
                  <a:lnTo>
                    <a:pt x="6922" y="467"/>
                  </a:lnTo>
                  <a:lnTo>
                    <a:pt x="6844" y="545"/>
                  </a:lnTo>
                  <a:lnTo>
                    <a:pt x="1809" y="3364"/>
                  </a:lnTo>
                  <a:lnTo>
                    <a:pt x="1" y="73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0" name="Google Shape;4830;p47"/>
            <p:cNvSpPr/>
            <p:nvPr/>
          </p:nvSpPr>
          <p:spPr>
            <a:xfrm>
              <a:off x="3526451" y="-445264"/>
              <a:ext cx="49505" cy="72436"/>
            </a:xfrm>
            <a:custGeom>
              <a:rect b="b" l="l" r="r" t="t"/>
              <a:pathLst>
                <a:path extrusionOk="0" h="2334" w="1595">
                  <a:moveTo>
                    <a:pt x="817" y="0"/>
                  </a:moveTo>
                  <a:lnTo>
                    <a:pt x="0" y="98"/>
                  </a:lnTo>
                  <a:lnTo>
                    <a:pt x="175" y="350"/>
                  </a:lnTo>
                  <a:lnTo>
                    <a:pt x="331" y="603"/>
                  </a:lnTo>
                  <a:lnTo>
                    <a:pt x="467" y="875"/>
                  </a:lnTo>
                  <a:lnTo>
                    <a:pt x="603" y="1147"/>
                  </a:lnTo>
                  <a:lnTo>
                    <a:pt x="720" y="1439"/>
                  </a:lnTo>
                  <a:lnTo>
                    <a:pt x="817" y="1731"/>
                  </a:lnTo>
                  <a:lnTo>
                    <a:pt x="914" y="2022"/>
                  </a:lnTo>
                  <a:lnTo>
                    <a:pt x="992" y="2333"/>
                  </a:lnTo>
                  <a:lnTo>
                    <a:pt x="1594" y="1983"/>
                  </a:lnTo>
                  <a:lnTo>
                    <a:pt x="1458" y="1458"/>
                  </a:lnTo>
                  <a:lnTo>
                    <a:pt x="1283" y="953"/>
                  </a:lnTo>
                  <a:lnTo>
                    <a:pt x="1069" y="467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1" name="Google Shape;4831;p47"/>
            <p:cNvSpPr/>
            <p:nvPr/>
          </p:nvSpPr>
          <p:spPr>
            <a:xfrm>
              <a:off x="3526451" y="-445264"/>
              <a:ext cx="49505" cy="72436"/>
            </a:xfrm>
            <a:custGeom>
              <a:rect b="b" l="l" r="r" t="t"/>
              <a:pathLst>
                <a:path extrusionOk="0" fill="none" h="2334" w="1595">
                  <a:moveTo>
                    <a:pt x="817" y="0"/>
                  </a:moveTo>
                  <a:lnTo>
                    <a:pt x="0" y="98"/>
                  </a:lnTo>
                  <a:lnTo>
                    <a:pt x="0" y="98"/>
                  </a:lnTo>
                  <a:lnTo>
                    <a:pt x="175" y="350"/>
                  </a:lnTo>
                  <a:lnTo>
                    <a:pt x="331" y="603"/>
                  </a:lnTo>
                  <a:lnTo>
                    <a:pt x="467" y="875"/>
                  </a:lnTo>
                  <a:lnTo>
                    <a:pt x="603" y="1147"/>
                  </a:lnTo>
                  <a:lnTo>
                    <a:pt x="720" y="1439"/>
                  </a:lnTo>
                  <a:lnTo>
                    <a:pt x="817" y="1731"/>
                  </a:lnTo>
                  <a:lnTo>
                    <a:pt x="914" y="2022"/>
                  </a:lnTo>
                  <a:lnTo>
                    <a:pt x="992" y="2333"/>
                  </a:lnTo>
                  <a:lnTo>
                    <a:pt x="1594" y="1983"/>
                  </a:lnTo>
                  <a:lnTo>
                    <a:pt x="1594" y="1983"/>
                  </a:lnTo>
                  <a:lnTo>
                    <a:pt x="1458" y="1458"/>
                  </a:lnTo>
                  <a:lnTo>
                    <a:pt x="1283" y="953"/>
                  </a:lnTo>
                  <a:lnTo>
                    <a:pt x="1069" y="467"/>
                  </a:lnTo>
                  <a:lnTo>
                    <a:pt x="8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2" name="Google Shape;4832;p47"/>
            <p:cNvSpPr/>
            <p:nvPr/>
          </p:nvSpPr>
          <p:spPr>
            <a:xfrm>
              <a:off x="3168632" y="-529744"/>
              <a:ext cx="394673" cy="432038"/>
            </a:xfrm>
            <a:custGeom>
              <a:rect b="b" l="l" r="r" t="t"/>
              <a:pathLst>
                <a:path extrusionOk="0" h="13921" w="12716">
                  <a:moveTo>
                    <a:pt x="6358" y="1"/>
                  </a:moveTo>
                  <a:lnTo>
                    <a:pt x="6028" y="20"/>
                  </a:lnTo>
                  <a:lnTo>
                    <a:pt x="5697" y="40"/>
                  </a:lnTo>
                  <a:lnTo>
                    <a:pt x="5386" y="79"/>
                  </a:lnTo>
                  <a:lnTo>
                    <a:pt x="5075" y="137"/>
                  </a:lnTo>
                  <a:lnTo>
                    <a:pt x="4764" y="215"/>
                  </a:lnTo>
                  <a:lnTo>
                    <a:pt x="4453" y="312"/>
                  </a:lnTo>
                  <a:lnTo>
                    <a:pt x="4161" y="409"/>
                  </a:lnTo>
                  <a:lnTo>
                    <a:pt x="3870" y="526"/>
                  </a:lnTo>
                  <a:lnTo>
                    <a:pt x="3597" y="662"/>
                  </a:lnTo>
                  <a:lnTo>
                    <a:pt x="3325" y="817"/>
                  </a:lnTo>
                  <a:lnTo>
                    <a:pt x="3053" y="973"/>
                  </a:lnTo>
                  <a:lnTo>
                    <a:pt x="2800" y="1148"/>
                  </a:lnTo>
                  <a:lnTo>
                    <a:pt x="2548" y="1323"/>
                  </a:lnTo>
                  <a:lnTo>
                    <a:pt x="2314" y="1537"/>
                  </a:lnTo>
                  <a:lnTo>
                    <a:pt x="2081" y="1731"/>
                  </a:lnTo>
                  <a:lnTo>
                    <a:pt x="1848" y="1964"/>
                  </a:lnTo>
                  <a:lnTo>
                    <a:pt x="1653" y="2198"/>
                  </a:lnTo>
                  <a:lnTo>
                    <a:pt x="1440" y="2431"/>
                  </a:lnTo>
                  <a:lnTo>
                    <a:pt x="1265" y="2684"/>
                  </a:lnTo>
                  <a:lnTo>
                    <a:pt x="1070" y="2956"/>
                  </a:lnTo>
                  <a:lnTo>
                    <a:pt x="915" y="3228"/>
                  </a:lnTo>
                  <a:lnTo>
                    <a:pt x="759" y="3500"/>
                  </a:lnTo>
                  <a:lnTo>
                    <a:pt x="623" y="3792"/>
                  </a:lnTo>
                  <a:lnTo>
                    <a:pt x="487" y="4083"/>
                  </a:lnTo>
                  <a:lnTo>
                    <a:pt x="370" y="4394"/>
                  </a:lnTo>
                  <a:lnTo>
                    <a:pt x="273" y="4705"/>
                  </a:lnTo>
                  <a:lnTo>
                    <a:pt x="195" y="5016"/>
                  </a:lnTo>
                  <a:lnTo>
                    <a:pt x="118" y="5327"/>
                  </a:lnTo>
                  <a:lnTo>
                    <a:pt x="59" y="5658"/>
                  </a:lnTo>
                  <a:lnTo>
                    <a:pt x="20" y="6008"/>
                  </a:lnTo>
                  <a:lnTo>
                    <a:pt x="1" y="6338"/>
                  </a:lnTo>
                  <a:lnTo>
                    <a:pt x="1" y="6688"/>
                  </a:lnTo>
                  <a:lnTo>
                    <a:pt x="1" y="7019"/>
                  </a:lnTo>
                  <a:lnTo>
                    <a:pt x="20" y="7369"/>
                  </a:lnTo>
                  <a:lnTo>
                    <a:pt x="59" y="7719"/>
                  </a:lnTo>
                  <a:lnTo>
                    <a:pt x="118" y="8049"/>
                  </a:lnTo>
                  <a:lnTo>
                    <a:pt x="195" y="8380"/>
                  </a:lnTo>
                  <a:lnTo>
                    <a:pt x="273" y="8710"/>
                  </a:lnTo>
                  <a:lnTo>
                    <a:pt x="370" y="9041"/>
                  </a:lnTo>
                  <a:lnTo>
                    <a:pt x="487" y="9371"/>
                  </a:lnTo>
                  <a:lnTo>
                    <a:pt x="623" y="9682"/>
                  </a:lnTo>
                  <a:lnTo>
                    <a:pt x="759" y="9993"/>
                  </a:lnTo>
                  <a:lnTo>
                    <a:pt x="915" y="10304"/>
                  </a:lnTo>
                  <a:lnTo>
                    <a:pt x="1070" y="10596"/>
                  </a:lnTo>
                  <a:lnTo>
                    <a:pt x="1265" y="10887"/>
                  </a:lnTo>
                  <a:lnTo>
                    <a:pt x="1440" y="11160"/>
                  </a:lnTo>
                  <a:lnTo>
                    <a:pt x="1653" y="11432"/>
                  </a:lnTo>
                  <a:lnTo>
                    <a:pt x="1848" y="11685"/>
                  </a:lnTo>
                  <a:lnTo>
                    <a:pt x="2081" y="11937"/>
                  </a:lnTo>
                  <a:lnTo>
                    <a:pt x="2314" y="12171"/>
                  </a:lnTo>
                  <a:lnTo>
                    <a:pt x="2548" y="12384"/>
                  </a:lnTo>
                  <a:lnTo>
                    <a:pt x="2800" y="12598"/>
                  </a:lnTo>
                  <a:lnTo>
                    <a:pt x="3053" y="12812"/>
                  </a:lnTo>
                  <a:lnTo>
                    <a:pt x="3325" y="12987"/>
                  </a:lnTo>
                  <a:lnTo>
                    <a:pt x="3597" y="13162"/>
                  </a:lnTo>
                  <a:lnTo>
                    <a:pt x="3870" y="13318"/>
                  </a:lnTo>
                  <a:lnTo>
                    <a:pt x="4161" y="13454"/>
                  </a:lnTo>
                  <a:lnTo>
                    <a:pt x="4453" y="13570"/>
                  </a:lnTo>
                  <a:lnTo>
                    <a:pt x="4764" y="13687"/>
                  </a:lnTo>
                  <a:lnTo>
                    <a:pt x="5075" y="13765"/>
                  </a:lnTo>
                  <a:lnTo>
                    <a:pt x="5386" y="13842"/>
                  </a:lnTo>
                  <a:lnTo>
                    <a:pt x="5697" y="13881"/>
                  </a:lnTo>
                  <a:lnTo>
                    <a:pt x="6028" y="13920"/>
                  </a:lnTo>
                  <a:lnTo>
                    <a:pt x="6689" y="13920"/>
                  </a:lnTo>
                  <a:lnTo>
                    <a:pt x="7000" y="13881"/>
                  </a:lnTo>
                  <a:lnTo>
                    <a:pt x="7330" y="13842"/>
                  </a:lnTo>
                  <a:lnTo>
                    <a:pt x="7641" y="13765"/>
                  </a:lnTo>
                  <a:lnTo>
                    <a:pt x="7933" y="13687"/>
                  </a:lnTo>
                  <a:lnTo>
                    <a:pt x="8244" y="13570"/>
                  </a:lnTo>
                  <a:lnTo>
                    <a:pt x="8535" y="13454"/>
                  </a:lnTo>
                  <a:lnTo>
                    <a:pt x="8827" y="13318"/>
                  </a:lnTo>
                  <a:lnTo>
                    <a:pt x="9119" y="13162"/>
                  </a:lnTo>
                  <a:lnTo>
                    <a:pt x="9391" y="12987"/>
                  </a:lnTo>
                  <a:lnTo>
                    <a:pt x="9643" y="12812"/>
                  </a:lnTo>
                  <a:lnTo>
                    <a:pt x="9916" y="12598"/>
                  </a:lnTo>
                  <a:lnTo>
                    <a:pt x="10149" y="12384"/>
                  </a:lnTo>
                  <a:lnTo>
                    <a:pt x="10402" y="12171"/>
                  </a:lnTo>
                  <a:lnTo>
                    <a:pt x="10635" y="11937"/>
                  </a:lnTo>
                  <a:lnTo>
                    <a:pt x="10849" y="11685"/>
                  </a:lnTo>
                  <a:lnTo>
                    <a:pt x="11063" y="11432"/>
                  </a:lnTo>
                  <a:lnTo>
                    <a:pt x="11257" y="11160"/>
                  </a:lnTo>
                  <a:lnTo>
                    <a:pt x="11451" y="10887"/>
                  </a:lnTo>
                  <a:lnTo>
                    <a:pt x="11626" y="10596"/>
                  </a:lnTo>
                  <a:lnTo>
                    <a:pt x="11782" y="10304"/>
                  </a:lnTo>
                  <a:lnTo>
                    <a:pt x="11937" y="9993"/>
                  </a:lnTo>
                  <a:lnTo>
                    <a:pt x="12093" y="9682"/>
                  </a:lnTo>
                  <a:lnTo>
                    <a:pt x="12210" y="9371"/>
                  </a:lnTo>
                  <a:lnTo>
                    <a:pt x="12326" y="9041"/>
                  </a:lnTo>
                  <a:lnTo>
                    <a:pt x="12423" y="8710"/>
                  </a:lnTo>
                  <a:lnTo>
                    <a:pt x="12521" y="8380"/>
                  </a:lnTo>
                  <a:lnTo>
                    <a:pt x="12579" y="8049"/>
                  </a:lnTo>
                  <a:lnTo>
                    <a:pt x="12637" y="7719"/>
                  </a:lnTo>
                  <a:lnTo>
                    <a:pt x="12676" y="7369"/>
                  </a:lnTo>
                  <a:lnTo>
                    <a:pt x="12696" y="7019"/>
                  </a:lnTo>
                  <a:lnTo>
                    <a:pt x="12715" y="6688"/>
                  </a:lnTo>
                  <a:lnTo>
                    <a:pt x="12696" y="6338"/>
                  </a:lnTo>
                  <a:lnTo>
                    <a:pt x="12676" y="6008"/>
                  </a:lnTo>
                  <a:lnTo>
                    <a:pt x="12637" y="5658"/>
                  </a:lnTo>
                  <a:lnTo>
                    <a:pt x="12579" y="5327"/>
                  </a:lnTo>
                  <a:lnTo>
                    <a:pt x="12521" y="5016"/>
                  </a:lnTo>
                  <a:lnTo>
                    <a:pt x="12423" y="4705"/>
                  </a:lnTo>
                  <a:lnTo>
                    <a:pt x="12326" y="4394"/>
                  </a:lnTo>
                  <a:lnTo>
                    <a:pt x="12210" y="4083"/>
                  </a:lnTo>
                  <a:lnTo>
                    <a:pt x="12093" y="3792"/>
                  </a:lnTo>
                  <a:lnTo>
                    <a:pt x="11937" y="3500"/>
                  </a:lnTo>
                  <a:lnTo>
                    <a:pt x="11782" y="3228"/>
                  </a:lnTo>
                  <a:lnTo>
                    <a:pt x="11626" y="2956"/>
                  </a:lnTo>
                  <a:lnTo>
                    <a:pt x="11451" y="2684"/>
                  </a:lnTo>
                  <a:lnTo>
                    <a:pt x="11257" y="2431"/>
                  </a:lnTo>
                  <a:lnTo>
                    <a:pt x="11063" y="2198"/>
                  </a:lnTo>
                  <a:lnTo>
                    <a:pt x="10849" y="1964"/>
                  </a:lnTo>
                  <a:lnTo>
                    <a:pt x="10635" y="1731"/>
                  </a:lnTo>
                  <a:lnTo>
                    <a:pt x="10402" y="1537"/>
                  </a:lnTo>
                  <a:lnTo>
                    <a:pt x="10149" y="1323"/>
                  </a:lnTo>
                  <a:lnTo>
                    <a:pt x="9916" y="1148"/>
                  </a:lnTo>
                  <a:lnTo>
                    <a:pt x="9643" y="973"/>
                  </a:lnTo>
                  <a:lnTo>
                    <a:pt x="9391" y="817"/>
                  </a:lnTo>
                  <a:lnTo>
                    <a:pt x="9119" y="662"/>
                  </a:lnTo>
                  <a:lnTo>
                    <a:pt x="8827" y="526"/>
                  </a:lnTo>
                  <a:lnTo>
                    <a:pt x="8535" y="409"/>
                  </a:lnTo>
                  <a:lnTo>
                    <a:pt x="8244" y="312"/>
                  </a:lnTo>
                  <a:lnTo>
                    <a:pt x="7933" y="215"/>
                  </a:lnTo>
                  <a:lnTo>
                    <a:pt x="7641" y="137"/>
                  </a:lnTo>
                  <a:lnTo>
                    <a:pt x="7330" y="79"/>
                  </a:lnTo>
                  <a:lnTo>
                    <a:pt x="7000" y="40"/>
                  </a:lnTo>
                  <a:lnTo>
                    <a:pt x="6689" y="20"/>
                  </a:lnTo>
                  <a:lnTo>
                    <a:pt x="6358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3" name="Google Shape;4833;p47"/>
            <p:cNvSpPr/>
            <p:nvPr/>
          </p:nvSpPr>
          <p:spPr>
            <a:xfrm>
              <a:off x="3168632" y="-529744"/>
              <a:ext cx="394673" cy="432038"/>
            </a:xfrm>
            <a:custGeom>
              <a:rect b="b" l="l" r="r" t="t"/>
              <a:pathLst>
                <a:path extrusionOk="0" fill="none" h="13921" w="12716">
                  <a:moveTo>
                    <a:pt x="12715" y="6688"/>
                  </a:moveTo>
                  <a:lnTo>
                    <a:pt x="12715" y="6688"/>
                  </a:lnTo>
                  <a:lnTo>
                    <a:pt x="12696" y="7019"/>
                  </a:lnTo>
                  <a:lnTo>
                    <a:pt x="12676" y="7369"/>
                  </a:lnTo>
                  <a:lnTo>
                    <a:pt x="12637" y="7719"/>
                  </a:lnTo>
                  <a:lnTo>
                    <a:pt x="12579" y="8049"/>
                  </a:lnTo>
                  <a:lnTo>
                    <a:pt x="12521" y="8380"/>
                  </a:lnTo>
                  <a:lnTo>
                    <a:pt x="12423" y="8710"/>
                  </a:lnTo>
                  <a:lnTo>
                    <a:pt x="12326" y="9041"/>
                  </a:lnTo>
                  <a:lnTo>
                    <a:pt x="12210" y="9371"/>
                  </a:lnTo>
                  <a:lnTo>
                    <a:pt x="12093" y="9682"/>
                  </a:lnTo>
                  <a:lnTo>
                    <a:pt x="11937" y="9993"/>
                  </a:lnTo>
                  <a:lnTo>
                    <a:pt x="11782" y="10304"/>
                  </a:lnTo>
                  <a:lnTo>
                    <a:pt x="11626" y="10596"/>
                  </a:lnTo>
                  <a:lnTo>
                    <a:pt x="11451" y="10887"/>
                  </a:lnTo>
                  <a:lnTo>
                    <a:pt x="11257" y="11160"/>
                  </a:lnTo>
                  <a:lnTo>
                    <a:pt x="11063" y="11432"/>
                  </a:lnTo>
                  <a:lnTo>
                    <a:pt x="10849" y="11685"/>
                  </a:lnTo>
                  <a:lnTo>
                    <a:pt x="10635" y="11937"/>
                  </a:lnTo>
                  <a:lnTo>
                    <a:pt x="10402" y="12171"/>
                  </a:lnTo>
                  <a:lnTo>
                    <a:pt x="10149" y="12384"/>
                  </a:lnTo>
                  <a:lnTo>
                    <a:pt x="9916" y="12598"/>
                  </a:lnTo>
                  <a:lnTo>
                    <a:pt x="9643" y="12812"/>
                  </a:lnTo>
                  <a:lnTo>
                    <a:pt x="9391" y="12987"/>
                  </a:lnTo>
                  <a:lnTo>
                    <a:pt x="9119" y="13162"/>
                  </a:lnTo>
                  <a:lnTo>
                    <a:pt x="8827" y="13318"/>
                  </a:lnTo>
                  <a:lnTo>
                    <a:pt x="8535" y="13454"/>
                  </a:lnTo>
                  <a:lnTo>
                    <a:pt x="8244" y="13570"/>
                  </a:lnTo>
                  <a:lnTo>
                    <a:pt x="7933" y="13687"/>
                  </a:lnTo>
                  <a:lnTo>
                    <a:pt x="7641" y="13765"/>
                  </a:lnTo>
                  <a:lnTo>
                    <a:pt x="7330" y="13842"/>
                  </a:lnTo>
                  <a:lnTo>
                    <a:pt x="7000" y="13881"/>
                  </a:lnTo>
                  <a:lnTo>
                    <a:pt x="6689" y="13920"/>
                  </a:lnTo>
                  <a:lnTo>
                    <a:pt x="6358" y="13920"/>
                  </a:lnTo>
                  <a:lnTo>
                    <a:pt x="6358" y="13920"/>
                  </a:lnTo>
                  <a:lnTo>
                    <a:pt x="6028" y="13920"/>
                  </a:lnTo>
                  <a:lnTo>
                    <a:pt x="5697" y="13881"/>
                  </a:lnTo>
                  <a:lnTo>
                    <a:pt x="5386" y="13842"/>
                  </a:lnTo>
                  <a:lnTo>
                    <a:pt x="5075" y="13765"/>
                  </a:lnTo>
                  <a:lnTo>
                    <a:pt x="4764" y="13687"/>
                  </a:lnTo>
                  <a:lnTo>
                    <a:pt x="4453" y="13570"/>
                  </a:lnTo>
                  <a:lnTo>
                    <a:pt x="4161" y="13454"/>
                  </a:lnTo>
                  <a:lnTo>
                    <a:pt x="3870" y="13318"/>
                  </a:lnTo>
                  <a:lnTo>
                    <a:pt x="3597" y="13162"/>
                  </a:lnTo>
                  <a:lnTo>
                    <a:pt x="3325" y="12987"/>
                  </a:lnTo>
                  <a:lnTo>
                    <a:pt x="3053" y="12812"/>
                  </a:lnTo>
                  <a:lnTo>
                    <a:pt x="2800" y="12598"/>
                  </a:lnTo>
                  <a:lnTo>
                    <a:pt x="2548" y="12384"/>
                  </a:lnTo>
                  <a:lnTo>
                    <a:pt x="2314" y="12171"/>
                  </a:lnTo>
                  <a:lnTo>
                    <a:pt x="2081" y="11937"/>
                  </a:lnTo>
                  <a:lnTo>
                    <a:pt x="1848" y="11685"/>
                  </a:lnTo>
                  <a:lnTo>
                    <a:pt x="1653" y="11432"/>
                  </a:lnTo>
                  <a:lnTo>
                    <a:pt x="1440" y="11160"/>
                  </a:lnTo>
                  <a:lnTo>
                    <a:pt x="1265" y="10887"/>
                  </a:lnTo>
                  <a:lnTo>
                    <a:pt x="1070" y="10596"/>
                  </a:lnTo>
                  <a:lnTo>
                    <a:pt x="915" y="10304"/>
                  </a:lnTo>
                  <a:lnTo>
                    <a:pt x="759" y="9993"/>
                  </a:lnTo>
                  <a:lnTo>
                    <a:pt x="623" y="9682"/>
                  </a:lnTo>
                  <a:lnTo>
                    <a:pt x="487" y="9371"/>
                  </a:lnTo>
                  <a:lnTo>
                    <a:pt x="370" y="9041"/>
                  </a:lnTo>
                  <a:lnTo>
                    <a:pt x="273" y="8710"/>
                  </a:lnTo>
                  <a:lnTo>
                    <a:pt x="195" y="8380"/>
                  </a:lnTo>
                  <a:lnTo>
                    <a:pt x="118" y="8049"/>
                  </a:lnTo>
                  <a:lnTo>
                    <a:pt x="59" y="7719"/>
                  </a:lnTo>
                  <a:lnTo>
                    <a:pt x="20" y="7369"/>
                  </a:lnTo>
                  <a:lnTo>
                    <a:pt x="1" y="7019"/>
                  </a:lnTo>
                  <a:lnTo>
                    <a:pt x="1" y="6688"/>
                  </a:lnTo>
                  <a:lnTo>
                    <a:pt x="1" y="6688"/>
                  </a:lnTo>
                  <a:lnTo>
                    <a:pt x="1" y="6338"/>
                  </a:lnTo>
                  <a:lnTo>
                    <a:pt x="20" y="6008"/>
                  </a:lnTo>
                  <a:lnTo>
                    <a:pt x="59" y="5658"/>
                  </a:lnTo>
                  <a:lnTo>
                    <a:pt x="118" y="5327"/>
                  </a:lnTo>
                  <a:lnTo>
                    <a:pt x="195" y="5016"/>
                  </a:lnTo>
                  <a:lnTo>
                    <a:pt x="273" y="4705"/>
                  </a:lnTo>
                  <a:lnTo>
                    <a:pt x="370" y="4394"/>
                  </a:lnTo>
                  <a:lnTo>
                    <a:pt x="487" y="4083"/>
                  </a:lnTo>
                  <a:lnTo>
                    <a:pt x="623" y="3792"/>
                  </a:lnTo>
                  <a:lnTo>
                    <a:pt x="759" y="3500"/>
                  </a:lnTo>
                  <a:lnTo>
                    <a:pt x="915" y="3228"/>
                  </a:lnTo>
                  <a:lnTo>
                    <a:pt x="1070" y="2956"/>
                  </a:lnTo>
                  <a:lnTo>
                    <a:pt x="1265" y="2684"/>
                  </a:lnTo>
                  <a:lnTo>
                    <a:pt x="1440" y="2431"/>
                  </a:lnTo>
                  <a:lnTo>
                    <a:pt x="1653" y="2198"/>
                  </a:lnTo>
                  <a:lnTo>
                    <a:pt x="1848" y="1964"/>
                  </a:lnTo>
                  <a:lnTo>
                    <a:pt x="2081" y="1731"/>
                  </a:lnTo>
                  <a:lnTo>
                    <a:pt x="2314" y="1537"/>
                  </a:lnTo>
                  <a:lnTo>
                    <a:pt x="2548" y="1323"/>
                  </a:lnTo>
                  <a:lnTo>
                    <a:pt x="2800" y="1148"/>
                  </a:lnTo>
                  <a:lnTo>
                    <a:pt x="3053" y="973"/>
                  </a:lnTo>
                  <a:lnTo>
                    <a:pt x="3325" y="817"/>
                  </a:lnTo>
                  <a:lnTo>
                    <a:pt x="3597" y="662"/>
                  </a:lnTo>
                  <a:lnTo>
                    <a:pt x="3870" y="526"/>
                  </a:lnTo>
                  <a:lnTo>
                    <a:pt x="4161" y="409"/>
                  </a:lnTo>
                  <a:lnTo>
                    <a:pt x="4453" y="312"/>
                  </a:lnTo>
                  <a:lnTo>
                    <a:pt x="4764" y="215"/>
                  </a:lnTo>
                  <a:lnTo>
                    <a:pt x="5075" y="137"/>
                  </a:lnTo>
                  <a:lnTo>
                    <a:pt x="5386" y="79"/>
                  </a:lnTo>
                  <a:lnTo>
                    <a:pt x="5697" y="40"/>
                  </a:lnTo>
                  <a:lnTo>
                    <a:pt x="6028" y="20"/>
                  </a:lnTo>
                  <a:lnTo>
                    <a:pt x="6358" y="1"/>
                  </a:lnTo>
                  <a:lnTo>
                    <a:pt x="6358" y="1"/>
                  </a:lnTo>
                  <a:lnTo>
                    <a:pt x="6689" y="20"/>
                  </a:lnTo>
                  <a:lnTo>
                    <a:pt x="7000" y="40"/>
                  </a:lnTo>
                  <a:lnTo>
                    <a:pt x="7330" y="79"/>
                  </a:lnTo>
                  <a:lnTo>
                    <a:pt x="7641" y="137"/>
                  </a:lnTo>
                  <a:lnTo>
                    <a:pt x="7933" y="215"/>
                  </a:lnTo>
                  <a:lnTo>
                    <a:pt x="8244" y="312"/>
                  </a:lnTo>
                  <a:lnTo>
                    <a:pt x="8535" y="409"/>
                  </a:lnTo>
                  <a:lnTo>
                    <a:pt x="8827" y="526"/>
                  </a:lnTo>
                  <a:lnTo>
                    <a:pt x="9119" y="662"/>
                  </a:lnTo>
                  <a:lnTo>
                    <a:pt x="9391" y="817"/>
                  </a:lnTo>
                  <a:lnTo>
                    <a:pt x="9643" y="973"/>
                  </a:lnTo>
                  <a:lnTo>
                    <a:pt x="9916" y="1148"/>
                  </a:lnTo>
                  <a:lnTo>
                    <a:pt x="10149" y="1323"/>
                  </a:lnTo>
                  <a:lnTo>
                    <a:pt x="10402" y="1537"/>
                  </a:lnTo>
                  <a:lnTo>
                    <a:pt x="10635" y="1731"/>
                  </a:lnTo>
                  <a:lnTo>
                    <a:pt x="10849" y="1964"/>
                  </a:lnTo>
                  <a:lnTo>
                    <a:pt x="11063" y="2198"/>
                  </a:lnTo>
                  <a:lnTo>
                    <a:pt x="11257" y="2431"/>
                  </a:lnTo>
                  <a:lnTo>
                    <a:pt x="11451" y="2684"/>
                  </a:lnTo>
                  <a:lnTo>
                    <a:pt x="11626" y="2956"/>
                  </a:lnTo>
                  <a:lnTo>
                    <a:pt x="11782" y="3228"/>
                  </a:lnTo>
                  <a:lnTo>
                    <a:pt x="11937" y="3500"/>
                  </a:lnTo>
                  <a:lnTo>
                    <a:pt x="12093" y="3792"/>
                  </a:lnTo>
                  <a:lnTo>
                    <a:pt x="12210" y="4083"/>
                  </a:lnTo>
                  <a:lnTo>
                    <a:pt x="12326" y="4394"/>
                  </a:lnTo>
                  <a:lnTo>
                    <a:pt x="12423" y="4705"/>
                  </a:lnTo>
                  <a:lnTo>
                    <a:pt x="12521" y="5016"/>
                  </a:lnTo>
                  <a:lnTo>
                    <a:pt x="12579" y="5327"/>
                  </a:lnTo>
                  <a:lnTo>
                    <a:pt x="12637" y="5658"/>
                  </a:lnTo>
                  <a:lnTo>
                    <a:pt x="12676" y="6008"/>
                  </a:lnTo>
                  <a:lnTo>
                    <a:pt x="12696" y="6338"/>
                  </a:lnTo>
                  <a:lnTo>
                    <a:pt x="12715" y="668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4" name="Google Shape;4834;p47"/>
            <p:cNvSpPr/>
            <p:nvPr/>
          </p:nvSpPr>
          <p:spPr>
            <a:xfrm>
              <a:off x="3168632" y="-529744"/>
              <a:ext cx="394673" cy="432038"/>
            </a:xfrm>
            <a:custGeom>
              <a:rect b="b" l="l" r="r" t="t"/>
              <a:pathLst>
                <a:path extrusionOk="0" h="13921" w="12716">
                  <a:moveTo>
                    <a:pt x="6358" y="1"/>
                  </a:moveTo>
                  <a:lnTo>
                    <a:pt x="6028" y="20"/>
                  </a:lnTo>
                  <a:lnTo>
                    <a:pt x="5697" y="40"/>
                  </a:lnTo>
                  <a:lnTo>
                    <a:pt x="5386" y="79"/>
                  </a:lnTo>
                  <a:lnTo>
                    <a:pt x="5075" y="137"/>
                  </a:lnTo>
                  <a:lnTo>
                    <a:pt x="4764" y="215"/>
                  </a:lnTo>
                  <a:lnTo>
                    <a:pt x="4453" y="312"/>
                  </a:lnTo>
                  <a:lnTo>
                    <a:pt x="4161" y="409"/>
                  </a:lnTo>
                  <a:lnTo>
                    <a:pt x="3870" y="526"/>
                  </a:lnTo>
                  <a:lnTo>
                    <a:pt x="3597" y="662"/>
                  </a:lnTo>
                  <a:lnTo>
                    <a:pt x="3325" y="817"/>
                  </a:lnTo>
                  <a:lnTo>
                    <a:pt x="3053" y="973"/>
                  </a:lnTo>
                  <a:lnTo>
                    <a:pt x="2800" y="1148"/>
                  </a:lnTo>
                  <a:lnTo>
                    <a:pt x="2548" y="1323"/>
                  </a:lnTo>
                  <a:lnTo>
                    <a:pt x="2314" y="1537"/>
                  </a:lnTo>
                  <a:lnTo>
                    <a:pt x="2081" y="1731"/>
                  </a:lnTo>
                  <a:lnTo>
                    <a:pt x="1848" y="1964"/>
                  </a:lnTo>
                  <a:lnTo>
                    <a:pt x="1653" y="2198"/>
                  </a:lnTo>
                  <a:lnTo>
                    <a:pt x="1440" y="2431"/>
                  </a:lnTo>
                  <a:lnTo>
                    <a:pt x="1265" y="2684"/>
                  </a:lnTo>
                  <a:lnTo>
                    <a:pt x="1070" y="2956"/>
                  </a:lnTo>
                  <a:lnTo>
                    <a:pt x="915" y="3228"/>
                  </a:lnTo>
                  <a:lnTo>
                    <a:pt x="759" y="3500"/>
                  </a:lnTo>
                  <a:lnTo>
                    <a:pt x="623" y="3792"/>
                  </a:lnTo>
                  <a:lnTo>
                    <a:pt x="487" y="4083"/>
                  </a:lnTo>
                  <a:lnTo>
                    <a:pt x="370" y="4394"/>
                  </a:lnTo>
                  <a:lnTo>
                    <a:pt x="273" y="4705"/>
                  </a:lnTo>
                  <a:lnTo>
                    <a:pt x="195" y="5016"/>
                  </a:lnTo>
                  <a:lnTo>
                    <a:pt x="118" y="5327"/>
                  </a:lnTo>
                  <a:lnTo>
                    <a:pt x="59" y="5658"/>
                  </a:lnTo>
                  <a:lnTo>
                    <a:pt x="20" y="6008"/>
                  </a:lnTo>
                  <a:lnTo>
                    <a:pt x="1" y="6338"/>
                  </a:lnTo>
                  <a:lnTo>
                    <a:pt x="1" y="6688"/>
                  </a:lnTo>
                  <a:lnTo>
                    <a:pt x="1" y="7019"/>
                  </a:lnTo>
                  <a:lnTo>
                    <a:pt x="20" y="7369"/>
                  </a:lnTo>
                  <a:lnTo>
                    <a:pt x="59" y="7719"/>
                  </a:lnTo>
                  <a:lnTo>
                    <a:pt x="118" y="8049"/>
                  </a:lnTo>
                  <a:lnTo>
                    <a:pt x="195" y="8380"/>
                  </a:lnTo>
                  <a:lnTo>
                    <a:pt x="273" y="8710"/>
                  </a:lnTo>
                  <a:lnTo>
                    <a:pt x="370" y="9041"/>
                  </a:lnTo>
                  <a:lnTo>
                    <a:pt x="487" y="9371"/>
                  </a:lnTo>
                  <a:lnTo>
                    <a:pt x="623" y="9682"/>
                  </a:lnTo>
                  <a:lnTo>
                    <a:pt x="759" y="9993"/>
                  </a:lnTo>
                  <a:lnTo>
                    <a:pt x="915" y="10304"/>
                  </a:lnTo>
                  <a:lnTo>
                    <a:pt x="1070" y="10596"/>
                  </a:lnTo>
                  <a:lnTo>
                    <a:pt x="1265" y="10887"/>
                  </a:lnTo>
                  <a:lnTo>
                    <a:pt x="1440" y="11160"/>
                  </a:lnTo>
                  <a:lnTo>
                    <a:pt x="1653" y="11432"/>
                  </a:lnTo>
                  <a:lnTo>
                    <a:pt x="1848" y="11685"/>
                  </a:lnTo>
                  <a:lnTo>
                    <a:pt x="2081" y="11937"/>
                  </a:lnTo>
                  <a:lnTo>
                    <a:pt x="2314" y="12171"/>
                  </a:lnTo>
                  <a:lnTo>
                    <a:pt x="2548" y="12384"/>
                  </a:lnTo>
                  <a:lnTo>
                    <a:pt x="2800" y="12598"/>
                  </a:lnTo>
                  <a:lnTo>
                    <a:pt x="3053" y="12812"/>
                  </a:lnTo>
                  <a:lnTo>
                    <a:pt x="3325" y="12987"/>
                  </a:lnTo>
                  <a:lnTo>
                    <a:pt x="3597" y="13162"/>
                  </a:lnTo>
                  <a:lnTo>
                    <a:pt x="3870" y="13318"/>
                  </a:lnTo>
                  <a:lnTo>
                    <a:pt x="4161" y="13454"/>
                  </a:lnTo>
                  <a:lnTo>
                    <a:pt x="4453" y="13570"/>
                  </a:lnTo>
                  <a:lnTo>
                    <a:pt x="4764" y="13687"/>
                  </a:lnTo>
                  <a:lnTo>
                    <a:pt x="5075" y="13765"/>
                  </a:lnTo>
                  <a:lnTo>
                    <a:pt x="5386" y="13842"/>
                  </a:lnTo>
                  <a:lnTo>
                    <a:pt x="5697" y="13881"/>
                  </a:lnTo>
                  <a:lnTo>
                    <a:pt x="6028" y="13920"/>
                  </a:lnTo>
                  <a:lnTo>
                    <a:pt x="6689" y="13920"/>
                  </a:lnTo>
                  <a:lnTo>
                    <a:pt x="7000" y="13881"/>
                  </a:lnTo>
                  <a:lnTo>
                    <a:pt x="7330" y="13842"/>
                  </a:lnTo>
                  <a:lnTo>
                    <a:pt x="7641" y="13765"/>
                  </a:lnTo>
                  <a:lnTo>
                    <a:pt x="7933" y="13687"/>
                  </a:lnTo>
                  <a:lnTo>
                    <a:pt x="8244" y="13570"/>
                  </a:lnTo>
                  <a:lnTo>
                    <a:pt x="8535" y="13454"/>
                  </a:lnTo>
                  <a:lnTo>
                    <a:pt x="8827" y="13318"/>
                  </a:lnTo>
                  <a:lnTo>
                    <a:pt x="9119" y="13162"/>
                  </a:lnTo>
                  <a:lnTo>
                    <a:pt x="9391" y="12987"/>
                  </a:lnTo>
                  <a:lnTo>
                    <a:pt x="9643" y="12812"/>
                  </a:lnTo>
                  <a:lnTo>
                    <a:pt x="9916" y="12598"/>
                  </a:lnTo>
                  <a:lnTo>
                    <a:pt x="10149" y="12384"/>
                  </a:lnTo>
                  <a:lnTo>
                    <a:pt x="10402" y="12171"/>
                  </a:lnTo>
                  <a:lnTo>
                    <a:pt x="10635" y="11937"/>
                  </a:lnTo>
                  <a:lnTo>
                    <a:pt x="10849" y="11685"/>
                  </a:lnTo>
                  <a:lnTo>
                    <a:pt x="11063" y="11432"/>
                  </a:lnTo>
                  <a:lnTo>
                    <a:pt x="11257" y="11160"/>
                  </a:lnTo>
                  <a:lnTo>
                    <a:pt x="11451" y="10887"/>
                  </a:lnTo>
                  <a:lnTo>
                    <a:pt x="11626" y="10596"/>
                  </a:lnTo>
                  <a:lnTo>
                    <a:pt x="11782" y="10304"/>
                  </a:lnTo>
                  <a:lnTo>
                    <a:pt x="11937" y="9993"/>
                  </a:lnTo>
                  <a:lnTo>
                    <a:pt x="12093" y="9682"/>
                  </a:lnTo>
                  <a:lnTo>
                    <a:pt x="12210" y="9371"/>
                  </a:lnTo>
                  <a:lnTo>
                    <a:pt x="12326" y="9041"/>
                  </a:lnTo>
                  <a:lnTo>
                    <a:pt x="12423" y="8710"/>
                  </a:lnTo>
                  <a:lnTo>
                    <a:pt x="12521" y="8380"/>
                  </a:lnTo>
                  <a:lnTo>
                    <a:pt x="12579" y="8049"/>
                  </a:lnTo>
                  <a:lnTo>
                    <a:pt x="12637" y="7719"/>
                  </a:lnTo>
                  <a:lnTo>
                    <a:pt x="12676" y="7369"/>
                  </a:lnTo>
                  <a:lnTo>
                    <a:pt x="12696" y="7019"/>
                  </a:lnTo>
                  <a:lnTo>
                    <a:pt x="12715" y="6688"/>
                  </a:lnTo>
                  <a:lnTo>
                    <a:pt x="12696" y="6338"/>
                  </a:lnTo>
                  <a:lnTo>
                    <a:pt x="12676" y="6008"/>
                  </a:lnTo>
                  <a:lnTo>
                    <a:pt x="12637" y="5658"/>
                  </a:lnTo>
                  <a:lnTo>
                    <a:pt x="12579" y="5327"/>
                  </a:lnTo>
                  <a:lnTo>
                    <a:pt x="12521" y="5016"/>
                  </a:lnTo>
                  <a:lnTo>
                    <a:pt x="12423" y="4705"/>
                  </a:lnTo>
                  <a:lnTo>
                    <a:pt x="12326" y="4394"/>
                  </a:lnTo>
                  <a:lnTo>
                    <a:pt x="12210" y="4083"/>
                  </a:lnTo>
                  <a:lnTo>
                    <a:pt x="12093" y="3792"/>
                  </a:lnTo>
                  <a:lnTo>
                    <a:pt x="11937" y="3500"/>
                  </a:lnTo>
                  <a:lnTo>
                    <a:pt x="11782" y="3228"/>
                  </a:lnTo>
                  <a:lnTo>
                    <a:pt x="11626" y="2956"/>
                  </a:lnTo>
                  <a:lnTo>
                    <a:pt x="11451" y="2684"/>
                  </a:lnTo>
                  <a:lnTo>
                    <a:pt x="11257" y="2431"/>
                  </a:lnTo>
                  <a:lnTo>
                    <a:pt x="11063" y="2198"/>
                  </a:lnTo>
                  <a:lnTo>
                    <a:pt x="10849" y="1964"/>
                  </a:lnTo>
                  <a:lnTo>
                    <a:pt x="10635" y="1731"/>
                  </a:lnTo>
                  <a:lnTo>
                    <a:pt x="10402" y="1537"/>
                  </a:lnTo>
                  <a:lnTo>
                    <a:pt x="10149" y="1323"/>
                  </a:lnTo>
                  <a:lnTo>
                    <a:pt x="9916" y="1148"/>
                  </a:lnTo>
                  <a:lnTo>
                    <a:pt x="9643" y="973"/>
                  </a:lnTo>
                  <a:lnTo>
                    <a:pt x="9391" y="817"/>
                  </a:lnTo>
                  <a:lnTo>
                    <a:pt x="9119" y="662"/>
                  </a:lnTo>
                  <a:lnTo>
                    <a:pt x="8827" y="526"/>
                  </a:lnTo>
                  <a:lnTo>
                    <a:pt x="8535" y="409"/>
                  </a:lnTo>
                  <a:lnTo>
                    <a:pt x="8244" y="312"/>
                  </a:lnTo>
                  <a:lnTo>
                    <a:pt x="7933" y="215"/>
                  </a:lnTo>
                  <a:lnTo>
                    <a:pt x="7641" y="137"/>
                  </a:lnTo>
                  <a:lnTo>
                    <a:pt x="7330" y="79"/>
                  </a:lnTo>
                  <a:lnTo>
                    <a:pt x="7000" y="40"/>
                  </a:lnTo>
                  <a:lnTo>
                    <a:pt x="6689" y="20"/>
                  </a:lnTo>
                  <a:lnTo>
                    <a:pt x="63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5" name="Google Shape;4835;p47"/>
            <p:cNvSpPr/>
            <p:nvPr/>
          </p:nvSpPr>
          <p:spPr>
            <a:xfrm>
              <a:off x="3168632" y="-529744"/>
              <a:ext cx="394673" cy="432038"/>
            </a:xfrm>
            <a:custGeom>
              <a:rect b="b" l="l" r="r" t="t"/>
              <a:pathLst>
                <a:path extrusionOk="0" fill="none" h="13921" w="12716">
                  <a:moveTo>
                    <a:pt x="12715" y="6688"/>
                  </a:moveTo>
                  <a:lnTo>
                    <a:pt x="12715" y="6688"/>
                  </a:lnTo>
                  <a:lnTo>
                    <a:pt x="12696" y="7019"/>
                  </a:lnTo>
                  <a:lnTo>
                    <a:pt x="12676" y="7369"/>
                  </a:lnTo>
                  <a:lnTo>
                    <a:pt x="12637" y="7719"/>
                  </a:lnTo>
                  <a:lnTo>
                    <a:pt x="12579" y="8049"/>
                  </a:lnTo>
                  <a:lnTo>
                    <a:pt x="12521" y="8380"/>
                  </a:lnTo>
                  <a:lnTo>
                    <a:pt x="12423" y="8710"/>
                  </a:lnTo>
                  <a:lnTo>
                    <a:pt x="12326" y="9041"/>
                  </a:lnTo>
                  <a:lnTo>
                    <a:pt x="12210" y="9371"/>
                  </a:lnTo>
                  <a:lnTo>
                    <a:pt x="12093" y="9682"/>
                  </a:lnTo>
                  <a:lnTo>
                    <a:pt x="11937" y="9993"/>
                  </a:lnTo>
                  <a:lnTo>
                    <a:pt x="11782" y="10304"/>
                  </a:lnTo>
                  <a:lnTo>
                    <a:pt x="11626" y="10596"/>
                  </a:lnTo>
                  <a:lnTo>
                    <a:pt x="11451" y="10887"/>
                  </a:lnTo>
                  <a:lnTo>
                    <a:pt x="11257" y="11160"/>
                  </a:lnTo>
                  <a:lnTo>
                    <a:pt x="11063" y="11432"/>
                  </a:lnTo>
                  <a:lnTo>
                    <a:pt x="10849" y="11685"/>
                  </a:lnTo>
                  <a:lnTo>
                    <a:pt x="10635" y="11937"/>
                  </a:lnTo>
                  <a:lnTo>
                    <a:pt x="10402" y="12171"/>
                  </a:lnTo>
                  <a:lnTo>
                    <a:pt x="10149" y="12384"/>
                  </a:lnTo>
                  <a:lnTo>
                    <a:pt x="9916" y="12598"/>
                  </a:lnTo>
                  <a:lnTo>
                    <a:pt x="9643" y="12812"/>
                  </a:lnTo>
                  <a:lnTo>
                    <a:pt x="9391" y="12987"/>
                  </a:lnTo>
                  <a:lnTo>
                    <a:pt x="9119" y="13162"/>
                  </a:lnTo>
                  <a:lnTo>
                    <a:pt x="8827" y="13318"/>
                  </a:lnTo>
                  <a:lnTo>
                    <a:pt x="8535" y="13454"/>
                  </a:lnTo>
                  <a:lnTo>
                    <a:pt x="8244" y="13570"/>
                  </a:lnTo>
                  <a:lnTo>
                    <a:pt x="7933" y="13687"/>
                  </a:lnTo>
                  <a:lnTo>
                    <a:pt x="7641" y="13765"/>
                  </a:lnTo>
                  <a:lnTo>
                    <a:pt x="7330" y="13842"/>
                  </a:lnTo>
                  <a:lnTo>
                    <a:pt x="7000" y="13881"/>
                  </a:lnTo>
                  <a:lnTo>
                    <a:pt x="6689" y="13920"/>
                  </a:lnTo>
                  <a:lnTo>
                    <a:pt x="6358" y="13920"/>
                  </a:lnTo>
                  <a:lnTo>
                    <a:pt x="6358" y="13920"/>
                  </a:lnTo>
                  <a:lnTo>
                    <a:pt x="6028" y="13920"/>
                  </a:lnTo>
                  <a:lnTo>
                    <a:pt x="5697" y="13881"/>
                  </a:lnTo>
                  <a:lnTo>
                    <a:pt x="5386" y="13842"/>
                  </a:lnTo>
                  <a:lnTo>
                    <a:pt x="5075" y="13765"/>
                  </a:lnTo>
                  <a:lnTo>
                    <a:pt x="4764" y="13687"/>
                  </a:lnTo>
                  <a:lnTo>
                    <a:pt x="4453" y="13570"/>
                  </a:lnTo>
                  <a:lnTo>
                    <a:pt x="4161" y="13454"/>
                  </a:lnTo>
                  <a:lnTo>
                    <a:pt x="3870" y="13318"/>
                  </a:lnTo>
                  <a:lnTo>
                    <a:pt x="3597" y="13162"/>
                  </a:lnTo>
                  <a:lnTo>
                    <a:pt x="3325" y="12987"/>
                  </a:lnTo>
                  <a:lnTo>
                    <a:pt x="3053" y="12812"/>
                  </a:lnTo>
                  <a:lnTo>
                    <a:pt x="2800" y="12598"/>
                  </a:lnTo>
                  <a:lnTo>
                    <a:pt x="2548" y="12384"/>
                  </a:lnTo>
                  <a:lnTo>
                    <a:pt x="2314" y="12171"/>
                  </a:lnTo>
                  <a:lnTo>
                    <a:pt x="2081" y="11937"/>
                  </a:lnTo>
                  <a:lnTo>
                    <a:pt x="1848" y="11685"/>
                  </a:lnTo>
                  <a:lnTo>
                    <a:pt x="1653" y="11432"/>
                  </a:lnTo>
                  <a:lnTo>
                    <a:pt x="1440" y="11160"/>
                  </a:lnTo>
                  <a:lnTo>
                    <a:pt x="1265" y="10887"/>
                  </a:lnTo>
                  <a:lnTo>
                    <a:pt x="1070" y="10596"/>
                  </a:lnTo>
                  <a:lnTo>
                    <a:pt x="915" y="10304"/>
                  </a:lnTo>
                  <a:lnTo>
                    <a:pt x="759" y="9993"/>
                  </a:lnTo>
                  <a:lnTo>
                    <a:pt x="623" y="9682"/>
                  </a:lnTo>
                  <a:lnTo>
                    <a:pt x="487" y="9371"/>
                  </a:lnTo>
                  <a:lnTo>
                    <a:pt x="370" y="9041"/>
                  </a:lnTo>
                  <a:lnTo>
                    <a:pt x="273" y="8710"/>
                  </a:lnTo>
                  <a:lnTo>
                    <a:pt x="195" y="8380"/>
                  </a:lnTo>
                  <a:lnTo>
                    <a:pt x="118" y="8049"/>
                  </a:lnTo>
                  <a:lnTo>
                    <a:pt x="59" y="7719"/>
                  </a:lnTo>
                  <a:lnTo>
                    <a:pt x="20" y="7369"/>
                  </a:lnTo>
                  <a:lnTo>
                    <a:pt x="1" y="7019"/>
                  </a:lnTo>
                  <a:lnTo>
                    <a:pt x="1" y="6688"/>
                  </a:lnTo>
                  <a:lnTo>
                    <a:pt x="1" y="6688"/>
                  </a:lnTo>
                  <a:lnTo>
                    <a:pt x="1" y="6338"/>
                  </a:lnTo>
                  <a:lnTo>
                    <a:pt x="20" y="6008"/>
                  </a:lnTo>
                  <a:lnTo>
                    <a:pt x="59" y="5658"/>
                  </a:lnTo>
                  <a:lnTo>
                    <a:pt x="118" y="5327"/>
                  </a:lnTo>
                  <a:lnTo>
                    <a:pt x="195" y="5016"/>
                  </a:lnTo>
                  <a:lnTo>
                    <a:pt x="273" y="4705"/>
                  </a:lnTo>
                  <a:lnTo>
                    <a:pt x="370" y="4394"/>
                  </a:lnTo>
                  <a:lnTo>
                    <a:pt x="487" y="4083"/>
                  </a:lnTo>
                  <a:lnTo>
                    <a:pt x="623" y="3792"/>
                  </a:lnTo>
                  <a:lnTo>
                    <a:pt x="759" y="3500"/>
                  </a:lnTo>
                  <a:lnTo>
                    <a:pt x="915" y="3228"/>
                  </a:lnTo>
                  <a:lnTo>
                    <a:pt x="1070" y="2956"/>
                  </a:lnTo>
                  <a:lnTo>
                    <a:pt x="1265" y="2684"/>
                  </a:lnTo>
                  <a:lnTo>
                    <a:pt x="1440" y="2431"/>
                  </a:lnTo>
                  <a:lnTo>
                    <a:pt x="1653" y="2198"/>
                  </a:lnTo>
                  <a:lnTo>
                    <a:pt x="1848" y="1964"/>
                  </a:lnTo>
                  <a:lnTo>
                    <a:pt x="2081" y="1731"/>
                  </a:lnTo>
                  <a:lnTo>
                    <a:pt x="2314" y="1537"/>
                  </a:lnTo>
                  <a:lnTo>
                    <a:pt x="2548" y="1323"/>
                  </a:lnTo>
                  <a:lnTo>
                    <a:pt x="2800" y="1148"/>
                  </a:lnTo>
                  <a:lnTo>
                    <a:pt x="3053" y="973"/>
                  </a:lnTo>
                  <a:lnTo>
                    <a:pt x="3325" y="817"/>
                  </a:lnTo>
                  <a:lnTo>
                    <a:pt x="3597" y="662"/>
                  </a:lnTo>
                  <a:lnTo>
                    <a:pt x="3870" y="526"/>
                  </a:lnTo>
                  <a:lnTo>
                    <a:pt x="4161" y="409"/>
                  </a:lnTo>
                  <a:lnTo>
                    <a:pt x="4453" y="312"/>
                  </a:lnTo>
                  <a:lnTo>
                    <a:pt x="4764" y="215"/>
                  </a:lnTo>
                  <a:lnTo>
                    <a:pt x="5075" y="137"/>
                  </a:lnTo>
                  <a:lnTo>
                    <a:pt x="5386" y="79"/>
                  </a:lnTo>
                  <a:lnTo>
                    <a:pt x="5697" y="40"/>
                  </a:lnTo>
                  <a:lnTo>
                    <a:pt x="6028" y="20"/>
                  </a:lnTo>
                  <a:lnTo>
                    <a:pt x="6358" y="1"/>
                  </a:lnTo>
                  <a:lnTo>
                    <a:pt x="6358" y="1"/>
                  </a:lnTo>
                  <a:lnTo>
                    <a:pt x="6689" y="20"/>
                  </a:lnTo>
                  <a:lnTo>
                    <a:pt x="7000" y="40"/>
                  </a:lnTo>
                  <a:lnTo>
                    <a:pt x="7330" y="79"/>
                  </a:lnTo>
                  <a:lnTo>
                    <a:pt x="7641" y="137"/>
                  </a:lnTo>
                  <a:lnTo>
                    <a:pt x="7933" y="215"/>
                  </a:lnTo>
                  <a:lnTo>
                    <a:pt x="8244" y="312"/>
                  </a:lnTo>
                  <a:lnTo>
                    <a:pt x="8535" y="409"/>
                  </a:lnTo>
                  <a:lnTo>
                    <a:pt x="8827" y="526"/>
                  </a:lnTo>
                  <a:lnTo>
                    <a:pt x="9119" y="662"/>
                  </a:lnTo>
                  <a:lnTo>
                    <a:pt x="9391" y="817"/>
                  </a:lnTo>
                  <a:lnTo>
                    <a:pt x="9643" y="973"/>
                  </a:lnTo>
                  <a:lnTo>
                    <a:pt x="9916" y="1148"/>
                  </a:lnTo>
                  <a:lnTo>
                    <a:pt x="10149" y="1323"/>
                  </a:lnTo>
                  <a:lnTo>
                    <a:pt x="10402" y="1537"/>
                  </a:lnTo>
                  <a:lnTo>
                    <a:pt x="10635" y="1731"/>
                  </a:lnTo>
                  <a:lnTo>
                    <a:pt x="10849" y="1964"/>
                  </a:lnTo>
                  <a:lnTo>
                    <a:pt x="11063" y="2198"/>
                  </a:lnTo>
                  <a:lnTo>
                    <a:pt x="11257" y="2431"/>
                  </a:lnTo>
                  <a:lnTo>
                    <a:pt x="11451" y="2684"/>
                  </a:lnTo>
                  <a:lnTo>
                    <a:pt x="11626" y="2956"/>
                  </a:lnTo>
                  <a:lnTo>
                    <a:pt x="11782" y="3228"/>
                  </a:lnTo>
                  <a:lnTo>
                    <a:pt x="11937" y="3500"/>
                  </a:lnTo>
                  <a:lnTo>
                    <a:pt x="12093" y="3792"/>
                  </a:lnTo>
                  <a:lnTo>
                    <a:pt x="12210" y="4083"/>
                  </a:lnTo>
                  <a:lnTo>
                    <a:pt x="12326" y="4394"/>
                  </a:lnTo>
                  <a:lnTo>
                    <a:pt x="12423" y="4705"/>
                  </a:lnTo>
                  <a:lnTo>
                    <a:pt x="12521" y="5016"/>
                  </a:lnTo>
                  <a:lnTo>
                    <a:pt x="12579" y="5327"/>
                  </a:lnTo>
                  <a:lnTo>
                    <a:pt x="12637" y="5658"/>
                  </a:lnTo>
                  <a:lnTo>
                    <a:pt x="12676" y="6008"/>
                  </a:lnTo>
                  <a:lnTo>
                    <a:pt x="12696" y="6338"/>
                  </a:lnTo>
                  <a:lnTo>
                    <a:pt x="12715" y="668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6" name="Google Shape;4836;p47"/>
            <p:cNvSpPr/>
            <p:nvPr/>
          </p:nvSpPr>
          <p:spPr>
            <a:xfrm>
              <a:off x="3215094" y="-400603"/>
              <a:ext cx="301747" cy="71815"/>
            </a:xfrm>
            <a:custGeom>
              <a:rect b="b" l="l" r="r" t="t"/>
              <a:pathLst>
                <a:path extrusionOk="0" h="2314" w="9722">
                  <a:moveTo>
                    <a:pt x="1206" y="0"/>
                  </a:moveTo>
                  <a:lnTo>
                    <a:pt x="1090" y="19"/>
                  </a:lnTo>
                  <a:lnTo>
                    <a:pt x="1012" y="78"/>
                  </a:lnTo>
                  <a:lnTo>
                    <a:pt x="934" y="156"/>
                  </a:lnTo>
                  <a:lnTo>
                    <a:pt x="40" y="1555"/>
                  </a:lnTo>
                  <a:lnTo>
                    <a:pt x="20" y="1633"/>
                  </a:lnTo>
                  <a:lnTo>
                    <a:pt x="1" y="1711"/>
                  </a:lnTo>
                  <a:lnTo>
                    <a:pt x="1" y="1789"/>
                  </a:lnTo>
                  <a:lnTo>
                    <a:pt x="20" y="1866"/>
                  </a:lnTo>
                  <a:lnTo>
                    <a:pt x="59" y="1944"/>
                  </a:lnTo>
                  <a:lnTo>
                    <a:pt x="118" y="2002"/>
                  </a:lnTo>
                  <a:lnTo>
                    <a:pt x="195" y="2041"/>
                  </a:lnTo>
                  <a:lnTo>
                    <a:pt x="273" y="2061"/>
                  </a:lnTo>
                  <a:lnTo>
                    <a:pt x="1673" y="2313"/>
                  </a:lnTo>
                  <a:lnTo>
                    <a:pt x="8030" y="2313"/>
                  </a:lnTo>
                  <a:lnTo>
                    <a:pt x="9449" y="2061"/>
                  </a:lnTo>
                  <a:lnTo>
                    <a:pt x="9527" y="2041"/>
                  </a:lnTo>
                  <a:lnTo>
                    <a:pt x="9585" y="2002"/>
                  </a:lnTo>
                  <a:lnTo>
                    <a:pt x="9643" y="1944"/>
                  </a:lnTo>
                  <a:lnTo>
                    <a:pt x="9682" y="1866"/>
                  </a:lnTo>
                  <a:lnTo>
                    <a:pt x="9702" y="1789"/>
                  </a:lnTo>
                  <a:lnTo>
                    <a:pt x="9721" y="1711"/>
                  </a:lnTo>
                  <a:lnTo>
                    <a:pt x="9702" y="1633"/>
                  </a:lnTo>
                  <a:lnTo>
                    <a:pt x="9663" y="1555"/>
                  </a:lnTo>
                  <a:lnTo>
                    <a:pt x="8769" y="156"/>
                  </a:lnTo>
                  <a:lnTo>
                    <a:pt x="8710" y="78"/>
                  </a:lnTo>
                  <a:lnTo>
                    <a:pt x="8613" y="19"/>
                  </a:lnTo>
                  <a:lnTo>
                    <a:pt x="8516" y="0"/>
                  </a:lnTo>
                  <a:lnTo>
                    <a:pt x="8419" y="19"/>
                  </a:lnTo>
                  <a:lnTo>
                    <a:pt x="7174" y="311"/>
                  </a:lnTo>
                  <a:lnTo>
                    <a:pt x="2548" y="311"/>
                  </a:lnTo>
                  <a:lnTo>
                    <a:pt x="1303" y="19"/>
                  </a:lnTo>
                  <a:lnTo>
                    <a:pt x="12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7" name="Google Shape;4837;p47"/>
            <p:cNvSpPr/>
            <p:nvPr/>
          </p:nvSpPr>
          <p:spPr>
            <a:xfrm>
              <a:off x="3215094" y="-400603"/>
              <a:ext cx="301747" cy="71815"/>
            </a:xfrm>
            <a:custGeom>
              <a:rect b="b" l="l" r="r" t="t"/>
              <a:pathLst>
                <a:path extrusionOk="0" fill="none" h="2314" w="9722">
                  <a:moveTo>
                    <a:pt x="9663" y="1555"/>
                  </a:moveTo>
                  <a:lnTo>
                    <a:pt x="8769" y="156"/>
                  </a:lnTo>
                  <a:lnTo>
                    <a:pt x="8769" y="156"/>
                  </a:lnTo>
                  <a:lnTo>
                    <a:pt x="8710" y="78"/>
                  </a:lnTo>
                  <a:lnTo>
                    <a:pt x="8613" y="19"/>
                  </a:lnTo>
                  <a:lnTo>
                    <a:pt x="8516" y="0"/>
                  </a:lnTo>
                  <a:lnTo>
                    <a:pt x="8419" y="19"/>
                  </a:lnTo>
                  <a:lnTo>
                    <a:pt x="7174" y="311"/>
                  </a:lnTo>
                  <a:lnTo>
                    <a:pt x="5055" y="311"/>
                  </a:lnTo>
                  <a:lnTo>
                    <a:pt x="4647" y="311"/>
                  </a:lnTo>
                  <a:lnTo>
                    <a:pt x="2548" y="311"/>
                  </a:lnTo>
                  <a:lnTo>
                    <a:pt x="1303" y="19"/>
                  </a:lnTo>
                  <a:lnTo>
                    <a:pt x="1303" y="19"/>
                  </a:lnTo>
                  <a:lnTo>
                    <a:pt x="1206" y="0"/>
                  </a:lnTo>
                  <a:lnTo>
                    <a:pt x="1090" y="19"/>
                  </a:lnTo>
                  <a:lnTo>
                    <a:pt x="1012" y="78"/>
                  </a:lnTo>
                  <a:lnTo>
                    <a:pt x="934" y="156"/>
                  </a:lnTo>
                  <a:lnTo>
                    <a:pt x="40" y="1555"/>
                  </a:lnTo>
                  <a:lnTo>
                    <a:pt x="40" y="1555"/>
                  </a:lnTo>
                  <a:lnTo>
                    <a:pt x="20" y="1633"/>
                  </a:lnTo>
                  <a:lnTo>
                    <a:pt x="1" y="1711"/>
                  </a:lnTo>
                  <a:lnTo>
                    <a:pt x="1" y="1789"/>
                  </a:lnTo>
                  <a:lnTo>
                    <a:pt x="20" y="1866"/>
                  </a:lnTo>
                  <a:lnTo>
                    <a:pt x="59" y="1944"/>
                  </a:lnTo>
                  <a:lnTo>
                    <a:pt x="118" y="2002"/>
                  </a:lnTo>
                  <a:lnTo>
                    <a:pt x="195" y="2041"/>
                  </a:lnTo>
                  <a:lnTo>
                    <a:pt x="273" y="2061"/>
                  </a:lnTo>
                  <a:lnTo>
                    <a:pt x="1673" y="2313"/>
                  </a:lnTo>
                  <a:lnTo>
                    <a:pt x="4647" y="2313"/>
                  </a:lnTo>
                  <a:lnTo>
                    <a:pt x="5055" y="2313"/>
                  </a:lnTo>
                  <a:lnTo>
                    <a:pt x="8030" y="2313"/>
                  </a:lnTo>
                  <a:lnTo>
                    <a:pt x="9449" y="2061"/>
                  </a:lnTo>
                  <a:lnTo>
                    <a:pt x="9449" y="2061"/>
                  </a:lnTo>
                  <a:lnTo>
                    <a:pt x="9527" y="2041"/>
                  </a:lnTo>
                  <a:lnTo>
                    <a:pt x="9585" y="2002"/>
                  </a:lnTo>
                  <a:lnTo>
                    <a:pt x="9643" y="1944"/>
                  </a:lnTo>
                  <a:lnTo>
                    <a:pt x="9682" y="1866"/>
                  </a:lnTo>
                  <a:lnTo>
                    <a:pt x="9702" y="1789"/>
                  </a:lnTo>
                  <a:lnTo>
                    <a:pt x="9721" y="1711"/>
                  </a:lnTo>
                  <a:lnTo>
                    <a:pt x="9702" y="1633"/>
                  </a:lnTo>
                  <a:lnTo>
                    <a:pt x="9663" y="155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8" name="Google Shape;4838;p47"/>
            <p:cNvSpPr/>
            <p:nvPr/>
          </p:nvSpPr>
          <p:spPr>
            <a:xfrm>
              <a:off x="3168632" y="-348121"/>
              <a:ext cx="394673" cy="250421"/>
            </a:xfrm>
            <a:custGeom>
              <a:rect b="b" l="l" r="r" t="t"/>
              <a:pathLst>
                <a:path extrusionOk="0" h="8069" w="12716">
                  <a:moveTo>
                    <a:pt x="40" y="0"/>
                  </a:moveTo>
                  <a:lnTo>
                    <a:pt x="1" y="409"/>
                  </a:lnTo>
                  <a:lnTo>
                    <a:pt x="1" y="836"/>
                  </a:lnTo>
                  <a:lnTo>
                    <a:pt x="1" y="1167"/>
                  </a:lnTo>
                  <a:lnTo>
                    <a:pt x="20" y="1517"/>
                  </a:lnTo>
                  <a:lnTo>
                    <a:pt x="59" y="1867"/>
                  </a:lnTo>
                  <a:lnTo>
                    <a:pt x="118" y="2197"/>
                  </a:lnTo>
                  <a:lnTo>
                    <a:pt x="195" y="2528"/>
                  </a:lnTo>
                  <a:lnTo>
                    <a:pt x="273" y="2858"/>
                  </a:lnTo>
                  <a:lnTo>
                    <a:pt x="370" y="3189"/>
                  </a:lnTo>
                  <a:lnTo>
                    <a:pt x="487" y="3519"/>
                  </a:lnTo>
                  <a:lnTo>
                    <a:pt x="623" y="3830"/>
                  </a:lnTo>
                  <a:lnTo>
                    <a:pt x="759" y="4141"/>
                  </a:lnTo>
                  <a:lnTo>
                    <a:pt x="915" y="4452"/>
                  </a:lnTo>
                  <a:lnTo>
                    <a:pt x="1070" y="4744"/>
                  </a:lnTo>
                  <a:lnTo>
                    <a:pt x="1265" y="5035"/>
                  </a:lnTo>
                  <a:lnTo>
                    <a:pt x="1440" y="5308"/>
                  </a:lnTo>
                  <a:lnTo>
                    <a:pt x="1653" y="5580"/>
                  </a:lnTo>
                  <a:lnTo>
                    <a:pt x="1848" y="5833"/>
                  </a:lnTo>
                  <a:lnTo>
                    <a:pt x="2081" y="6085"/>
                  </a:lnTo>
                  <a:lnTo>
                    <a:pt x="2314" y="6319"/>
                  </a:lnTo>
                  <a:lnTo>
                    <a:pt x="2548" y="6532"/>
                  </a:lnTo>
                  <a:lnTo>
                    <a:pt x="2800" y="6746"/>
                  </a:lnTo>
                  <a:lnTo>
                    <a:pt x="3053" y="6960"/>
                  </a:lnTo>
                  <a:lnTo>
                    <a:pt x="3325" y="7135"/>
                  </a:lnTo>
                  <a:lnTo>
                    <a:pt x="3597" y="7310"/>
                  </a:lnTo>
                  <a:lnTo>
                    <a:pt x="3870" y="7466"/>
                  </a:lnTo>
                  <a:lnTo>
                    <a:pt x="4161" y="7602"/>
                  </a:lnTo>
                  <a:lnTo>
                    <a:pt x="4453" y="7718"/>
                  </a:lnTo>
                  <a:lnTo>
                    <a:pt x="4764" y="7835"/>
                  </a:lnTo>
                  <a:lnTo>
                    <a:pt x="5075" y="7913"/>
                  </a:lnTo>
                  <a:lnTo>
                    <a:pt x="5386" y="7990"/>
                  </a:lnTo>
                  <a:lnTo>
                    <a:pt x="5697" y="8029"/>
                  </a:lnTo>
                  <a:lnTo>
                    <a:pt x="6028" y="8068"/>
                  </a:lnTo>
                  <a:lnTo>
                    <a:pt x="6689" y="8068"/>
                  </a:lnTo>
                  <a:lnTo>
                    <a:pt x="7000" y="8029"/>
                  </a:lnTo>
                  <a:lnTo>
                    <a:pt x="7330" y="7990"/>
                  </a:lnTo>
                  <a:lnTo>
                    <a:pt x="7641" y="7913"/>
                  </a:lnTo>
                  <a:lnTo>
                    <a:pt x="7933" y="7835"/>
                  </a:lnTo>
                  <a:lnTo>
                    <a:pt x="8244" y="7718"/>
                  </a:lnTo>
                  <a:lnTo>
                    <a:pt x="8535" y="7602"/>
                  </a:lnTo>
                  <a:lnTo>
                    <a:pt x="8827" y="7466"/>
                  </a:lnTo>
                  <a:lnTo>
                    <a:pt x="9119" y="7310"/>
                  </a:lnTo>
                  <a:lnTo>
                    <a:pt x="9391" y="7135"/>
                  </a:lnTo>
                  <a:lnTo>
                    <a:pt x="9643" y="6960"/>
                  </a:lnTo>
                  <a:lnTo>
                    <a:pt x="9916" y="6746"/>
                  </a:lnTo>
                  <a:lnTo>
                    <a:pt x="10149" y="6532"/>
                  </a:lnTo>
                  <a:lnTo>
                    <a:pt x="10402" y="6319"/>
                  </a:lnTo>
                  <a:lnTo>
                    <a:pt x="10635" y="6085"/>
                  </a:lnTo>
                  <a:lnTo>
                    <a:pt x="10849" y="5833"/>
                  </a:lnTo>
                  <a:lnTo>
                    <a:pt x="11063" y="5580"/>
                  </a:lnTo>
                  <a:lnTo>
                    <a:pt x="11257" y="5308"/>
                  </a:lnTo>
                  <a:lnTo>
                    <a:pt x="11451" y="5035"/>
                  </a:lnTo>
                  <a:lnTo>
                    <a:pt x="11626" y="4744"/>
                  </a:lnTo>
                  <a:lnTo>
                    <a:pt x="11782" y="4452"/>
                  </a:lnTo>
                  <a:lnTo>
                    <a:pt x="11937" y="4141"/>
                  </a:lnTo>
                  <a:lnTo>
                    <a:pt x="12093" y="3830"/>
                  </a:lnTo>
                  <a:lnTo>
                    <a:pt x="12210" y="3519"/>
                  </a:lnTo>
                  <a:lnTo>
                    <a:pt x="12326" y="3189"/>
                  </a:lnTo>
                  <a:lnTo>
                    <a:pt x="12423" y="2858"/>
                  </a:lnTo>
                  <a:lnTo>
                    <a:pt x="12521" y="2528"/>
                  </a:lnTo>
                  <a:lnTo>
                    <a:pt x="12579" y="2197"/>
                  </a:lnTo>
                  <a:lnTo>
                    <a:pt x="12637" y="1867"/>
                  </a:lnTo>
                  <a:lnTo>
                    <a:pt x="12676" y="1517"/>
                  </a:lnTo>
                  <a:lnTo>
                    <a:pt x="12696" y="1167"/>
                  </a:lnTo>
                  <a:lnTo>
                    <a:pt x="12715" y="836"/>
                  </a:lnTo>
                  <a:lnTo>
                    <a:pt x="12696" y="409"/>
                  </a:lnTo>
                  <a:lnTo>
                    <a:pt x="12657" y="0"/>
                  </a:lnTo>
                  <a:lnTo>
                    <a:pt x="12618" y="311"/>
                  </a:lnTo>
                  <a:lnTo>
                    <a:pt x="12560" y="622"/>
                  </a:lnTo>
                  <a:lnTo>
                    <a:pt x="12501" y="934"/>
                  </a:lnTo>
                  <a:lnTo>
                    <a:pt x="12404" y="1245"/>
                  </a:lnTo>
                  <a:lnTo>
                    <a:pt x="12326" y="1556"/>
                  </a:lnTo>
                  <a:lnTo>
                    <a:pt x="12210" y="1847"/>
                  </a:lnTo>
                  <a:lnTo>
                    <a:pt x="12093" y="2139"/>
                  </a:lnTo>
                  <a:lnTo>
                    <a:pt x="11976" y="2430"/>
                  </a:lnTo>
                  <a:lnTo>
                    <a:pt x="11821" y="2703"/>
                  </a:lnTo>
                  <a:lnTo>
                    <a:pt x="11685" y="2975"/>
                  </a:lnTo>
                  <a:lnTo>
                    <a:pt x="11529" y="3247"/>
                  </a:lnTo>
                  <a:lnTo>
                    <a:pt x="11354" y="3500"/>
                  </a:lnTo>
                  <a:lnTo>
                    <a:pt x="11179" y="3752"/>
                  </a:lnTo>
                  <a:lnTo>
                    <a:pt x="10985" y="4005"/>
                  </a:lnTo>
                  <a:lnTo>
                    <a:pt x="10790" y="4238"/>
                  </a:lnTo>
                  <a:lnTo>
                    <a:pt x="10577" y="4472"/>
                  </a:lnTo>
                  <a:lnTo>
                    <a:pt x="10363" y="4686"/>
                  </a:lnTo>
                  <a:lnTo>
                    <a:pt x="10149" y="4880"/>
                  </a:lnTo>
                  <a:lnTo>
                    <a:pt x="9916" y="5094"/>
                  </a:lnTo>
                  <a:lnTo>
                    <a:pt x="9663" y="5269"/>
                  </a:lnTo>
                  <a:lnTo>
                    <a:pt x="9430" y="5444"/>
                  </a:lnTo>
                  <a:lnTo>
                    <a:pt x="9177" y="5599"/>
                  </a:lnTo>
                  <a:lnTo>
                    <a:pt x="8924" y="5755"/>
                  </a:lnTo>
                  <a:lnTo>
                    <a:pt x="8652" y="5871"/>
                  </a:lnTo>
                  <a:lnTo>
                    <a:pt x="8380" y="6007"/>
                  </a:lnTo>
                  <a:lnTo>
                    <a:pt x="8108" y="6105"/>
                  </a:lnTo>
                  <a:lnTo>
                    <a:pt x="7816" y="6202"/>
                  </a:lnTo>
                  <a:lnTo>
                    <a:pt x="7544" y="6260"/>
                  </a:lnTo>
                  <a:lnTo>
                    <a:pt x="7252" y="6338"/>
                  </a:lnTo>
                  <a:lnTo>
                    <a:pt x="6961" y="6377"/>
                  </a:lnTo>
                  <a:lnTo>
                    <a:pt x="6650" y="6396"/>
                  </a:lnTo>
                  <a:lnTo>
                    <a:pt x="6358" y="6416"/>
                  </a:lnTo>
                  <a:lnTo>
                    <a:pt x="6047" y="6396"/>
                  </a:lnTo>
                  <a:lnTo>
                    <a:pt x="5755" y="6377"/>
                  </a:lnTo>
                  <a:lnTo>
                    <a:pt x="5464" y="6338"/>
                  </a:lnTo>
                  <a:lnTo>
                    <a:pt x="5172" y="6260"/>
                  </a:lnTo>
                  <a:lnTo>
                    <a:pt x="4881" y="6202"/>
                  </a:lnTo>
                  <a:lnTo>
                    <a:pt x="4589" y="6105"/>
                  </a:lnTo>
                  <a:lnTo>
                    <a:pt x="4317" y="6007"/>
                  </a:lnTo>
                  <a:lnTo>
                    <a:pt x="4045" y="5871"/>
                  </a:lnTo>
                  <a:lnTo>
                    <a:pt x="3792" y="5755"/>
                  </a:lnTo>
                  <a:lnTo>
                    <a:pt x="3539" y="5599"/>
                  </a:lnTo>
                  <a:lnTo>
                    <a:pt x="3286" y="5444"/>
                  </a:lnTo>
                  <a:lnTo>
                    <a:pt x="3034" y="5269"/>
                  </a:lnTo>
                  <a:lnTo>
                    <a:pt x="2800" y="5094"/>
                  </a:lnTo>
                  <a:lnTo>
                    <a:pt x="2567" y="4880"/>
                  </a:lnTo>
                  <a:lnTo>
                    <a:pt x="2334" y="4686"/>
                  </a:lnTo>
                  <a:lnTo>
                    <a:pt x="2120" y="4472"/>
                  </a:lnTo>
                  <a:lnTo>
                    <a:pt x="1926" y="4238"/>
                  </a:lnTo>
                  <a:lnTo>
                    <a:pt x="1731" y="4005"/>
                  </a:lnTo>
                  <a:lnTo>
                    <a:pt x="1537" y="3752"/>
                  </a:lnTo>
                  <a:lnTo>
                    <a:pt x="1362" y="3500"/>
                  </a:lnTo>
                  <a:lnTo>
                    <a:pt x="1187" y="3247"/>
                  </a:lnTo>
                  <a:lnTo>
                    <a:pt x="1031" y="2975"/>
                  </a:lnTo>
                  <a:lnTo>
                    <a:pt x="876" y="2703"/>
                  </a:lnTo>
                  <a:lnTo>
                    <a:pt x="740" y="2430"/>
                  </a:lnTo>
                  <a:lnTo>
                    <a:pt x="604" y="2139"/>
                  </a:lnTo>
                  <a:lnTo>
                    <a:pt x="487" y="1847"/>
                  </a:lnTo>
                  <a:lnTo>
                    <a:pt x="390" y="1556"/>
                  </a:lnTo>
                  <a:lnTo>
                    <a:pt x="293" y="1245"/>
                  </a:lnTo>
                  <a:lnTo>
                    <a:pt x="215" y="934"/>
                  </a:lnTo>
                  <a:lnTo>
                    <a:pt x="137" y="622"/>
                  </a:lnTo>
                  <a:lnTo>
                    <a:pt x="79" y="31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9" name="Google Shape;4839;p47"/>
            <p:cNvSpPr/>
            <p:nvPr/>
          </p:nvSpPr>
          <p:spPr>
            <a:xfrm>
              <a:off x="3168632" y="-348121"/>
              <a:ext cx="394673" cy="250421"/>
            </a:xfrm>
            <a:custGeom>
              <a:rect b="b" l="l" r="r" t="t"/>
              <a:pathLst>
                <a:path extrusionOk="0" fill="none" h="8069" w="12716">
                  <a:moveTo>
                    <a:pt x="6358" y="6416"/>
                  </a:moveTo>
                  <a:lnTo>
                    <a:pt x="6358" y="6416"/>
                  </a:lnTo>
                  <a:lnTo>
                    <a:pt x="6047" y="6396"/>
                  </a:lnTo>
                  <a:lnTo>
                    <a:pt x="5755" y="6377"/>
                  </a:lnTo>
                  <a:lnTo>
                    <a:pt x="5464" y="6338"/>
                  </a:lnTo>
                  <a:lnTo>
                    <a:pt x="5172" y="6260"/>
                  </a:lnTo>
                  <a:lnTo>
                    <a:pt x="4881" y="6202"/>
                  </a:lnTo>
                  <a:lnTo>
                    <a:pt x="4589" y="6105"/>
                  </a:lnTo>
                  <a:lnTo>
                    <a:pt x="4317" y="6007"/>
                  </a:lnTo>
                  <a:lnTo>
                    <a:pt x="4045" y="5871"/>
                  </a:lnTo>
                  <a:lnTo>
                    <a:pt x="3792" y="5755"/>
                  </a:lnTo>
                  <a:lnTo>
                    <a:pt x="3539" y="5599"/>
                  </a:lnTo>
                  <a:lnTo>
                    <a:pt x="3286" y="5444"/>
                  </a:lnTo>
                  <a:lnTo>
                    <a:pt x="3034" y="5269"/>
                  </a:lnTo>
                  <a:lnTo>
                    <a:pt x="2800" y="5094"/>
                  </a:lnTo>
                  <a:lnTo>
                    <a:pt x="2567" y="4880"/>
                  </a:lnTo>
                  <a:lnTo>
                    <a:pt x="2334" y="4686"/>
                  </a:lnTo>
                  <a:lnTo>
                    <a:pt x="2120" y="4472"/>
                  </a:lnTo>
                  <a:lnTo>
                    <a:pt x="1926" y="4238"/>
                  </a:lnTo>
                  <a:lnTo>
                    <a:pt x="1731" y="4005"/>
                  </a:lnTo>
                  <a:lnTo>
                    <a:pt x="1537" y="3752"/>
                  </a:lnTo>
                  <a:lnTo>
                    <a:pt x="1362" y="3500"/>
                  </a:lnTo>
                  <a:lnTo>
                    <a:pt x="1187" y="3247"/>
                  </a:lnTo>
                  <a:lnTo>
                    <a:pt x="1031" y="2975"/>
                  </a:lnTo>
                  <a:lnTo>
                    <a:pt x="876" y="2703"/>
                  </a:lnTo>
                  <a:lnTo>
                    <a:pt x="740" y="2430"/>
                  </a:lnTo>
                  <a:lnTo>
                    <a:pt x="604" y="2139"/>
                  </a:lnTo>
                  <a:lnTo>
                    <a:pt x="487" y="1847"/>
                  </a:lnTo>
                  <a:lnTo>
                    <a:pt x="390" y="1556"/>
                  </a:lnTo>
                  <a:lnTo>
                    <a:pt x="293" y="1245"/>
                  </a:lnTo>
                  <a:lnTo>
                    <a:pt x="215" y="934"/>
                  </a:lnTo>
                  <a:lnTo>
                    <a:pt x="137" y="622"/>
                  </a:lnTo>
                  <a:lnTo>
                    <a:pt x="79" y="31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1" y="409"/>
                  </a:lnTo>
                  <a:lnTo>
                    <a:pt x="1" y="836"/>
                  </a:lnTo>
                  <a:lnTo>
                    <a:pt x="1" y="836"/>
                  </a:lnTo>
                  <a:lnTo>
                    <a:pt x="1" y="1167"/>
                  </a:lnTo>
                  <a:lnTo>
                    <a:pt x="20" y="1517"/>
                  </a:lnTo>
                  <a:lnTo>
                    <a:pt x="59" y="1867"/>
                  </a:lnTo>
                  <a:lnTo>
                    <a:pt x="118" y="2197"/>
                  </a:lnTo>
                  <a:lnTo>
                    <a:pt x="195" y="2528"/>
                  </a:lnTo>
                  <a:lnTo>
                    <a:pt x="273" y="2858"/>
                  </a:lnTo>
                  <a:lnTo>
                    <a:pt x="370" y="3189"/>
                  </a:lnTo>
                  <a:lnTo>
                    <a:pt x="487" y="3519"/>
                  </a:lnTo>
                  <a:lnTo>
                    <a:pt x="623" y="3830"/>
                  </a:lnTo>
                  <a:lnTo>
                    <a:pt x="759" y="4141"/>
                  </a:lnTo>
                  <a:lnTo>
                    <a:pt x="915" y="4452"/>
                  </a:lnTo>
                  <a:lnTo>
                    <a:pt x="1070" y="4744"/>
                  </a:lnTo>
                  <a:lnTo>
                    <a:pt x="1265" y="5035"/>
                  </a:lnTo>
                  <a:lnTo>
                    <a:pt x="1440" y="5308"/>
                  </a:lnTo>
                  <a:lnTo>
                    <a:pt x="1653" y="5580"/>
                  </a:lnTo>
                  <a:lnTo>
                    <a:pt x="1848" y="5833"/>
                  </a:lnTo>
                  <a:lnTo>
                    <a:pt x="2081" y="6085"/>
                  </a:lnTo>
                  <a:lnTo>
                    <a:pt x="2314" y="6319"/>
                  </a:lnTo>
                  <a:lnTo>
                    <a:pt x="2548" y="6532"/>
                  </a:lnTo>
                  <a:lnTo>
                    <a:pt x="2800" y="6746"/>
                  </a:lnTo>
                  <a:lnTo>
                    <a:pt x="3053" y="6960"/>
                  </a:lnTo>
                  <a:lnTo>
                    <a:pt x="3325" y="7135"/>
                  </a:lnTo>
                  <a:lnTo>
                    <a:pt x="3597" y="7310"/>
                  </a:lnTo>
                  <a:lnTo>
                    <a:pt x="3870" y="7466"/>
                  </a:lnTo>
                  <a:lnTo>
                    <a:pt x="4161" y="7602"/>
                  </a:lnTo>
                  <a:lnTo>
                    <a:pt x="4453" y="7718"/>
                  </a:lnTo>
                  <a:lnTo>
                    <a:pt x="4764" y="7835"/>
                  </a:lnTo>
                  <a:lnTo>
                    <a:pt x="5075" y="7913"/>
                  </a:lnTo>
                  <a:lnTo>
                    <a:pt x="5386" y="7990"/>
                  </a:lnTo>
                  <a:lnTo>
                    <a:pt x="5697" y="8029"/>
                  </a:lnTo>
                  <a:lnTo>
                    <a:pt x="6028" y="8068"/>
                  </a:lnTo>
                  <a:lnTo>
                    <a:pt x="6358" y="8068"/>
                  </a:lnTo>
                  <a:lnTo>
                    <a:pt x="6358" y="8068"/>
                  </a:lnTo>
                  <a:lnTo>
                    <a:pt x="6689" y="8068"/>
                  </a:lnTo>
                  <a:lnTo>
                    <a:pt x="7000" y="8029"/>
                  </a:lnTo>
                  <a:lnTo>
                    <a:pt x="7330" y="7990"/>
                  </a:lnTo>
                  <a:lnTo>
                    <a:pt x="7641" y="7913"/>
                  </a:lnTo>
                  <a:lnTo>
                    <a:pt x="7933" y="7835"/>
                  </a:lnTo>
                  <a:lnTo>
                    <a:pt x="8244" y="7718"/>
                  </a:lnTo>
                  <a:lnTo>
                    <a:pt x="8535" y="7602"/>
                  </a:lnTo>
                  <a:lnTo>
                    <a:pt x="8827" y="7466"/>
                  </a:lnTo>
                  <a:lnTo>
                    <a:pt x="9119" y="7310"/>
                  </a:lnTo>
                  <a:lnTo>
                    <a:pt x="9391" y="7135"/>
                  </a:lnTo>
                  <a:lnTo>
                    <a:pt x="9643" y="6960"/>
                  </a:lnTo>
                  <a:lnTo>
                    <a:pt x="9916" y="6746"/>
                  </a:lnTo>
                  <a:lnTo>
                    <a:pt x="10149" y="6532"/>
                  </a:lnTo>
                  <a:lnTo>
                    <a:pt x="10402" y="6319"/>
                  </a:lnTo>
                  <a:lnTo>
                    <a:pt x="10635" y="6085"/>
                  </a:lnTo>
                  <a:lnTo>
                    <a:pt x="10849" y="5833"/>
                  </a:lnTo>
                  <a:lnTo>
                    <a:pt x="11063" y="5580"/>
                  </a:lnTo>
                  <a:lnTo>
                    <a:pt x="11257" y="5308"/>
                  </a:lnTo>
                  <a:lnTo>
                    <a:pt x="11451" y="5035"/>
                  </a:lnTo>
                  <a:lnTo>
                    <a:pt x="11626" y="4744"/>
                  </a:lnTo>
                  <a:lnTo>
                    <a:pt x="11782" y="4452"/>
                  </a:lnTo>
                  <a:lnTo>
                    <a:pt x="11937" y="4141"/>
                  </a:lnTo>
                  <a:lnTo>
                    <a:pt x="12093" y="3830"/>
                  </a:lnTo>
                  <a:lnTo>
                    <a:pt x="12210" y="3519"/>
                  </a:lnTo>
                  <a:lnTo>
                    <a:pt x="12326" y="3189"/>
                  </a:lnTo>
                  <a:lnTo>
                    <a:pt x="12423" y="2858"/>
                  </a:lnTo>
                  <a:lnTo>
                    <a:pt x="12521" y="2528"/>
                  </a:lnTo>
                  <a:lnTo>
                    <a:pt x="12579" y="2197"/>
                  </a:lnTo>
                  <a:lnTo>
                    <a:pt x="12637" y="1867"/>
                  </a:lnTo>
                  <a:lnTo>
                    <a:pt x="12676" y="1517"/>
                  </a:lnTo>
                  <a:lnTo>
                    <a:pt x="12696" y="1167"/>
                  </a:lnTo>
                  <a:lnTo>
                    <a:pt x="12715" y="836"/>
                  </a:lnTo>
                  <a:lnTo>
                    <a:pt x="12715" y="836"/>
                  </a:lnTo>
                  <a:lnTo>
                    <a:pt x="12696" y="409"/>
                  </a:lnTo>
                  <a:lnTo>
                    <a:pt x="12657" y="0"/>
                  </a:lnTo>
                  <a:lnTo>
                    <a:pt x="12657" y="0"/>
                  </a:lnTo>
                  <a:lnTo>
                    <a:pt x="12618" y="311"/>
                  </a:lnTo>
                  <a:lnTo>
                    <a:pt x="12560" y="622"/>
                  </a:lnTo>
                  <a:lnTo>
                    <a:pt x="12501" y="934"/>
                  </a:lnTo>
                  <a:lnTo>
                    <a:pt x="12404" y="1245"/>
                  </a:lnTo>
                  <a:lnTo>
                    <a:pt x="12326" y="1556"/>
                  </a:lnTo>
                  <a:lnTo>
                    <a:pt x="12210" y="1847"/>
                  </a:lnTo>
                  <a:lnTo>
                    <a:pt x="12093" y="2139"/>
                  </a:lnTo>
                  <a:lnTo>
                    <a:pt x="11976" y="2430"/>
                  </a:lnTo>
                  <a:lnTo>
                    <a:pt x="11821" y="2703"/>
                  </a:lnTo>
                  <a:lnTo>
                    <a:pt x="11685" y="2975"/>
                  </a:lnTo>
                  <a:lnTo>
                    <a:pt x="11529" y="3247"/>
                  </a:lnTo>
                  <a:lnTo>
                    <a:pt x="11354" y="3500"/>
                  </a:lnTo>
                  <a:lnTo>
                    <a:pt x="11179" y="3752"/>
                  </a:lnTo>
                  <a:lnTo>
                    <a:pt x="10985" y="4005"/>
                  </a:lnTo>
                  <a:lnTo>
                    <a:pt x="10790" y="4238"/>
                  </a:lnTo>
                  <a:lnTo>
                    <a:pt x="10577" y="4472"/>
                  </a:lnTo>
                  <a:lnTo>
                    <a:pt x="10363" y="4686"/>
                  </a:lnTo>
                  <a:lnTo>
                    <a:pt x="10149" y="4880"/>
                  </a:lnTo>
                  <a:lnTo>
                    <a:pt x="9916" y="5094"/>
                  </a:lnTo>
                  <a:lnTo>
                    <a:pt x="9663" y="5269"/>
                  </a:lnTo>
                  <a:lnTo>
                    <a:pt x="9430" y="5444"/>
                  </a:lnTo>
                  <a:lnTo>
                    <a:pt x="9177" y="5599"/>
                  </a:lnTo>
                  <a:lnTo>
                    <a:pt x="8924" y="5755"/>
                  </a:lnTo>
                  <a:lnTo>
                    <a:pt x="8652" y="5871"/>
                  </a:lnTo>
                  <a:lnTo>
                    <a:pt x="8380" y="6007"/>
                  </a:lnTo>
                  <a:lnTo>
                    <a:pt x="8108" y="6105"/>
                  </a:lnTo>
                  <a:lnTo>
                    <a:pt x="7816" y="6202"/>
                  </a:lnTo>
                  <a:lnTo>
                    <a:pt x="7544" y="6260"/>
                  </a:lnTo>
                  <a:lnTo>
                    <a:pt x="7252" y="6338"/>
                  </a:lnTo>
                  <a:lnTo>
                    <a:pt x="6961" y="6377"/>
                  </a:lnTo>
                  <a:lnTo>
                    <a:pt x="6650" y="6396"/>
                  </a:lnTo>
                  <a:lnTo>
                    <a:pt x="6358" y="641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0" name="Google Shape;4840;p47"/>
            <p:cNvSpPr/>
            <p:nvPr/>
          </p:nvSpPr>
          <p:spPr>
            <a:xfrm>
              <a:off x="3359320" y="-437412"/>
              <a:ext cx="13284" cy="143009"/>
            </a:xfrm>
            <a:custGeom>
              <a:rect b="b" l="l" r="r" t="t"/>
              <a:pathLst>
                <a:path extrusionOk="0" h="4608" w="428">
                  <a:moveTo>
                    <a:pt x="0" y="0"/>
                  </a:moveTo>
                  <a:lnTo>
                    <a:pt x="0" y="4608"/>
                  </a:lnTo>
                  <a:lnTo>
                    <a:pt x="428" y="4608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1" name="Google Shape;4841;p47"/>
            <p:cNvSpPr/>
            <p:nvPr/>
          </p:nvSpPr>
          <p:spPr>
            <a:xfrm>
              <a:off x="3359320" y="-437412"/>
              <a:ext cx="13284" cy="143009"/>
            </a:xfrm>
            <a:custGeom>
              <a:rect b="b" l="l" r="r" t="t"/>
              <a:pathLst>
                <a:path extrusionOk="0" fill="none" h="4608" w="428">
                  <a:moveTo>
                    <a:pt x="428" y="4608"/>
                  </a:moveTo>
                  <a:lnTo>
                    <a:pt x="0" y="4608"/>
                  </a:lnTo>
                  <a:lnTo>
                    <a:pt x="0" y="0"/>
                  </a:lnTo>
                  <a:lnTo>
                    <a:pt x="428" y="0"/>
                  </a:lnTo>
                  <a:lnTo>
                    <a:pt x="428" y="46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2" name="Google Shape;4842;p47"/>
            <p:cNvSpPr/>
            <p:nvPr/>
          </p:nvSpPr>
          <p:spPr>
            <a:xfrm>
              <a:off x="3264597" y="-435612"/>
              <a:ext cx="49505" cy="141830"/>
            </a:xfrm>
            <a:custGeom>
              <a:rect b="b" l="l" r="r" t="t"/>
              <a:pathLst>
                <a:path extrusionOk="0" h="4570" w="1595">
                  <a:moveTo>
                    <a:pt x="1186" y="0"/>
                  </a:moveTo>
                  <a:lnTo>
                    <a:pt x="0" y="4472"/>
                  </a:lnTo>
                  <a:lnTo>
                    <a:pt x="408" y="4569"/>
                  </a:lnTo>
                  <a:lnTo>
                    <a:pt x="1594" y="117"/>
                  </a:lnTo>
                  <a:lnTo>
                    <a:pt x="118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3" name="Google Shape;4843;p47"/>
            <p:cNvSpPr/>
            <p:nvPr/>
          </p:nvSpPr>
          <p:spPr>
            <a:xfrm>
              <a:off x="3264597" y="-435612"/>
              <a:ext cx="49505" cy="141830"/>
            </a:xfrm>
            <a:custGeom>
              <a:rect b="b" l="l" r="r" t="t"/>
              <a:pathLst>
                <a:path extrusionOk="0" fill="none" h="4570" w="1595">
                  <a:moveTo>
                    <a:pt x="408" y="4569"/>
                  </a:moveTo>
                  <a:lnTo>
                    <a:pt x="0" y="4472"/>
                  </a:lnTo>
                  <a:lnTo>
                    <a:pt x="1186" y="0"/>
                  </a:lnTo>
                  <a:lnTo>
                    <a:pt x="1594" y="117"/>
                  </a:lnTo>
                  <a:lnTo>
                    <a:pt x="408" y="4569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4" name="Google Shape;4844;p47"/>
            <p:cNvSpPr/>
            <p:nvPr/>
          </p:nvSpPr>
          <p:spPr>
            <a:xfrm>
              <a:off x="3419034" y="-435612"/>
              <a:ext cx="49505" cy="141830"/>
            </a:xfrm>
            <a:custGeom>
              <a:rect b="b" l="l" r="r" t="t"/>
              <a:pathLst>
                <a:path extrusionOk="0" h="4570" w="1595">
                  <a:moveTo>
                    <a:pt x="409" y="0"/>
                  </a:moveTo>
                  <a:lnTo>
                    <a:pt x="1" y="117"/>
                  </a:lnTo>
                  <a:lnTo>
                    <a:pt x="1187" y="4569"/>
                  </a:lnTo>
                  <a:lnTo>
                    <a:pt x="1595" y="4472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5" name="Google Shape;4845;p47"/>
            <p:cNvSpPr/>
            <p:nvPr/>
          </p:nvSpPr>
          <p:spPr>
            <a:xfrm>
              <a:off x="3419034" y="-435612"/>
              <a:ext cx="49505" cy="141830"/>
            </a:xfrm>
            <a:custGeom>
              <a:rect b="b" l="l" r="r" t="t"/>
              <a:pathLst>
                <a:path extrusionOk="0" fill="none" h="4570" w="1595">
                  <a:moveTo>
                    <a:pt x="1187" y="4569"/>
                  </a:moveTo>
                  <a:lnTo>
                    <a:pt x="1" y="117"/>
                  </a:lnTo>
                  <a:lnTo>
                    <a:pt x="409" y="0"/>
                  </a:lnTo>
                  <a:lnTo>
                    <a:pt x="1595" y="4472"/>
                  </a:lnTo>
                  <a:lnTo>
                    <a:pt x="1187" y="45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6" name="Google Shape;4846;p47"/>
            <p:cNvSpPr/>
            <p:nvPr/>
          </p:nvSpPr>
          <p:spPr>
            <a:xfrm>
              <a:off x="3443180" y="-400603"/>
              <a:ext cx="73652" cy="59153"/>
            </a:xfrm>
            <a:custGeom>
              <a:rect b="b" l="l" r="r" t="t"/>
              <a:pathLst>
                <a:path extrusionOk="0" h="1906" w="2373">
                  <a:moveTo>
                    <a:pt x="1147" y="0"/>
                  </a:moveTo>
                  <a:lnTo>
                    <a:pt x="1070" y="19"/>
                  </a:lnTo>
                  <a:lnTo>
                    <a:pt x="0" y="272"/>
                  </a:lnTo>
                  <a:lnTo>
                    <a:pt x="78" y="564"/>
                  </a:lnTo>
                  <a:lnTo>
                    <a:pt x="1070" y="331"/>
                  </a:lnTo>
                  <a:lnTo>
                    <a:pt x="1147" y="311"/>
                  </a:lnTo>
                  <a:lnTo>
                    <a:pt x="1225" y="331"/>
                  </a:lnTo>
                  <a:lnTo>
                    <a:pt x="1303" y="350"/>
                  </a:lnTo>
                  <a:lnTo>
                    <a:pt x="1361" y="408"/>
                  </a:lnTo>
                  <a:lnTo>
                    <a:pt x="1420" y="467"/>
                  </a:lnTo>
                  <a:lnTo>
                    <a:pt x="2314" y="1866"/>
                  </a:lnTo>
                  <a:lnTo>
                    <a:pt x="2314" y="1905"/>
                  </a:lnTo>
                  <a:lnTo>
                    <a:pt x="2353" y="1808"/>
                  </a:lnTo>
                  <a:lnTo>
                    <a:pt x="2372" y="1730"/>
                  </a:lnTo>
                  <a:lnTo>
                    <a:pt x="2353" y="1652"/>
                  </a:lnTo>
                  <a:lnTo>
                    <a:pt x="2314" y="1555"/>
                  </a:lnTo>
                  <a:lnTo>
                    <a:pt x="1420" y="156"/>
                  </a:lnTo>
                  <a:lnTo>
                    <a:pt x="1361" y="97"/>
                  </a:lnTo>
                  <a:lnTo>
                    <a:pt x="1303" y="39"/>
                  </a:lnTo>
                  <a:lnTo>
                    <a:pt x="1225" y="19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47"/>
            <p:cNvSpPr/>
            <p:nvPr/>
          </p:nvSpPr>
          <p:spPr>
            <a:xfrm>
              <a:off x="3216304" y="-352342"/>
              <a:ext cx="31" cy="621"/>
            </a:xfrm>
            <a:custGeom>
              <a:rect b="b" l="l" r="r" t="t"/>
              <a:pathLst>
                <a:path extrusionOk="0" h="20" w="1">
                  <a:moveTo>
                    <a:pt x="1" y="20"/>
                  </a:moveTo>
                  <a:lnTo>
                    <a:pt x="1" y="20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1" y="2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C72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8" name="Google Shape;4848;p47"/>
            <p:cNvSpPr/>
            <p:nvPr/>
          </p:nvSpPr>
          <p:spPr>
            <a:xfrm>
              <a:off x="3216304" y="-351753"/>
              <a:ext cx="31" cy="31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9" name="Google Shape;4849;p47"/>
            <p:cNvSpPr/>
            <p:nvPr/>
          </p:nvSpPr>
          <p:spPr>
            <a:xfrm>
              <a:off x="3216304" y="-352342"/>
              <a:ext cx="31" cy="31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47"/>
            <p:cNvSpPr/>
            <p:nvPr/>
          </p:nvSpPr>
          <p:spPr>
            <a:xfrm>
              <a:off x="3215094" y="-400603"/>
              <a:ext cx="74862" cy="59153"/>
            </a:xfrm>
            <a:custGeom>
              <a:rect b="b" l="l" r="r" t="t"/>
              <a:pathLst>
                <a:path extrusionOk="0" h="1906" w="2412">
                  <a:moveTo>
                    <a:pt x="1226" y="0"/>
                  </a:moveTo>
                  <a:lnTo>
                    <a:pt x="1148" y="19"/>
                  </a:lnTo>
                  <a:lnTo>
                    <a:pt x="1070" y="39"/>
                  </a:lnTo>
                  <a:lnTo>
                    <a:pt x="992" y="97"/>
                  </a:lnTo>
                  <a:lnTo>
                    <a:pt x="934" y="156"/>
                  </a:lnTo>
                  <a:lnTo>
                    <a:pt x="40" y="1555"/>
                  </a:lnTo>
                  <a:lnTo>
                    <a:pt x="40" y="1575"/>
                  </a:lnTo>
                  <a:lnTo>
                    <a:pt x="1" y="1652"/>
                  </a:lnTo>
                  <a:lnTo>
                    <a:pt x="1" y="1730"/>
                  </a:lnTo>
                  <a:lnTo>
                    <a:pt x="1" y="1808"/>
                  </a:lnTo>
                  <a:lnTo>
                    <a:pt x="40" y="1905"/>
                  </a:lnTo>
                  <a:lnTo>
                    <a:pt x="40" y="1866"/>
                  </a:lnTo>
                  <a:lnTo>
                    <a:pt x="934" y="467"/>
                  </a:lnTo>
                  <a:lnTo>
                    <a:pt x="992" y="408"/>
                  </a:lnTo>
                  <a:lnTo>
                    <a:pt x="1070" y="350"/>
                  </a:lnTo>
                  <a:lnTo>
                    <a:pt x="1148" y="331"/>
                  </a:lnTo>
                  <a:lnTo>
                    <a:pt x="1226" y="311"/>
                  </a:lnTo>
                  <a:lnTo>
                    <a:pt x="1303" y="331"/>
                  </a:lnTo>
                  <a:lnTo>
                    <a:pt x="2334" y="583"/>
                  </a:lnTo>
                  <a:lnTo>
                    <a:pt x="2412" y="292"/>
                  </a:lnTo>
                  <a:lnTo>
                    <a:pt x="1303" y="19"/>
                  </a:lnTo>
                  <a:lnTo>
                    <a:pt x="12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1" name="Google Shape;4851;p47"/>
            <p:cNvSpPr/>
            <p:nvPr/>
          </p:nvSpPr>
          <p:spPr>
            <a:xfrm>
              <a:off x="3372572" y="-390951"/>
              <a:ext cx="60368" cy="9683"/>
            </a:xfrm>
            <a:custGeom>
              <a:rect b="b" l="l" r="r" t="t"/>
              <a:pathLst>
                <a:path extrusionOk="0" h="312" w="1945">
                  <a:moveTo>
                    <a:pt x="1" y="0"/>
                  </a:moveTo>
                  <a:lnTo>
                    <a:pt x="1" y="311"/>
                  </a:lnTo>
                  <a:lnTo>
                    <a:pt x="1945" y="311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2" name="Google Shape;4852;p47"/>
            <p:cNvSpPr/>
            <p:nvPr/>
          </p:nvSpPr>
          <p:spPr>
            <a:xfrm>
              <a:off x="3300785" y="-390951"/>
              <a:ext cx="58568" cy="9683"/>
            </a:xfrm>
            <a:custGeom>
              <a:rect b="b" l="l" r="r" t="t"/>
              <a:pathLst>
                <a:path extrusionOk="0" h="312" w="1887">
                  <a:moveTo>
                    <a:pt x="78" y="0"/>
                  </a:moveTo>
                  <a:lnTo>
                    <a:pt x="0" y="311"/>
                  </a:lnTo>
                  <a:lnTo>
                    <a:pt x="1886" y="311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3" name="Google Shape;4853;p47"/>
            <p:cNvSpPr/>
            <p:nvPr/>
          </p:nvSpPr>
          <p:spPr>
            <a:xfrm>
              <a:off x="3359320" y="-390951"/>
              <a:ext cx="13284" cy="9683"/>
            </a:xfrm>
            <a:custGeom>
              <a:rect b="b" l="l" r="r" t="t"/>
              <a:pathLst>
                <a:path extrusionOk="0" h="312" w="428">
                  <a:moveTo>
                    <a:pt x="0" y="0"/>
                  </a:moveTo>
                  <a:lnTo>
                    <a:pt x="0" y="311"/>
                  </a:lnTo>
                  <a:lnTo>
                    <a:pt x="428" y="311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4" name="Google Shape;4854;p47"/>
            <p:cNvSpPr/>
            <p:nvPr/>
          </p:nvSpPr>
          <p:spPr>
            <a:xfrm>
              <a:off x="3287502" y="-391572"/>
              <a:ext cx="15736" cy="10304"/>
            </a:xfrm>
            <a:custGeom>
              <a:rect b="b" l="l" r="r" t="t"/>
              <a:pathLst>
                <a:path extrusionOk="0" h="332" w="507">
                  <a:moveTo>
                    <a:pt x="79" y="1"/>
                  </a:moveTo>
                  <a:lnTo>
                    <a:pt x="1" y="292"/>
                  </a:lnTo>
                  <a:lnTo>
                    <a:pt x="215" y="331"/>
                  </a:lnTo>
                  <a:lnTo>
                    <a:pt x="428" y="331"/>
                  </a:lnTo>
                  <a:lnTo>
                    <a:pt x="506" y="20"/>
                  </a:lnTo>
                  <a:lnTo>
                    <a:pt x="215" y="20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5" name="Google Shape;4855;p47"/>
            <p:cNvSpPr/>
            <p:nvPr/>
          </p:nvSpPr>
          <p:spPr>
            <a:xfrm>
              <a:off x="3429896" y="-392161"/>
              <a:ext cx="15736" cy="10893"/>
            </a:xfrm>
            <a:custGeom>
              <a:rect b="b" l="l" r="r" t="t"/>
              <a:pathLst>
                <a:path extrusionOk="0" h="351" w="507">
                  <a:moveTo>
                    <a:pt x="428" y="0"/>
                  </a:moveTo>
                  <a:lnTo>
                    <a:pt x="253" y="39"/>
                  </a:lnTo>
                  <a:lnTo>
                    <a:pt x="1" y="39"/>
                  </a:lnTo>
                  <a:lnTo>
                    <a:pt x="98" y="350"/>
                  </a:lnTo>
                  <a:lnTo>
                    <a:pt x="253" y="350"/>
                  </a:lnTo>
                  <a:lnTo>
                    <a:pt x="506" y="292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6" name="Google Shape;4856;p47"/>
          <p:cNvSpPr/>
          <p:nvPr/>
        </p:nvSpPr>
        <p:spPr>
          <a:xfrm>
            <a:off x="8816350" y="4800600"/>
            <a:ext cx="327600" cy="342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13</a:t>
            </a:r>
            <a:endParaRPr sz="9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lying Airplane by Slidesgo">
  <a:themeElements>
    <a:clrScheme name="Simple Light">
      <a:dk1>
        <a:srgbClr val="325AD6"/>
      </a:dk1>
      <a:lt1>
        <a:srgbClr val="FFFFFF"/>
      </a:lt1>
      <a:dk2>
        <a:srgbClr val="272727"/>
      </a:dk2>
      <a:lt2>
        <a:srgbClr val="D14000"/>
      </a:lt2>
      <a:accent1>
        <a:srgbClr val="4C8CFC"/>
      </a:accent1>
      <a:accent2>
        <a:srgbClr val="EAF3FF"/>
      </a:accent2>
      <a:accent3>
        <a:srgbClr val="D6DFFF"/>
      </a:accent3>
      <a:accent4>
        <a:srgbClr val="3761FA"/>
      </a:accent4>
      <a:accent5>
        <a:srgbClr val="A9CBF9"/>
      </a:accent5>
      <a:accent6>
        <a:srgbClr val="95B9F5"/>
      </a:accent6>
      <a:hlink>
        <a:srgbClr val="2727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